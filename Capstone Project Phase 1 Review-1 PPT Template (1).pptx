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1"/>
  </p:notesMasterIdLst>
  <p:handoutMasterIdLst>
    <p:handoutMasterId r:id="rId12"/>
  </p:handoutMasterIdLst>
  <p:sldIdLst>
    <p:sldId id="538" r:id="rId2"/>
    <p:sldId id="535" r:id="rId3"/>
    <p:sldId id="569" r:id="rId4"/>
    <p:sldId id="568" r:id="rId5"/>
    <p:sldId id="571" r:id="rId6"/>
    <p:sldId id="570" r:id="rId7"/>
    <p:sldId id="572" r:id="rId8"/>
    <p:sldId id="545" r:id="rId9"/>
    <p:sldId id="549" r:id="rId10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59" d="100"/>
          <a:sy n="59" d="100"/>
        </p:scale>
        <p:origin x="95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011308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UE23CS320A</a:t>
            </a:r>
            <a:r>
              <a:rPr lang="en-IN" sz="2800" dirty="0"/>
              <a:t> </a:t>
            </a: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– Capstone Project Approval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981200" y="29515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Scope and Feasibility study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Applications/Use cases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Expected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 (Phase-I Phase-II, Phase-III) Project Timeline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Any other information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143000" y="19050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Well defined 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 It should clearly specify the problem</a:t>
            </a: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an overview of scope it entails.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Possible Shortcomings/Challenges</a:t>
            </a: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 (This should add on to the feasibility for solving this Problem)</a:t>
            </a: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Scope and Feasibility study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Describe the applications and use cases of your project.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Applications/Use cases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752600"/>
            <a:ext cx="88392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Capstone-I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Capstone-II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Capstone-III deliverables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&amp; Phase-II)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timelines for execution of the project through Gantt chart.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plan in terms of efforts by individuals in the team.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Mention the tasks involved in different stages.</a:t>
            </a:r>
          </a:p>
          <a:p>
            <a:pPr marL="1077913" lvl="1" indent="-265113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295400" y="1905000"/>
            <a:ext cx="8839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Provide any other information you wish to add on.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Note: Changes can be made in the template, with the consent of the guide for inclusion of any other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384</TotalTime>
  <Words>190</Words>
  <Application>Microsoft Office PowerPoint</Application>
  <PresentationFormat>Widescreen</PresentationFormat>
  <Paragraphs>46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prajwala talanki</cp:lastModifiedBy>
  <cp:revision>129</cp:revision>
  <dcterms:created xsi:type="dcterms:W3CDTF">2020-11-22T08:14:37Z</dcterms:created>
  <dcterms:modified xsi:type="dcterms:W3CDTF">2025-08-25T03:10:27Z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