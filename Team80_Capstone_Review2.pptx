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Josefin Slab"/>
      <p:regular r:id="rId28"/>
      <p:bold r:id="rId29"/>
      <p:italic r:id="rId30"/>
      <p:boldItalic r:id="rId31"/>
    </p:embeddedFont>
    <p:embeddedFont>
      <p:font typeface="Anton"/>
      <p:regular r:id="rId32"/>
    </p:embeddedFont>
    <p:embeddedFont>
      <p:font typeface="Staatliches"/>
      <p:regular r:id="rId33"/>
    </p:embeddedFont>
    <p:embeddedFont>
      <p:font typeface="Roboto"/>
      <p:regular r:id="rId34"/>
      <p:bold r:id="rId35"/>
      <p:italic r:id="rId36"/>
      <p:boldItalic r:id="rId37"/>
    </p:embeddedFont>
    <p:embeddedFont>
      <p:font typeface="Anaheim"/>
      <p:regular r:id="rId38"/>
      <p:bold r:id="rId39"/>
    </p:embeddedFont>
    <p:embeddedFont>
      <p:font typeface="Lato"/>
      <p:regular r:id="rId40"/>
      <p:bold r:id="rId41"/>
      <p:italic r:id="rId42"/>
      <p:boldItalic r:id="rId43"/>
    </p:embeddedFont>
    <p:embeddedFont>
      <p:font typeface="Abel"/>
      <p:regular r:id="rId44"/>
    </p:embeddedFont>
    <p:embeddedFont>
      <p:font typeface="Josefin Sans"/>
      <p:regular r:id="rId45"/>
      <p:bold r:id="rId46"/>
      <p:italic r:id="rId47"/>
      <p:boldItalic r:id="rId48"/>
    </p:embeddedFont>
    <p:embeddedFont>
      <p:font typeface="Unica One"/>
      <p:regular r:id="rId49"/>
    </p:embeddedFont>
    <p:embeddedFont>
      <p:font typeface="Merriweather"/>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29">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3BDDAB-795A-4B56-9510-8227589A0695}">
  <a:tblStyle styleId="{473BDDAB-795A-4B56-9510-8227589A069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2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42" Type="http://schemas.openxmlformats.org/officeDocument/2006/relationships/font" Target="fonts/Lato-italic.fntdata"/><Relationship Id="rId41" Type="http://schemas.openxmlformats.org/officeDocument/2006/relationships/font" Target="fonts/Lato-bold.fntdata"/><Relationship Id="rId44" Type="http://schemas.openxmlformats.org/officeDocument/2006/relationships/font" Target="fonts/Abel-regular.fntdata"/><Relationship Id="rId43" Type="http://schemas.openxmlformats.org/officeDocument/2006/relationships/font" Target="fonts/Lato-boldItalic.fntdata"/><Relationship Id="rId46" Type="http://schemas.openxmlformats.org/officeDocument/2006/relationships/font" Target="fonts/JosefinSans-bold.fntdata"/><Relationship Id="rId45" Type="http://schemas.openxmlformats.org/officeDocument/2006/relationships/font" Target="fonts/Josefin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osefinSans-boldItalic.fntdata"/><Relationship Id="rId47" Type="http://schemas.openxmlformats.org/officeDocument/2006/relationships/font" Target="fonts/JosefinSans-italic.fntdata"/><Relationship Id="rId49" Type="http://schemas.openxmlformats.org/officeDocument/2006/relationships/font" Target="fonts/UnicaOn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JosefinSlab-boldItalic.fntdata"/><Relationship Id="rId30" Type="http://schemas.openxmlformats.org/officeDocument/2006/relationships/font" Target="fonts/JosefinSlab-italic.fntdata"/><Relationship Id="rId33" Type="http://schemas.openxmlformats.org/officeDocument/2006/relationships/font" Target="fonts/Staatliches-regular.fntdata"/><Relationship Id="rId32" Type="http://schemas.openxmlformats.org/officeDocument/2006/relationships/font" Target="fonts/Anton-regular.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Anaheim-bold.fntdata"/><Relationship Id="rId38" Type="http://schemas.openxmlformats.org/officeDocument/2006/relationships/font" Target="fonts/Anaheim-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JosefinSlab-regular.fntdata"/><Relationship Id="rId27" Type="http://schemas.openxmlformats.org/officeDocument/2006/relationships/slide" Target="slides/slide21.xml"/><Relationship Id="rId29" Type="http://schemas.openxmlformats.org/officeDocument/2006/relationships/font" Target="fonts/JosefinSlab-bold.fntdata"/><Relationship Id="rId51" Type="http://schemas.openxmlformats.org/officeDocument/2006/relationships/font" Target="fonts/Merriweather-bold.fntdata"/><Relationship Id="rId50" Type="http://schemas.openxmlformats.org/officeDocument/2006/relationships/font" Target="fonts/Merriweather-regular.fntdata"/><Relationship Id="rId53" Type="http://schemas.openxmlformats.org/officeDocument/2006/relationships/font" Target="fonts/Merriweather-boldItalic.fntdata"/><Relationship Id="rId52" Type="http://schemas.openxmlformats.org/officeDocument/2006/relationships/font" Target="fonts/Merriweather-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e62f4c2d7_7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7e62f4c2d7_7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7e62f4c2d7_7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7e62f4c2d7_7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984c6661ab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984c6661ab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7f56acfa9e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7f56acfa9e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7f56acfa9e_3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7f56acfa9e_3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7e62f4c2d7_7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7e62f4c2d7_7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984c6661ab_6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984c6661ab_6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984c6661ab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984c6661ab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984c6661a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984c6661a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564156046e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564156046e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5465e7bc0b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5465e7bc0b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7e71a2606b_3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7e71a2606b_3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9eaf744c29_3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g39eaf744c29_3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9eaf744c29_3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g39eaf744c29_3_2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9864d60d9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9864d60d9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9eaf744c2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g39eaf744c29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6083763cf6_5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6083763cf6_5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7e62f4c2d7_6_8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7e62f4c2d7_6_8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984c6661ab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984c6661ab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7e62f4c2d7_7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7e62f4c2d7_7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p:cSld name="CUSTOM_7">
    <p:bg>
      <p:bgPr>
        <a:solidFill>
          <a:schemeClr val="dk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833000" y="1050513"/>
            <a:ext cx="3248400" cy="2419500"/>
          </a:xfrm>
          <a:prstGeom prst="rect">
            <a:avLst/>
          </a:prstGeom>
        </p:spPr>
        <p:txBody>
          <a:bodyPr anchorCtr="0" anchor="b" bIns="91425" lIns="91425" spcFirstLastPara="1" rIns="91425" wrap="square" tIns="91425">
            <a:noAutofit/>
          </a:bodyPr>
          <a:lstStyle>
            <a:lvl1pPr lvl="0">
              <a:spcBef>
                <a:spcPts val="0"/>
              </a:spcBef>
              <a:spcAft>
                <a:spcPts val="0"/>
              </a:spcAft>
              <a:buClr>
                <a:srgbClr val="FCBF4A"/>
              </a:buClr>
              <a:buSzPts val="3600"/>
              <a:buNone/>
              <a:defRPr b="0" sz="5400">
                <a:latin typeface="Staatliches"/>
                <a:ea typeface="Staatliches"/>
                <a:cs typeface="Staatliches"/>
                <a:sym typeface="Staatliches"/>
              </a:defRPr>
            </a:lvl1pPr>
            <a:lvl2pPr lvl="1" algn="ctr">
              <a:spcBef>
                <a:spcPts val="0"/>
              </a:spcBef>
              <a:spcAft>
                <a:spcPts val="0"/>
              </a:spcAft>
              <a:buClr>
                <a:srgbClr val="FCBF4A"/>
              </a:buClr>
              <a:buSzPts val="5200"/>
              <a:buNone/>
              <a:defRPr sz="5200">
                <a:solidFill>
                  <a:srgbClr val="FCBF4A"/>
                </a:solidFill>
              </a:defRPr>
            </a:lvl2pPr>
            <a:lvl3pPr lvl="2" algn="ctr">
              <a:spcBef>
                <a:spcPts val="0"/>
              </a:spcBef>
              <a:spcAft>
                <a:spcPts val="0"/>
              </a:spcAft>
              <a:buClr>
                <a:srgbClr val="FCBF4A"/>
              </a:buClr>
              <a:buSzPts val="5200"/>
              <a:buNone/>
              <a:defRPr sz="5200">
                <a:solidFill>
                  <a:srgbClr val="FCBF4A"/>
                </a:solidFill>
              </a:defRPr>
            </a:lvl3pPr>
            <a:lvl4pPr lvl="3" algn="ctr">
              <a:spcBef>
                <a:spcPts val="0"/>
              </a:spcBef>
              <a:spcAft>
                <a:spcPts val="0"/>
              </a:spcAft>
              <a:buClr>
                <a:srgbClr val="FCBF4A"/>
              </a:buClr>
              <a:buSzPts val="5200"/>
              <a:buNone/>
              <a:defRPr sz="5200">
                <a:solidFill>
                  <a:srgbClr val="FCBF4A"/>
                </a:solidFill>
              </a:defRPr>
            </a:lvl4pPr>
            <a:lvl5pPr lvl="4" algn="ctr">
              <a:spcBef>
                <a:spcPts val="0"/>
              </a:spcBef>
              <a:spcAft>
                <a:spcPts val="0"/>
              </a:spcAft>
              <a:buClr>
                <a:srgbClr val="FCBF4A"/>
              </a:buClr>
              <a:buSzPts val="5200"/>
              <a:buNone/>
              <a:defRPr sz="5200">
                <a:solidFill>
                  <a:srgbClr val="FCBF4A"/>
                </a:solidFill>
              </a:defRPr>
            </a:lvl5pPr>
            <a:lvl6pPr lvl="5" algn="ctr">
              <a:spcBef>
                <a:spcPts val="0"/>
              </a:spcBef>
              <a:spcAft>
                <a:spcPts val="0"/>
              </a:spcAft>
              <a:buClr>
                <a:srgbClr val="FCBF4A"/>
              </a:buClr>
              <a:buSzPts val="5200"/>
              <a:buNone/>
              <a:defRPr sz="5200">
                <a:solidFill>
                  <a:srgbClr val="FCBF4A"/>
                </a:solidFill>
              </a:defRPr>
            </a:lvl6pPr>
            <a:lvl7pPr lvl="6" algn="ctr">
              <a:spcBef>
                <a:spcPts val="0"/>
              </a:spcBef>
              <a:spcAft>
                <a:spcPts val="0"/>
              </a:spcAft>
              <a:buClr>
                <a:srgbClr val="FCBF4A"/>
              </a:buClr>
              <a:buSzPts val="5200"/>
              <a:buNone/>
              <a:defRPr sz="5200">
                <a:solidFill>
                  <a:srgbClr val="FCBF4A"/>
                </a:solidFill>
              </a:defRPr>
            </a:lvl7pPr>
            <a:lvl8pPr lvl="7" algn="ctr">
              <a:spcBef>
                <a:spcPts val="0"/>
              </a:spcBef>
              <a:spcAft>
                <a:spcPts val="0"/>
              </a:spcAft>
              <a:buClr>
                <a:srgbClr val="FCBF4A"/>
              </a:buClr>
              <a:buSzPts val="5200"/>
              <a:buNone/>
              <a:defRPr sz="5200">
                <a:solidFill>
                  <a:srgbClr val="FCBF4A"/>
                </a:solidFill>
              </a:defRPr>
            </a:lvl8pPr>
            <a:lvl9pPr lvl="8" algn="ctr">
              <a:spcBef>
                <a:spcPts val="0"/>
              </a:spcBef>
              <a:spcAft>
                <a:spcPts val="0"/>
              </a:spcAft>
              <a:buClr>
                <a:srgbClr val="FCBF4A"/>
              </a:buClr>
              <a:buSzPts val="5200"/>
              <a:buNone/>
              <a:defRPr sz="5200">
                <a:solidFill>
                  <a:srgbClr val="FCBF4A"/>
                </a:solidFill>
              </a:defRPr>
            </a:lvl9pPr>
          </a:lstStyle>
          <a:p/>
        </p:txBody>
      </p:sp>
      <p:sp>
        <p:nvSpPr>
          <p:cNvPr id="10" name="Google Shape;10;p2"/>
          <p:cNvSpPr txBox="1"/>
          <p:nvPr>
            <p:ph idx="1" type="subTitle"/>
          </p:nvPr>
        </p:nvSpPr>
        <p:spPr>
          <a:xfrm>
            <a:off x="833000" y="3299563"/>
            <a:ext cx="3326700" cy="32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CBF4A"/>
              </a:buClr>
              <a:buSzPts val="1400"/>
              <a:buNone/>
              <a:defRPr>
                <a:latin typeface="Anaheim"/>
                <a:ea typeface="Anaheim"/>
                <a:cs typeface="Anaheim"/>
                <a:sym typeface="Anaheim"/>
              </a:defRPr>
            </a:lvl1pPr>
            <a:lvl2pPr lvl="1"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2pPr>
            <a:lvl3pPr lvl="2"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3pPr>
            <a:lvl4pPr lvl="3"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4pPr>
            <a:lvl5pPr lvl="4"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5pPr>
            <a:lvl6pPr lvl="5"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6pPr>
            <a:lvl7pPr lvl="6"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7pPr>
            <a:lvl8pPr lvl="7"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8pPr>
            <a:lvl9pPr lvl="8"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p:cSld name="CUSTOM_7_1">
    <p:bg>
      <p:bgPr>
        <a:solidFill>
          <a:schemeClr val="dk1"/>
        </a:solidFill>
      </p:bgPr>
    </p:bg>
    <p:spTree>
      <p:nvGrpSpPr>
        <p:cNvPr id="11" name="Shape 11"/>
        <p:cNvGrpSpPr/>
        <p:nvPr/>
      </p:nvGrpSpPr>
      <p:grpSpPr>
        <a:xfrm>
          <a:off x="0" y="0"/>
          <a:ext cx="0" cy="0"/>
          <a:chOff x="0" y="0"/>
          <a:chExt cx="0" cy="0"/>
        </a:xfrm>
      </p:grpSpPr>
      <p:sp>
        <p:nvSpPr>
          <p:cNvPr id="12" name="Google Shape;12;p3"/>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idx="1" type="subTitle"/>
          </p:nvPr>
        </p:nvSpPr>
        <p:spPr>
          <a:xfrm flipH="1">
            <a:off x="889350" y="1030050"/>
            <a:ext cx="7409100" cy="2884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000"/>
              <a:buFont typeface="Josefin Slab"/>
              <a:buAutoNum type="arabicPeriod"/>
              <a:defRPr sz="1100">
                <a:latin typeface="Anaheim"/>
                <a:ea typeface="Anaheim"/>
                <a:cs typeface="Anaheim"/>
                <a:sym typeface="Anaheim"/>
              </a:defRPr>
            </a:lvl1pPr>
            <a:lvl2pPr lvl="1" algn="ctr">
              <a:lnSpc>
                <a:spcPct val="100000"/>
              </a:lnSpc>
              <a:spcBef>
                <a:spcPts val="0"/>
              </a:spcBef>
              <a:spcAft>
                <a:spcPts val="0"/>
              </a:spcAft>
              <a:buSzPts val="1400"/>
              <a:buFont typeface="Josefin Slab SemiBold"/>
              <a:buAutoNum type="alphaLcPeriod"/>
              <a:defRPr sz="1400">
                <a:latin typeface="Josefin Slab"/>
                <a:ea typeface="Josefin Slab"/>
                <a:cs typeface="Josefin Slab"/>
                <a:sym typeface="Josefin Slab"/>
              </a:defRPr>
            </a:lvl2pPr>
            <a:lvl3pPr lvl="2" algn="ctr">
              <a:lnSpc>
                <a:spcPct val="100000"/>
              </a:lnSpc>
              <a:spcBef>
                <a:spcPts val="0"/>
              </a:spcBef>
              <a:spcAft>
                <a:spcPts val="0"/>
              </a:spcAft>
              <a:buSzPts val="1400"/>
              <a:buFont typeface="Josefin Slab SemiBold"/>
              <a:buAutoNum type="romanLcPeriod"/>
              <a:defRPr sz="1400">
                <a:latin typeface="Josefin Slab"/>
                <a:ea typeface="Josefin Slab"/>
                <a:cs typeface="Josefin Slab"/>
                <a:sym typeface="Josefin Slab"/>
              </a:defRPr>
            </a:lvl3pPr>
            <a:lvl4pPr lvl="3" algn="ctr">
              <a:lnSpc>
                <a:spcPct val="100000"/>
              </a:lnSpc>
              <a:spcBef>
                <a:spcPts val="0"/>
              </a:spcBef>
              <a:spcAft>
                <a:spcPts val="0"/>
              </a:spcAft>
              <a:buSzPts val="1400"/>
              <a:buFont typeface="Josefin Slab SemiBold"/>
              <a:buAutoNum type="arabicPeriod"/>
              <a:defRPr sz="1400">
                <a:latin typeface="Josefin Slab"/>
                <a:ea typeface="Josefin Slab"/>
                <a:cs typeface="Josefin Slab"/>
                <a:sym typeface="Josefin Slab"/>
              </a:defRPr>
            </a:lvl4pPr>
            <a:lvl5pPr lvl="4" algn="ctr">
              <a:lnSpc>
                <a:spcPct val="100000"/>
              </a:lnSpc>
              <a:spcBef>
                <a:spcPts val="0"/>
              </a:spcBef>
              <a:spcAft>
                <a:spcPts val="0"/>
              </a:spcAft>
              <a:buSzPts val="1400"/>
              <a:buFont typeface="Josefin Slab SemiBold"/>
              <a:buAutoNum type="alphaLcPeriod"/>
              <a:defRPr sz="1400">
                <a:latin typeface="Josefin Slab"/>
                <a:ea typeface="Josefin Slab"/>
                <a:cs typeface="Josefin Slab"/>
                <a:sym typeface="Josefin Slab"/>
              </a:defRPr>
            </a:lvl5pPr>
            <a:lvl6pPr lvl="5" algn="ctr">
              <a:lnSpc>
                <a:spcPct val="100000"/>
              </a:lnSpc>
              <a:spcBef>
                <a:spcPts val="0"/>
              </a:spcBef>
              <a:spcAft>
                <a:spcPts val="0"/>
              </a:spcAft>
              <a:buSzPts val="1400"/>
              <a:buFont typeface="Josefin Slab SemiBold"/>
              <a:buAutoNum type="romanLcPeriod"/>
              <a:defRPr sz="1400">
                <a:latin typeface="Josefin Slab"/>
                <a:ea typeface="Josefin Slab"/>
                <a:cs typeface="Josefin Slab"/>
                <a:sym typeface="Josefin Slab"/>
              </a:defRPr>
            </a:lvl6pPr>
            <a:lvl7pPr lvl="6" algn="ctr">
              <a:lnSpc>
                <a:spcPct val="100000"/>
              </a:lnSpc>
              <a:spcBef>
                <a:spcPts val="0"/>
              </a:spcBef>
              <a:spcAft>
                <a:spcPts val="0"/>
              </a:spcAft>
              <a:buSzPts val="1400"/>
              <a:buFont typeface="Josefin Slab SemiBold"/>
              <a:buAutoNum type="arabicPeriod"/>
              <a:defRPr sz="1400">
                <a:latin typeface="Josefin Slab"/>
                <a:ea typeface="Josefin Slab"/>
                <a:cs typeface="Josefin Slab"/>
                <a:sym typeface="Josefin Slab"/>
              </a:defRPr>
            </a:lvl7pPr>
            <a:lvl8pPr lvl="7" algn="ctr">
              <a:lnSpc>
                <a:spcPct val="100000"/>
              </a:lnSpc>
              <a:spcBef>
                <a:spcPts val="0"/>
              </a:spcBef>
              <a:spcAft>
                <a:spcPts val="0"/>
              </a:spcAft>
              <a:buSzPts val="1400"/>
              <a:buFont typeface="Josefin Slab SemiBold"/>
              <a:buAutoNum type="alphaLcPeriod"/>
              <a:defRPr sz="1400">
                <a:latin typeface="Josefin Slab"/>
                <a:ea typeface="Josefin Slab"/>
                <a:cs typeface="Josefin Slab"/>
                <a:sym typeface="Josefin Slab"/>
              </a:defRPr>
            </a:lvl8pPr>
            <a:lvl9pPr lvl="8" algn="ctr">
              <a:lnSpc>
                <a:spcPct val="100000"/>
              </a:lnSpc>
              <a:spcBef>
                <a:spcPts val="0"/>
              </a:spcBef>
              <a:spcAft>
                <a:spcPts val="0"/>
              </a:spcAft>
              <a:buSzPts val="1400"/>
              <a:buFont typeface="Josefin Slab SemiBold"/>
              <a:buAutoNum type="romanLcPeriod"/>
              <a:defRPr sz="1400">
                <a:latin typeface="Josefin Slab"/>
                <a:ea typeface="Josefin Slab"/>
                <a:cs typeface="Josefin Slab"/>
                <a:sym typeface="Josefin Slab"/>
              </a:defRPr>
            </a:lvl9pPr>
          </a:lstStyle>
          <a:p/>
        </p:txBody>
      </p:sp>
      <p:sp>
        <p:nvSpPr>
          <p:cNvPr id="15" name="Google Shape;15;p3"/>
          <p:cNvSpPr txBox="1"/>
          <p:nvPr>
            <p:ph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4">
    <p:bg>
      <p:bgPr>
        <a:solidFill>
          <a:schemeClr val="dk1"/>
        </a:solidFill>
      </p:bgPr>
    </p:bg>
    <p:spTree>
      <p:nvGrpSpPr>
        <p:cNvPr id="16" name="Shape 16"/>
        <p:cNvGrpSpPr/>
        <p:nvPr/>
      </p:nvGrpSpPr>
      <p:grpSpPr>
        <a:xfrm>
          <a:off x="0" y="0"/>
          <a:ext cx="0" cy="0"/>
          <a:chOff x="0" y="0"/>
          <a:chExt cx="0" cy="0"/>
        </a:xfrm>
      </p:grpSpPr>
      <p:sp>
        <p:nvSpPr>
          <p:cNvPr id="17" name="Google Shape;17;p4"/>
          <p:cNvSpPr txBox="1"/>
          <p:nvPr>
            <p:ph type="ctrTitle"/>
          </p:nvPr>
        </p:nvSpPr>
        <p:spPr>
          <a:xfrm>
            <a:off x="3782800" y="1657625"/>
            <a:ext cx="2127300" cy="320400"/>
          </a:xfrm>
          <a:prstGeom prst="rect">
            <a:avLst/>
          </a:prstGeom>
        </p:spPr>
        <p:txBody>
          <a:bodyPr anchorCtr="0" anchor="b" bIns="91425" lIns="91425" spcFirstLastPara="1" rIns="91425" wrap="square" tIns="91425">
            <a:no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chemeClr val="dk1"/>
              </a:buClr>
              <a:buSzPts val="1200"/>
              <a:buNone/>
              <a:defRPr b="0" sz="1200">
                <a:solidFill>
                  <a:schemeClr val="dk1"/>
                </a:solidFill>
              </a:defRPr>
            </a:lvl2pPr>
            <a:lvl3pPr lvl="2">
              <a:spcBef>
                <a:spcPts val="0"/>
              </a:spcBef>
              <a:spcAft>
                <a:spcPts val="0"/>
              </a:spcAft>
              <a:buClr>
                <a:schemeClr val="dk1"/>
              </a:buClr>
              <a:buSzPts val="1200"/>
              <a:buNone/>
              <a:defRPr b="0" sz="1200">
                <a:solidFill>
                  <a:schemeClr val="dk1"/>
                </a:solidFill>
              </a:defRPr>
            </a:lvl3pPr>
            <a:lvl4pPr lvl="3">
              <a:spcBef>
                <a:spcPts val="0"/>
              </a:spcBef>
              <a:spcAft>
                <a:spcPts val="0"/>
              </a:spcAft>
              <a:buClr>
                <a:schemeClr val="dk1"/>
              </a:buClr>
              <a:buSzPts val="1200"/>
              <a:buNone/>
              <a:defRPr b="0" sz="1200">
                <a:solidFill>
                  <a:schemeClr val="dk1"/>
                </a:solidFill>
              </a:defRPr>
            </a:lvl4pPr>
            <a:lvl5pPr lvl="4">
              <a:spcBef>
                <a:spcPts val="0"/>
              </a:spcBef>
              <a:spcAft>
                <a:spcPts val="0"/>
              </a:spcAft>
              <a:buClr>
                <a:schemeClr val="dk1"/>
              </a:buClr>
              <a:buSzPts val="1200"/>
              <a:buNone/>
              <a:defRPr b="0" sz="1200">
                <a:solidFill>
                  <a:schemeClr val="dk1"/>
                </a:solidFill>
              </a:defRPr>
            </a:lvl5pPr>
            <a:lvl6pPr lvl="5">
              <a:spcBef>
                <a:spcPts val="0"/>
              </a:spcBef>
              <a:spcAft>
                <a:spcPts val="0"/>
              </a:spcAft>
              <a:buClr>
                <a:schemeClr val="dk1"/>
              </a:buClr>
              <a:buSzPts val="1200"/>
              <a:buNone/>
              <a:defRPr b="0" sz="1200">
                <a:solidFill>
                  <a:schemeClr val="dk1"/>
                </a:solidFill>
              </a:defRPr>
            </a:lvl6pPr>
            <a:lvl7pPr lvl="6">
              <a:spcBef>
                <a:spcPts val="0"/>
              </a:spcBef>
              <a:spcAft>
                <a:spcPts val="0"/>
              </a:spcAft>
              <a:buClr>
                <a:schemeClr val="dk1"/>
              </a:buClr>
              <a:buSzPts val="1200"/>
              <a:buNone/>
              <a:defRPr b="0" sz="1200">
                <a:solidFill>
                  <a:schemeClr val="dk1"/>
                </a:solidFill>
              </a:defRPr>
            </a:lvl7pPr>
            <a:lvl8pPr lvl="7">
              <a:spcBef>
                <a:spcPts val="0"/>
              </a:spcBef>
              <a:spcAft>
                <a:spcPts val="0"/>
              </a:spcAft>
              <a:buClr>
                <a:schemeClr val="dk1"/>
              </a:buClr>
              <a:buSzPts val="1200"/>
              <a:buNone/>
              <a:defRPr b="0" sz="1200">
                <a:solidFill>
                  <a:schemeClr val="dk1"/>
                </a:solidFill>
              </a:defRPr>
            </a:lvl8pPr>
            <a:lvl9pPr lvl="8">
              <a:spcBef>
                <a:spcPts val="0"/>
              </a:spcBef>
              <a:spcAft>
                <a:spcPts val="0"/>
              </a:spcAft>
              <a:buClr>
                <a:schemeClr val="dk1"/>
              </a:buClr>
              <a:buSzPts val="1200"/>
              <a:buNone/>
              <a:defRPr b="0" sz="1200">
                <a:solidFill>
                  <a:schemeClr val="dk1"/>
                </a:solidFill>
              </a:defRPr>
            </a:lvl9pPr>
          </a:lstStyle>
          <a:p/>
        </p:txBody>
      </p:sp>
      <p:sp>
        <p:nvSpPr>
          <p:cNvPr id="18" name="Google Shape;18;p4"/>
          <p:cNvSpPr txBox="1"/>
          <p:nvPr>
            <p:ph idx="2" type="ctrTitle"/>
          </p:nvPr>
        </p:nvSpPr>
        <p:spPr>
          <a:xfrm>
            <a:off x="3782800" y="3482450"/>
            <a:ext cx="2309400" cy="320400"/>
          </a:xfrm>
          <a:prstGeom prst="rect">
            <a:avLst/>
          </a:prstGeom>
        </p:spPr>
        <p:txBody>
          <a:bodyPr anchorCtr="0" anchor="b" bIns="91425" lIns="91425" spcFirstLastPara="1" rIns="91425" wrap="square" tIns="91425">
            <a:no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chemeClr val="dk1"/>
              </a:buClr>
              <a:buSzPts val="1200"/>
              <a:buNone/>
              <a:defRPr b="0" sz="1200">
                <a:solidFill>
                  <a:schemeClr val="dk1"/>
                </a:solidFill>
              </a:defRPr>
            </a:lvl2pPr>
            <a:lvl3pPr lvl="2">
              <a:spcBef>
                <a:spcPts val="0"/>
              </a:spcBef>
              <a:spcAft>
                <a:spcPts val="0"/>
              </a:spcAft>
              <a:buClr>
                <a:schemeClr val="dk1"/>
              </a:buClr>
              <a:buSzPts val="1200"/>
              <a:buNone/>
              <a:defRPr b="0" sz="1200">
                <a:solidFill>
                  <a:schemeClr val="dk1"/>
                </a:solidFill>
              </a:defRPr>
            </a:lvl3pPr>
            <a:lvl4pPr lvl="3">
              <a:spcBef>
                <a:spcPts val="0"/>
              </a:spcBef>
              <a:spcAft>
                <a:spcPts val="0"/>
              </a:spcAft>
              <a:buClr>
                <a:schemeClr val="dk1"/>
              </a:buClr>
              <a:buSzPts val="1200"/>
              <a:buNone/>
              <a:defRPr b="0" sz="1200">
                <a:solidFill>
                  <a:schemeClr val="dk1"/>
                </a:solidFill>
              </a:defRPr>
            </a:lvl4pPr>
            <a:lvl5pPr lvl="4">
              <a:spcBef>
                <a:spcPts val="0"/>
              </a:spcBef>
              <a:spcAft>
                <a:spcPts val="0"/>
              </a:spcAft>
              <a:buClr>
                <a:schemeClr val="dk1"/>
              </a:buClr>
              <a:buSzPts val="1200"/>
              <a:buNone/>
              <a:defRPr b="0" sz="1200">
                <a:solidFill>
                  <a:schemeClr val="dk1"/>
                </a:solidFill>
              </a:defRPr>
            </a:lvl5pPr>
            <a:lvl6pPr lvl="5">
              <a:spcBef>
                <a:spcPts val="0"/>
              </a:spcBef>
              <a:spcAft>
                <a:spcPts val="0"/>
              </a:spcAft>
              <a:buClr>
                <a:schemeClr val="dk1"/>
              </a:buClr>
              <a:buSzPts val="1200"/>
              <a:buNone/>
              <a:defRPr b="0" sz="1200">
                <a:solidFill>
                  <a:schemeClr val="dk1"/>
                </a:solidFill>
              </a:defRPr>
            </a:lvl6pPr>
            <a:lvl7pPr lvl="6">
              <a:spcBef>
                <a:spcPts val="0"/>
              </a:spcBef>
              <a:spcAft>
                <a:spcPts val="0"/>
              </a:spcAft>
              <a:buClr>
                <a:schemeClr val="dk1"/>
              </a:buClr>
              <a:buSzPts val="1200"/>
              <a:buNone/>
              <a:defRPr b="0" sz="1200">
                <a:solidFill>
                  <a:schemeClr val="dk1"/>
                </a:solidFill>
              </a:defRPr>
            </a:lvl7pPr>
            <a:lvl8pPr lvl="7">
              <a:spcBef>
                <a:spcPts val="0"/>
              </a:spcBef>
              <a:spcAft>
                <a:spcPts val="0"/>
              </a:spcAft>
              <a:buClr>
                <a:schemeClr val="dk1"/>
              </a:buClr>
              <a:buSzPts val="1200"/>
              <a:buNone/>
              <a:defRPr b="0" sz="1200">
                <a:solidFill>
                  <a:schemeClr val="dk1"/>
                </a:solidFill>
              </a:defRPr>
            </a:lvl8pPr>
            <a:lvl9pPr lvl="8">
              <a:spcBef>
                <a:spcPts val="0"/>
              </a:spcBef>
              <a:spcAft>
                <a:spcPts val="0"/>
              </a:spcAft>
              <a:buClr>
                <a:schemeClr val="dk1"/>
              </a:buClr>
              <a:buSzPts val="1200"/>
              <a:buNone/>
              <a:defRPr b="0" sz="1200">
                <a:solidFill>
                  <a:schemeClr val="dk1"/>
                </a:solidFill>
              </a:defRPr>
            </a:lvl9pPr>
          </a:lstStyle>
          <a:p/>
        </p:txBody>
      </p:sp>
      <p:sp>
        <p:nvSpPr>
          <p:cNvPr id="19" name="Google Shape;19;p4"/>
          <p:cNvSpPr txBox="1"/>
          <p:nvPr>
            <p:ph idx="3" type="ctrTitle"/>
          </p:nvPr>
        </p:nvSpPr>
        <p:spPr>
          <a:xfrm>
            <a:off x="6235575" y="1657625"/>
            <a:ext cx="2253600" cy="320400"/>
          </a:xfrm>
          <a:prstGeom prst="rect">
            <a:avLst/>
          </a:prstGeom>
        </p:spPr>
        <p:txBody>
          <a:bodyPr anchorCtr="0" anchor="b" bIns="91425" lIns="91425" spcFirstLastPara="1" rIns="91425" wrap="square" tIns="91425">
            <a:no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chemeClr val="dk1"/>
              </a:buClr>
              <a:buSzPts val="1200"/>
              <a:buNone/>
              <a:defRPr b="0" sz="1200">
                <a:solidFill>
                  <a:schemeClr val="dk1"/>
                </a:solidFill>
              </a:defRPr>
            </a:lvl2pPr>
            <a:lvl3pPr lvl="2">
              <a:spcBef>
                <a:spcPts val="0"/>
              </a:spcBef>
              <a:spcAft>
                <a:spcPts val="0"/>
              </a:spcAft>
              <a:buClr>
                <a:schemeClr val="dk1"/>
              </a:buClr>
              <a:buSzPts val="1200"/>
              <a:buNone/>
              <a:defRPr b="0" sz="1200">
                <a:solidFill>
                  <a:schemeClr val="dk1"/>
                </a:solidFill>
              </a:defRPr>
            </a:lvl3pPr>
            <a:lvl4pPr lvl="3">
              <a:spcBef>
                <a:spcPts val="0"/>
              </a:spcBef>
              <a:spcAft>
                <a:spcPts val="0"/>
              </a:spcAft>
              <a:buClr>
                <a:schemeClr val="dk1"/>
              </a:buClr>
              <a:buSzPts val="1200"/>
              <a:buNone/>
              <a:defRPr b="0" sz="1200">
                <a:solidFill>
                  <a:schemeClr val="dk1"/>
                </a:solidFill>
              </a:defRPr>
            </a:lvl4pPr>
            <a:lvl5pPr lvl="4">
              <a:spcBef>
                <a:spcPts val="0"/>
              </a:spcBef>
              <a:spcAft>
                <a:spcPts val="0"/>
              </a:spcAft>
              <a:buClr>
                <a:schemeClr val="dk1"/>
              </a:buClr>
              <a:buSzPts val="1200"/>
              <a:buNone/>
              <a:defRPr b="0" sz="1200">
                <a:solidFill>
                  <a:schemeClr val="dk1"/>
                </a:solidFill>
              </a:defRPr>
            </a:lvl5pPr>
            <a:lvl6pPr lvl="5">
              <a:spcBef>
                <a:spcPts val="0"/>
              </a:spcBef>
              <a:spcAft>
                <a:spcPts val="0"/>
              </a:spcAft>
              <a:buClr>
                <a:schemeClr val="dk1"/>
              </a:buClr>
              <a:buSzPts val="1200"/>
              <a:buNone/>
              <a:defRPr b="0" sz="1200">
                <a:solidFill>
                  <a:schemeClr val="dk1"/>
                </a:solidFill>
              </a:defRPr>
            </a:lvl6pPr>
            <a:lvl7pPr lvl="6">
              <a:spcBef>
                <a:spcPts val="0"/>
              </a:spcBef>
              <a:spcAft>
                <a:spcPts val="0"/>
              </a:spcAft>
              <a:buClr>
                <a:schemeClr val="dk1"/>
              </a:buClr>
              <a:buSzPts val="1200"/>
              <a:buNone/>
              <a:defRPr b="0" sz="1200">
                <a:solidFill>
                  <a:schemeClr val="dk1"/>
                </a:solidFill>
              </a:defRPr>
            </a:lvl7pPr>
            <a:lvl8pPr lvl="7">
              <a:spcBef>
                <a:spcPts val="0"/>
              </a:spcBef>
              <a:spcAft>
                <a:spcPts val="0"/>
              </a:spcAft>
              <a:buClr>
                <a:schemeClr val="dk1"/>
              </a:buClr>
              <a:buSzPts val="1200"/>
              <a:buNone/>
              <a:defRPr b="0" sz="1200">
                <a:solidFill>
                  <a:schemeClr val="dk1"/>
                </a:solidFill>
              </a:defRPr>
            </a:lvl8pPr>
            <a:lvl9pPr lvl="8">
              <a:spcBef>
                <a:spcPts val="0"/>
              </a:spcBef>
              <a:spcAft>
                <a:spcPts val="0"/>
              </a:spcAft>
              <a:buClr>
                <a:schemeClr val="dk1"/>
              </a:buClr>
              <a:buSzPts val="1200"/>
              <a:buNone/>
              <a:defRPr b="0" sz="1200">
                <a:solidFill>
                  <a:schemeClr val="dk1"/>
                </a:solidFill>
              </a:defRPr>
            </a:lvl9pPr>
          </a:lstStyle>
          <a:p/>
        </p:txBody>
      </p:sp>
      <p:sp>
        <p:nvSpPr>
          <p:cNvPr id="20" name="Google Shape;20;p4"/>
          <p:cNvSpPr txBox="1"/>
          <p:nvPr>
            <p:ph idx="4" type="ctrTitle"/>
          </p:nvPr>
        </p:nvSpPr>
        <p:spPr>
          <a:xfrm>
            <a:off x="6235575" y="3482450"/>
            <a:ext cx="2253600" cy="320400"/>
          </a:xfrm>
          <a:prstGeom prst="rect">
            <a:avLst/>
          </a:prstGeom>
        </p:spPr>
        <p:txBody>
          <a:bodyPr anchorCtr="0" anchor="b" bIns="91425" lIns="91425" spcFirstLastPara="1" rIns="91425" wrap="square" tIns="91425">
            <a:noAutofit/>
          </a:bodyPr>
          <a:lstStyle>
            <a:lvl1pPr lvl="0">
              <a:spcBef>
                <a:spcPts val="0"/>
              </a:spcBef>
              <a:spcAft>
                <a:spcPts val="0"/>
              </a:spcAft>
              <a:buClr>
                <a:srgbClr val="F3F3F3"/>
              </a:buClr>
              <a:buSzPts val="1200"/>
              <a:buNone/>
              <a:defRPr b="0" sz="2400">
                <a:latin typeface="Staatliches"/>
                <a:ea typeface="Staatliches"/>
                <a:cs typeface="Staatliches"/>
                <a:sym typeface="Staatliches"/>
              </a:defRPr>
            </a:lvl1pPr>
            <a:lvl2pPr lvl="1">
              <a:spcBef>
                <a:spcPts val="0"/>
              </a:spcBef>
              <a:spcAft>
                <a:spcPts val="0"/>
              </a:spcAft>
              <a:buClr>
                <a:schemeClr val="dk1"/>
              </a:buClr>
              <a:buSzPts val="1200"/>
              <a:buNone/>
              <a:defRPr b="0" sz="1200">
                <a:solidFill>
                  <a:schemeClr val="dk1"/>
                </a:solidFill>
              </a:defRPr>
            </a:lvl2pPr>
            <a:lvl3pPr lvl="2">
              <a:spcBef>
                <a:spcPts val="0"/>
              </a:spcBef>
              <a:spcAft>
                <a:spcPts val="0"/>
              </a:spcAft>
              <a:buClr>
                <a:schemeClr val="dk1"/>
              </a:buClr>
              <a:buSzPts val="1200"/>
              <a:buNone/>
              <a:defRPr b="0" sz="1200">
                <a:solidFill>
                  <a:schemeClr val="dk1"/>
                </a:solidFill>
              </a:defRPr>
            </a:lvl3pPr>
            <a:lvl4pPr lvl="3">
              <a:spcBef>
                <a:spcPts val="0"/>
              </a:spcBef>
              <a:spcAft>
                <a:spcPts val="0"/>
              </a:spcAft>
              <a:buClr>
                <a:schemeClr val="dk1"/>
              </a:buClr>
              <a:buSzPts val="1200"/>
              <a:buNone/>
              <a:defRPr b="0" sz="1200">
                <a:solidFill>
                  <a:schemeClr val="dk1"/>
                </a:solidFill>
              </a:defRPr>
            </a:lvl4pPr>
            <a:lvl5pPr lvl="4">
              <a:spcBef>
                <a:spcPts val="0"/>
              </a:spcBef>
              <a:spcAft>
                <a:spcPts val="0"/>
              </a:spcAft>
              <a:buClr>
                <a:schemeClr val="dk1"/>
              </a:buClr>
              <a:buSzPts val="1200"/>
              <a:buNone/>
              <a:defRPr b="0" sz="1200">
                <a:solidFill>
                  <a:schemeClr val="dk1"/>
                </a:solidFill>
              </a:defRPr>
            </a:lvl5pPr>
            <a:lvl6pPr lvl="5">
              <a:spcBef>
                <a:spcPts val="0"/>
              </a:spcBef>
              <a:spcAft>
                <a:spcPts val="0"/>
              </a:spcAft>
              <a:buClr>
                <a:schemeClr val="dk1"/>
              </a:buClr>
              <a:buSzPts val="1200"/>
              <a:buNone/>
              <a:defRPr b="0" sz="1200">
                <a:solidFill>
                  <a:schemeClr val="dk1"/>
                </a:solidFill>
              </a:defRPr>
            </a:lvl6pPr>
            <a:lvl7pPr lvl="6">
              <a:spcBef>
                <a:spcPts val="0"/>
              </a:spcBef>
              <a:spcAft>
                <a:spcPts val="0"/>
              </a:spcAft>
              <a:buClr>
                <a:schemeClr val="dk1"/>
              </a:buClr>
              <a:buSzPts val="1200"/>
              <a:buNone/>
              <a:defRPr b="0" sz="1200">
                <a:solidFill>
                  <a:schemeClr val="dk1"/>
                </a:solidFill>
              </a:defRPr>
            </a:lvl7pPr>
            <a:lvl8pPr lvl="7">
              <a:spcBef>
                <a:spcPts val="0"/>
              </a:spcBef>
              <a:spcAft>
                <a:spcPts val="0"/>
              </a:spcAft>
              <a:buClr>
                <a:schemeClr val="dk1"/>
              </a:buClr>
              <a:buSzPts val="1200"/>
              <a:buNone/>
              <a:defRPr b="0" sz="1200">
                <a:solidFill>
                  <a:schemeClr val="dk1"/>
                </a:solidFill>
              </a:defRPr>
            </a:lvl8pPr>
            <a:lvl9pPr lvl="8">
              <a:spcBef>
                <a:spcPts val="0"/>
              </a:spcBef>
              <a:spcAft>
                <a:spcPts val="0"/>
              </a:spcAft>
              <a:buClr>
                <a:schemeClr val="dk1"/>
              </a:buClr>
              <a:buSzPts val="1200"/>
              <a:buNone/>
              <a:defRPr b="0" sz="1200">
                <a:solidFill>
                  <a:schemeClr val="dk1"/>
                </a:solidFill>
              </a:defRPr>
            </a:lvl9pPr>
          </a:lstStyle>
          <a:p/>
        </p:txBody>
      </p:sp>
      <p:sp>
        <p:nvSpPr>
          <p:cNvPr id="21" name="Google Shape;21;p4"/>
          <p:cNvSpPr txBox="1"/>
          <p:nvPr>
            <p:ph idx="1" type="subTitle"/>
          </p:nvPr>
        </p:nvSpPr>
        <p:spPr>
          <a:xfrm>
            <a:off x="3782800" y="1837203"/>
            <a:ext cx="1899900" cy="50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3F3F3"/>
              </a:buClr>
              <a:buSzPts val="1000"/>
              <a:buNone/>
              <a:defRPr/>
            </a:lvl1pPr>
            <a:lvl2pPr lvl="1">
              <a:lnSpc>
                <a:spcPct val="100000"/>
              </a:lnSpc>
              <a:spcBef>
                <a:spcPts val="0"/>
              </a:spcBef>
              <a:spcAft>
                <a:spcPts val="0"/>
              </a:spcAft>
              <a:buClr>
                <a:schemeClr val="dk1"/>
              </a:buClr>
              <a:buSzPts val="1000"/>
              <a:buNone/>
              <a:defRPr sz="1000">
                <a:solidFill>
                  <a:schemeClr val="dk1"/>
                </a:solidFill>
              </a:defRPr>
            </a:lvl2pPr>
            <a:lvl3pPr lvl="2">
              <a:lnSpc>
                <a:spcPct val="100000"/>
              </a:lnSpc>
              <a:spcBef>
                <a:spcPts val="0"/>
              </a:spcBef>
              <a:spcAft>
                <a:spcPts val="0"/>
              </a:spcAft>
              <a:buClr>
                <a:schemeClr val="dk1"/>
              </a:buClr>
              <a:buSzPts val="1000"/>
              <a:buNone/>
              <a:defRPr sz="1000">
                <a:solidFill>
                  <a:schemeClr val="dk1"/>
                </a:solidFill>
              </a:defRPr>
            </a:lvl3pPr>
            <a:lvl4pPr lvl="3">
              <a:lnSpc>
                <a:spcPct val="100000"/>
              </a:lnSpc>
              <a:spcBef>
                <a:spcPts val="0"/>
              </a:spcBef>
              <a:spcAft>
                <a:spcPts val="0"/>
              </a:spcAft>
              <a:buClr>
                <a:schemeClr val="dk1"/>
              </a:buClr>
              <a:buSzPts val="1000"/>
              <a:buNone/>
              <a:defRPr sz="1000">
                <a:solidFill>
                  <a:schemeClr val="dk1"/>
                </a:solidFill>
              </a:defRPr>
            </a:lvl4pPr>
            <a:lvl5pPr lvl="4">
              <a:lnSpc>
                <a:spcPct val="100000"/>
              </a:lnSpc>
              <a:spcBef>
                <a:spcPts val="0"/>
              </a:spcBef>
              <a:spcAft>
                <a:spcPts val="0"/>
              </a:spcAft>
              <a:buClr>
                <a:schemeClr val="dk1"/>
              </a:buClr>
              <a:buSzPts val="1000"/>
              <a:buNone/>
              <a:defRPr sz="1000">
                <a:solidFill>
                  <a:schemeClr val="dk1"/>
                </a:solidFill>
              </a:defRPr>
            </a:lvl5pPr>
            <a:lvl6pPr lvl="5">
              <a:lnSpc>
                <a:spcPct val="100000"/>
              </a:lnSpc>
              <a:spcBef>
                <a:spcPts val="0"/>
              </a:spcBef>
              <a:spcAft>
                <a:spcPts val="0"/>
              </a:spcAft>
              <a:buClr>
                <a:schemeClr val="dk1"/>
              </a:buClr>
              <a:buSzPts val="1000"/>
              <a:buNone/>
              <a:defRPr sz="1000">
                <a:solidFill>
                  <a:schemeClr val="dk1"/>
                </a:solidFill>
              </a:defRPr>
            </a:lvl6pPr>
            <a:lvl7pPr lvl="6">
              <a:lnSpc>
                <a:spcPct val="100000"/>
              </a:lnSpc>
              <a:spcBef>
                <a:spcPts val="0"/>
              </a:spcBef>
              <a:spcAft>
                <a:spcPts val="0"/>
              </a:spcAft>
              <a:buClr>
                <a:schemeClr val="dk1"/>
              </a:buClr>
              <a:buSzPts val="1000"/>
              <a:buNone/>
              <a:defRPr sz="1000">
                <a:solidFill>
                  <a:schemeClr val="dk1"/>
                </a:solidFill>
              </a:defRPr>
            </a:lvl7pPr>
            <a:lvl8pPr lvl="7">
              <a:lnSpc>
                <a:spcPct val="100000"/>
              </a:lnSpc>
              <a:spcBef>
                <a:spcPts val="0"/>
              </a:spcBef>
              <a:spcAft>
                <a:spcPts val="0"/>
              </a:spcAft>
              <a:buClr>
                <a:schemeClr val="dk1"/>
              </a:buClr>
              <a:buSzPts val="1000"/>
              <a:buNone/>
              <a:defRPr sz="1000">
                <a:solidFill>
                  <a:schemeClr val="dk1"/>
                </a:solidFill>
              </a:defRPr>
            </a:lvl8pPr>
            <a:lvl9pPr lvl="8">
              <a:lnSpc>
                <a:spcPct val="100000"/>
              </a:lnSpc>
              <a:spcBef>
                <a:spcPts val="0"/>
              </a:spcBef>
              <a:spcAft>
                <a:spcPts val="0"/>
              </a:spcAft>
              <a:buClr>
                <a:schemeClr val="dk1"/>
              </a:buClr>
              <a:buSzPts val="1000"/>
              <a:buNone/>
              <a:defRPr sz="1000">
                <a:solidFill>
                  <a:schemeClr val="dk1"/>
                </a:solidFill>
              </a:defRPr>
            </a:lvl9pPr>
          </a:lstStyle>
          <a:p/>
        </p:txBody>
      </p:sp>
      <p:sp>
        <p:nvSpPr>
          <p:cNvPr id="22" name="Google Shape;22;p4"/>
          <p:cNvSpPr txBox="1"/>
          <p:nvPr>
            <p:ph idx="5" type="subTitle"/>
          </p:nvPr>
        </p:nvSpPr>
        <p:spPr>
          <a:xfrm>
            <a:off x="3782800" y="3659793"/>
            <a:ext cx="1899900" cy="50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CBF4A"/>
              </a:buClr>
              <a:buSzPts val="1000"/>
              <a:buNone/>
              <a:defRPr/>
            </a:lvl1pPr>
            <a:lvl2pPr lvl="1">
              <a:lnSpc>
                <a:spcPct val="100000"/>
              </a:lnSpc>
              <a:spcBef>
                <a:spcPts val="0"/>
              </a:spcBef>
              <a:spcAft>
                <a:spcPts val="0"/>
              </a:spcAft>
              <a:buClr>
                <a:srgbClr val="FCBF4A"/>
              </a:buClr>
              <a:buSzPts val="1000"/>
              <a:buNone/>
              <a:defRPr sz="1000">
                <a:solidFill>
                  <a:srgbClr val="FCBF4A"/>
                </a:solidFill>
              </a:defRPr>
            </a:lvl2pPr>
            <a:lvl3pPr lvl="2">
              <a:lnSpc>
                <a:spcPct val="100000"/>
              </a:lnSpc>
              <a:spcBef>
                <a:spcPts val="0"/>
              </a:spcBef>
              <a:spcAft>
                <a:spcPts val="0"/>
              </a:spcAft>
              <a:buClr>
                <a:srgbClr val="FCBF4A"/>
              </a:buClr>
              <a:buSzPts val="1000"/>
              <a:buNone/>
              <a:defRPr sz="1000">
                <a:solidFill>
                  <a:srgbClr val="FCBF4A"/>
                </a:solidFill>
              </a:defRPr>
            </a:lvl3pPr>
            <a:lvl4pPr lvl="3">
              <a:lnSpc>
                <a:spcPct val="100000"/>
              </a:lnSpc>
              <a:spcBef>
                <a:spcPts val="0"/>
              </a:spcBef>
              <a:spcAft>
                <a:spcPts val="0"/>
              </a:spcAft>
              <a:buClr>
                <a:srgbClr val="FCBF4A"/>
              </a:buClr>
              <a:buSzPts val="1000"/>
              <a:buNone/>
              <a:defRPr sz="1000">
                <a:solidFill>
                  <a:srgbClr val="FCBF4A"/>
                </a:solidFill>
              </a:defRPr>
            </a:lvl4pPr>
            <a:lvl5pPr lvl="4">
              <a:lnSpc>
                <a:spcPct val="100000"/>
              </a:lnSpc>
              <a:spcBef>
                <a:spcPts val="0"/>
              </a:spcBef>
              <a:spcAft>
                <a:spcPts val="0"/>
              </a:spcAft>
              <a:buClr>
                <a:srgbClr val="FCBF4A"/>
              </a:buClr>
              <a:buSzPts val="1000"/>
              <a:buNone/>
              <a:defRPr sz="1000">
                <a:solidFill>
                  <a:srgbClr val="FCBF4A"/>
                </a:solidFill>
              </a:defRPr>
            </a:lvl5pPr>
            <a:lvl6pPr lvl="5">
              <a:lnSpc>
                <a:spcPct val="100000"/>
              </a:lnSpc>
              <a:spcBef>
                <a:spcPts val="0"/>
              </a:spcBef>
              <a:spcAft>
                <a:spcPts val="0"/>
              </a:spcAft>
              <a:buClr>
                <a:srgbClr val="FCBF4A"/>
              </a:buClr>
              <a:buSzPts val="1000"/>
              <a:buNone/>
              <a:defRPr sz="1000">
                <a:solidFill>
                  <a:srgbClr val="FCBF4A"/>
                </a:solidFill>
              </a:defRPr>
            </a:lvl6pPr>
            <a:lvl7pPr lvl="6">
              <a:lnSpc>
                <a:spcPct val="100000"/>
              </a:lnSpc>
              <a:spcBef>
                <a:spcPts val="0"/>
              </a:spcBef>
              <a:spcAft>
                <a:spcPts val="0"/>
              </a:spcAft>
              <a:buClr>
                <a:srgbClr val="FCBF4A"/>
              </a:buClr>
              <a:buSzPts val="1000"/>
              <a:buNone/>
              <a:defRPr sz="1000">
                <a:solidFill>
                  <a:srgbClr val="FCBF4A"/>
                </a:solidFill>
              </a:defRPr>
            </a:lvl7pPr>
            <a:lvl8pPr lvl="7">
              <a:lnSpc>
                <a:spcPct val="100000"/>
              </a:lnSpc>
              <a:spcBef>
                <a:spcPts val="0"/>
              </a:spcBef>
              <a:spcAft>
                <a:spcPts val="0"/>
              </a:spcAft>
              <a:buClr>
                <a:srgbClr val="FCBF4A"/>
              </a:buClr>
              <a:buSzPts val="1000"/>
              <a:buNone/>
              <a:defRPr sz="1000">
                <a:solidFill>
                  <a:srgbClr val="FCBF4A"/>
                </a:solidFill>
              </a:defRPr>
            </a:lvl8pPr>
            <a:lvl9pPr lvl="8">
              <a:lnSpc>
                <a:spcPct val="100000"/>
              </a:lnSpc>
              <a:spcBef>
                <a:spcPts val="0"/>
              </a:spcBef>
              <a:spcAft>
                <a:spcPts val="0"/>
              </a:spcAft>
              <a:buClr>
                <a:srgbClr val="FCBF4A"/>
              </a:buClr>
              <a:buSzPts val="1000"/>
              <a:buNone/>
              <a:defRPr sz="1000">
                <a:solidFill>
                  <a:srgbClr val="FCBF4A"/>
                </a:solidFill>
              </a:defRPr>
            </a:lvl9pPr>
          </a:lstStyle>
          <a:p/>
        </p:txBody>
      </p:sp>
      <p:sp>
        <p:nvSpPr>
          <p:cNvPr id="23" name="Google Shape;23;p4"/>
          <p:cNvSpPr txBox="1"/>
          <p:nvPr>
            <p:ph idx="6" type="subTitle"/>
          </p:nvPr>
        </p:nvSpPr>
        <p:spPr>
          <a:xfrm>
            <a:off x="6235575" y="1837203"/>
            <a:ext cx="1899900" cy="50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3F3F3"/>
              </a:buClr>
              <a:buSzPts val="1000"/>
              <a:buNone/>
              <a:defRPr/>
            </a:lvl1pPr>
            <a:lvl2pPr lvl="1">
              <a:lnSpc>
                <a:spcPct val="100000"/>
              </a:lnSpc>
              <a:spcBef>
                <a:spcPts val="0"/>
              </a:spcBef>
              <a:spcAft>
                <a:spcPts val="0"/>
              </a:spcAft>
              <a:buClr>
                <a:schemeClr val="dk1"/>
              </a:buClr>
              <a:buSzPts val="1000"/>
              <a:buNone/>
              <a:defRPr sz="1000">
                <a:solidFill>
                  <a:schemeClr val="dk1"/>
                </a:solidFill>
              </a:defRPr>
            </a:lvl2pPr>
            <a:lvl3pPr lvl="2">
              <a:lnSpc>
                <a:spcPct val="100000"/>
              </a:lnSpc>
              <a:spcBef>
                <a:spcPts val="0"/>
              </a:spcBef>
              <a:spcAft>
                <a:spcPts val="0"/>
              </a:spcAft>
              <a:buClr>
                <a:schemeClr val="dk1"/>
              </a:buClr>
              <a:buSzPts val="1000"/>
              <a:buNone/>
              <a:defRPr sz="1000">
                <a:solidFill>
                  <a:schemeClr val="dk1"/>
                </a:solidFill>
              </a:defRPr>
            </a:lvl3pPr>
            <a:lvl4pPr lvl="3">
              <a:lnSpc>
                <a:spcPct val="100000"/>
              </a:lnSpc>
              <a:spcBef>
                <a:spcPts val="0"/>
              </a:spcBef>
              <a:spcAft>
                <a:spcPts val="0"/>
              </a:spcAft>
              <a:buClr>
                <a:schemeClr val="dk1"/>
              </a:buClr>
              <a:buSzPts val="1000"/>
              <a:buNone/>
              <a:defRPr sz="1000">
                <a:solidFill>
                  <a:schemeClr val="dk1"/>
                </a:solidFill>
              </a:defRPr>
            </a:lvl4pPr>
            <a:lvl5pPr lvl="4">
              <a:lnSpc>
                <a:spcPct val="100000"/>
              </a:lnSpc>
              <a:spcBef>
                <a:spcPts val="0"/>
              </a:spcBef>
              <a:spcAft>
                <a:spcPts val="0"/>
              </a:spcAft>
              <a:buClr>
                <a:schemeClr val="dk1"/>
              </a:buClr>
              <a:buSzPts val="1000"/>
              <a:buNone/>
              <a:defRPr sz="1000">
                <a:solidFill>
                  <a:schemeClr val="dk1"/>
                </a:solidFill>
              </a:defRPr>
            </a:lvl5pPr>
            <a:lvl6pPr lvl="5">
              <a:lnSpc>
                <a:spcPct val="100000"/>
              </a:lnSpc>
              <a:spcBef>
                <a:spcPts val="0"/>
              </a:spcBef>
              <a:spcAft>
                <a:spcPts val="0"/>
              </a:spcAft>
              <a:buClr>
                <a:schemeClr val="dk1"/>
              </a:buClr>
              <a:buSzPts val="1000"/>
              <a:buNone/>
              <a:defRPr sz="1000">
                <a:solidFill>
                  <a:schemeClr val="dk1"/>
                </a:solidFill>
              </a:defRPr>
            </a:lvl6pPr>
            <a:lvl7pPr lvl="6">
              <a:lnSpc>
                <a:spcPct val="100000"/>
              </a:lnSpc>
              <a:spcBef>
                <a:spcPts val="0"/>
              </a:spcBef>
              <a:spcAft>
                <a:spcPts val="0"/>
              </a:spcAft>
              <a:buClr>
                <a:schemeClr val="dk1"/>
              </a:buClr>
              <a:buSzPts val="1000"/>
              <a:buNone/>
              <a:defRPr sz="1000">
                <a:solidFill>
                  <a:schemeClr val="dk1"/>
                </a:solidFill>
              </a:defRPr>
            </a:lvl7pPr>
            <a:lvl8pPr lvl="7">
              <a:lnSpc>
                <a:spcPct val="100000"/>
              </a:lnSpc>
              <a:spcBef>
                <a:spcPts val="0"/>
              </a:spcBef>
              <a:spcAft>
                <a:spcPts val="0"/>
              </a:spcAft>
              <a:buClr>
                <a:schemeClr val="dk1"/>
              </a:buClr>
              <a:buSzPts val="1000"/>
              <a:buNone/>
              <a:defRPr sz="1000">
                <a:solidFill>
                  <a:schemeClr val="dk1"/>
                </a:solidFill>
              </a:defRPr>
            </a:lvl8pPr>
            <a:lvl9pPr lvl="8">
              <a:lnSpc>
                <a:spcPct val="100000"/>
              </a:lnSpc>
              <a:spcBef>
                <a:spcPts val="0"/>
              </a:spcBef>
              <a:spcAft>
                <a:spcPts val="0"/>
              </a:spcAft>
              <a:buClr>
                <a:schemeClr val="dk1"/>
              </a:buClr>
              <a:buSzPts val="1000"/>
              <a:buNone/>
              <a:defRPr sz="1000">
                <a:solidFill>
                  <a:schemeClr val="dk1"/>
                </a:solidFill>
              </a:defRPr>
            </a:lvl9pPr>
          </a:lstStyle>
          <a:p/>
        </p:txBody>
      </p:sp>
      <p:sp>
        <p:nvSpPr>
          <p:cNvPr id="24" name="Google Shape;24;p4"/>
          <p:cNvSpPr txBox="1"/>
          <p:nvPr>
            <p:ph idx="7" type="subTitle"/>
          </p:nvPr>
        </p:nvSpPr>
        <p:spPr>
          <a:xfrm>
            <a:off x="6235575" y="3659793"/>
            <a:ext cx="1899900" cy="50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CBF4A"/>
              </a:buClr>
              <a:buSzPts val="1000"/>
              <a:buNone/>
              <a:defRPr/>
            </a:lvl1pPr>
            <a:lvl2pPr lvl="1">
              <a:lnSpc>
                <a:spcPct val="100000"/>
              </a:lnSpc>
              <a:spcBef>
                <a:spcPts val="0"/>
              </a:spcBef>
              <a:spcAft>
                <a:spcPts val="0"/>
              </a:spcAft>
              <a:buClr>
                <a:srgbClr val="FCBF4A"/>
              </a:buClr>
              <a:buSzPts val="1000"/>
              <a:buNone/>
              <a:defRPr sz="1000">
                <a:solidFill>
                  <a:srgbClr val="FCBF4A"/>
                </a:solidFill>
              </a:defRPr>
            </a:lvl2pPr>
            <a:lvl3pPr lvl="2">
              <a:lnSpc>
                <a:spcPct val="100000"/>
              </a:lnSpc>
              <a:spcBef>
                <a:spcPts val="0"/>
              </a:spcBef>
              <a:spcAft>
                <a:spcPts val="0"/>
              </a:spcAft>
              <a:buClr>
                <a:srgbClr val="FCBF4A"/>
              </a:buClr>
              <a:buSzPts val="1000"/>
              <a:buNone/>
              <a:defRPr sz="1000">
                <a:solidFill>
                  <a:srgbClr val="FCBF4A"/>
                </a:solidFill>
              </a:defRPr>
            </a:lvl3pPr>
            <a:lvl4pPr lvl="3">
              <a:lnSpc>
                <a:spcPct val="100000"/>
              </a:lnSpc>
              <a:spcBef>
                <a:spcPts val="0"/>
              </a:spcBef>
              <a:spcAft>
                <a:spcPts val="0"/>
              </a:spcAft>
              <a:buClr>
                <a:srgbClr val="FCBF4A"/>
              </a:buClr>
              <a:buSzPts val="1000"/>
              <a:buNone/>
              <a:defRPr sz="1000">
                <a:solidFill>
                  <a:srgbClr val="FCBF4A"/>
                </a:solidFill>
              </a:defRPr>
            </a:lvl4pPr>
            <a:lvl5pPr lvl="4">
              <a:lnSpc>
                <a:spcPct val="100000"/>
              </a:lnSpc>
              <a:spcBef>
                <a:spcPts val="0"/>
              </a:spcBef>
              <a:spcAft>
                <a:spcPts val="0"/>
              </a:spcAft>
              <a:buClr>
                <a:srgbClr val="FCBF4A"/>
              </a:buClr>
              <a:buSzPts val="1000"/>
              <a:buNone/>
              <a:defRPr sz="1000">
                <a:solidFill>
                  <a:srgbClr val="FCBF4A"/>
                </a:solidFill>
              </a:defRPr>
            </a:lvl5pPr>
            <a:lvl6pPr lvl="5">
              <a:lnSpc>
                <a:spcPct val="100000"/>
              </a:lnSpc>
              <a:spcBef>
                <a:spcPts val="0"/>
              </a:spcBef>
              <a:spcAft>
                <a:spcPts val="0"/>
              </a:spcAft>
              <a:buClr>
                <a:srgbClr val="FCBF4A"/>
              </a:buClr>
              <a:buSzPts val="1000"/>
              <a:buNone/>
              <a:defRPr sz="1000">
                <a:solidFill>
                  <a:srgbClr val="FCBF4A"/>
                </a:solidFill>
              </a:defRPr>
            </a:lvl6pPr>
            <a:lvl7pPr lvl="6">
              <a:lnSpc>
                <a:spcPct val="100000"/>
              </a:lnSpc>
              <a:spcBef>
                <a:spcPts val="0"/>
              </a:spcBef>
              <a:spcAft>
                <a:spcPts val="0"/>
              </a:spcAft>
              <a:buClr>
                <a:srgbClr val="FCBF4A"/>
              </a:buClr>
              <a:buSzPts val="1000"/>
              <a:buNone/>
              <a:defRPr sz="1000">
                <a:solidFill>
                  <a:srgbClr val="FCBF4A"/>
                </a:solidFill>
              </a:defRPr>
            </a:lvl7pPr>
            <a:lvl8pPr lvl="7">
              <a:lnSpc>
                <a:spcPct val="100000"/>
              </a:lnSpc>
              <a:spcBef>
                <a:spcPts val="0"/>
              </a:spcBef>
              <a:spcAft>
                <a:spcPts val="0"/>
              </a:spcAft>
              <a:buClr>
                <a:srgbClr val="FCBF4A"/>
              </a:buClr>
              <a:buSzPts val="1000"/>
              <a:buNone/>
              <a:defRPr sz="1000">
                <a:solidFill>
                  <a:srgbClr val="FCBF4A"/>
                </a:solidFill>
              </a:defRPr>
            </a:lvl8pPr>
            <a:lvl9pPr lvl="8">
              <a:lnSpc>
                <a:spcPct val="100000"/>
              </a:lnSpc>
              <a:spcBef>
                <a:spcPts val="0"/>
              </a:spcBef>
              <a:spcAft>
                <a:spcPts val="0"/>
              </a:spcAft>
              <a:buClr>
                <a:srgbClr val="FCBF4A"/>
              </a:buClr>
              <a:buSzPts val="1000"/>
              <a:buNone/>
              <a:defRPr sz="1000">
                <a:solidFill>
                  <a:srgbClr val="FCBF4A"/>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1">
  <p:cSld name="CUSTOM_14_1">
    <p:bg>
      <p:bgPr>
        <a:solidFill>
          <a:schemeClr val="dk1"/>
        </a:solidFill>
      </p:bgPr>
    </p:bg>
    <p:spTree>
      <p:nvGrpSpPr>
        <p:cNvPr id="25" name="Shape 25"/>
        <p:cNvGrpSpPr/>
        <p:nvPr/>
      </p:nvGrpSpPr>
      <p:grpSpPr>
        <a:xfrm>
          <a:off x="0" y="0"/>
          <a:ext cx="0" cy="0"/>
          <a:chOff x="0" y="0"/>
          <a:chExt cx="0" cy="0"/>
        </a:xfrm>
      </p:grpSpPr>
      <p:sp>
        <p:nvSpPr>
          <p:cNvPr id="26" name="Google Shape;26;p5"/>
          <p:cNvSpPr/>
          <p:nvPr/>
        </p:nvSpPr>
        <p:spPr>
          <a:xfrm>
            <a:off x="1464755" y="1059200"/>
            <a:ext cx="6214500" cy="27186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ctrTitle"/>
          </p:nvPr>
        </p:nvSpPr>
        <p:spPr>
          <a:xfrm>
            <a:off x="2237395" y="1645788"/>
            <a:ext cx="4669200" cy="3849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Clr>
                <a:srgbClr val="2D406A"/>
              </a:buClr>
              <a:buSzPts val="2400"/>
              <a:buNone/>
              <a:defRPr b="0" sz="2400">
                <a:latin typeface="Staatliches"/>
                <a:ea typeface="Staatliches"/>
                <a:cs typeface="Staatliches"/>
                <a:sym typeface="Staatliches"/>
              </a:defRPr>
            </a:lvl1pPr>
            <a:lvl2pPr lvl="1"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2pPr>
            <a:lvl3pPr lvl="2"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3pPr>
            <a:lvl4pPr lvl="3"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4pPr>
            <a:lvl5pPr lvl="4"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5pPr>
            <a:lvl6pPr lvl="5"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6pPr>
            <a:lvl7pPr lvl="6"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7pPr>
            <a:lvl8pPr lvl="7"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8pPr>
            <a:lvl9pPr lvl="8" algn="ctr">
              <a:spcBef>
                <a:spcPts val="0"/>
              </a:spcBef>
              <a:spcAft>
                <a:spcPts val="0"/>
              </a:spcAft>
              <a:buClr>
                <a:srgbClr val="2D406A"/>
              </a:buClr>
              <a:buSzPts val="2400"/>
              <a:buFont typeface="Anton"/>
              <a:buNone/>
              <a:defRPr b="0" sz="2400">
                <a:solidFill>
                  <a:srgbClr val="2D406A"/>
                </a:solidFill>
                <a:latin typeface="Anton"/>
                <a:ea typeface="Anton"/>
                <a:cs typeface="Anton"/>
                <a:sym typeface="Anton"/>
              </a:defRPr>
            </a:lvl9pPr>
          </a:lstStyle>
          <a:p/>
        </p:txBody>
      </p:sp>
      <p:sp>
        <p:nvSpPr>
          <p:cNvPr id="28" name="Google Shape;28;p5"/>
          <p:cNvSpPr txBox="1"/>
          <p:nvPr>
            <p:ph idx="1" type="subTitle"/>
          </p:nvPr>
        </p:nvSpPr>
        <p:spPr>
          <a:xfrm>
            <a:off x="2562675" y="2190023"/>
            <a:ext cx="4018200" cy="1307700"/>
          </a:xfrm>
          <a:prstGeom prst="rect">
            <a:avLst/>
          </a:prstGeom>
          <a:noFill/>
        </p:spPr>
        <p:txBody>
          <a:bodyPr anchorCtr="0" anchor="t" bIns="91425" lIns="91425" spcFirstLastPara="1" rIns="91425" wrap="square" tIns="91425">
            <a:noAutofit/>
          </a:bodyPr>
          <a:lstStyle>
            <a:lvl1pPr lvl="0" marR="72000" algn="ctr">
              <a:lnSpc>
                <a:spcPct val="100000"/>
              </a:lnSpc>
              <a:spcBef>
                <a:spcPts val="0"/>
              </a:spcBef>
              <a:spcAft>
                <a:spcPts val="0"/>
              </a:spcAft>
              <a:buClr>
                <a:srgbClr val="2D406A"/>
              </a:buClr>
              <a:buSzPts val="1100"/>
              <a:buFont typeface="Abel"/>
              <a:buNone/>
              <a:defRPr sz="1100">
                <a:latin typeface="Anaheim"/>
                <a:ea typeface="Anaheim"/>
                <a:cs typeface="Anaheim"/>
                <a:sym typeface="Anaheim"/>
              </a:defRPr>
            </a:lvl1pPr>
            <a:lvl2pPr lvl="1"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p:txBody>
      </p:sp>
      <p:sp>
        <p:nvSpPr>
          <p:cNvPr id="29" name="Google Shape;29;p5"/>
          <p:cNvSpPr/>
          <p:nvPr/>
        </p:nvSpPr>
        <p:spPr>
          <a:xfrm>
            <a:off x="1555780" y="983325"/>
            <a:ext cx="6214500" cy="27186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6">
    <p:bg>
      <p:bgPr>
        <a:solidFill>
          <a:schemeClr val="dk1"/>
        </a:solidFill>
      </p:bgPr>
    </p:bg>
    <p:spTree>
      <p:nvGrpSpPr>
        <p:cNvPr id="30" name="Shape 30"/>
        <p:cNvGrpSpPr/>
        <p:nvPr/>
      </p:nvGrpSpPr>
      <p:grpSpPr>
        <a:xfrm>
          <a:off x="0" y="0"/>
          <a:ext cx="0" cy="0"/>
          <a:chOff x="0" y="0"/>
          <a:chExt cx="0" cy="0"/>
        </a:xfrm>
      </p:grpSpPr>
      <p:grpSp>
        <p:nvGrpSpPr>
          <p:cNvPr id="31" name="Google Shape;31;p6"/>
          <p:cNvGrpSpPr/>
          <p:nvPr/>
        </p:nvGrpSpPr>
        <p:grpSpPr>
          <a:xfrm>
            <a:off x="948275" y="3046075"/>
            <a:ext cx="8195650" cy="465225"/>
            <a:chOff x="948275" y="3046075"/>
            <a:chExt cx="8195650" cy="465225"/>
          </a:xfrm>
        </p:grpSpPr>
        <p:sp>
          <p:nvSpPr>
            <p:cNvPr id="32" name="Google Shape;32;p6"/>
            <p:cNvSpPr/>
            <p:nvPr/>
          </p:nvSpPr>
          <p:spPr>
            <a:xfrm>
              <a:off x="948275" y="3103000"/>
              <a:ext cx="8076600" cy="4083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1008525" y="3046075"/>
              <a:ext cx="8135400" cy="4083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6"/>
          <p:cNvSpPr txBox="1"/>
          <p:nvPr>
            <p:ph type="ctrTitle"/>
          </p:nvPr>
        </p:nvSpPr>
        <p:spPr>
          <a:xfrm flipH="1">
            <a:off x="3611675" y="3046150"/>
            <a:ext cx="4728000" cy="4653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F3F3F3"/>
              </a:buClr>
              <a:buSzPts val="1200"/>
              <a:buNone/>
              <a:defRPr b="0" sz="1400">
                <a:latin typeface="Staatliches"/>
                <a:ea typeface="Staatliches"/>
                <a:cs typeface="Staatliches"/>
                <a:sym typeface="Staatliches"/>
              </a:defRPr>
            </a:lvl1pPr>
            <a:lvl2pPr lvl="1">
              <a:spcBef>
                <a:spcPts val="0"/>
              </a:spcBef>
              <a:spcAft>
                <a:spcPts val="0"/>
              </a:spcAft>
              <a:buClr>
                <a:schemeClr val="dk1"/>
              </a:buClr>
              <a:buSzPts val="1600"/>
              <a:buNone/>
              <a:defRPr sz="1600">
                <a:solidFill>
                  <a:schemeClr val="dk1"/>
                </a:solidFill>
              </a:defRPr>
            </a:lvl2pPr>
            <a:lvl3pPr lvl="2">
              <a:spcBef>
                <a:spcPts val="0"/>
              </a:spcBef>
              <a:spcAft>
                <a:spcPts val="0"/>
              </a:spcAft>
              <a:buClr>
                <a:schemeClr val="dk1"/>
              </a:buClr>
              <a:buSzPts val="1600"/>
              <a:buNone/>
              <a:defRPr sz="1600">
                <a:solidFill>
                  <a:schemeClr val="dk1"/>
                </a:solidFill>
              </a:defRPr>
            </a:lvl3pPr>
            <a:lvl4pPr lvl="3">
              <a:spcBef>
                <a:spcPts val="0"/>
              </a:spcBef>
              <a:spcAft>
                <a:spcPts val="0"/>
              </a:spcAft>
              <a:buClr>
                <a:schemeClr val="dk1"/>
              </a:buClr>
              <a:buSzPts val="1600"/>
              <a:buNone/>
              <a:defRPr sz="1600">
                <a:solidFill>
                  <a:schemeClr val="dk1"/>
                </a:solidFill>
              </a:defRPr>
            </a:lvl4pPr>
            <a:lvl5pPr lvl="4">
              <a:spcBef>
                <a:spcPts val="0"/>
              </a:spcBef>
              <a:spcAft>
                <a:spcPts val="0"/>
              </a:spcAft>
              <a:buClr>
                <a:schemeClr val="dk1"/>
              </a:buClr>
              <a:buSzPts val="1600"/>
              <a:buNone/>
              <a:defRPr sz="1600">
                <a:solidFill>
                  <a:schemeClr val="dk1"/>
                </a:solidFill>
              </a:defRPr>
            </a:lvl5pPr>
            <a:lvl6pPr lvl="5">
              <a:spcBef>
                <a:spcPts val="0"/>
              </a:spcBef>
              <a:spcAft>
                <a:spcPts val="0"/>
              </a:spcAft>
              <a:buClr>
                <a:schemeClr val="dk1"/>
              </a:buClr>
              <a:buSzPts val="1600"/>
              <a:buNone/>
              <a:defRPr sz="1600">
                <a:solidFill>
                  <a:schemeClr val="dk1"/>
                </a:solidFill>
              </a:defRPr>
            </a:lvl6pPr>
            <a:lvl7pPr lvl="6">
              <a:spcBef>
                <a:spcPts val="0"/>
              </a:spcBef>
              <a:spcAft>
                <a:spcPts val="0"/>
              </a:spcAft>
              <a:buClr>
                <a:schemeClr val="dk1"/>
              </a:buClr>
              <a:buSzPts val="1600"/>
              <a:buNone/>
              <a:defRPr sz="1600">
                <a:solidFill>
                  <a:schemeClr val="dk1"/>
                </a:solidFill>
              </a:defRPr>
            </a:lvl7pPr>
            <a:lvl8pPr lvl="7">
              <a:spcBef>
                <a:spcPts val="0"/>
              </a:spcBef>
              <a:spcAft>
                <a:spcPts val="0"/>
              </a:spcAft>
              <a:buClr>
                <a:schemeClr val="dk1"/>
              </a:buClr>
              <a:buSzPts val="1600"/>
              <a:buNone/>
              <a:defRPr sz="1600">
                <a:solidFill>
                  <a:schemeClr val="dk1"/>
                </a:solidFill>
              </a:defRPr>
            </a:lvl8pPr>
            <a:lvl9pPr lvl="8">
              <a:spcBef>
                <a:spcPts val="0"/>
              </a:spcBef>
              <a:spcAft>
                <a:spcPts val="0"/>
              </a:spcAft>
              <a:buClr>
                <a:schemeClr val="dk1"/>
              </a:buClr>
              <a:buSzPts val="1600"/>
              <a:buNone/>
              <a:defRPr sz="1600">
                <a:solidFill>
                  <a:schemeClr val="dk1"/>
                </a:solidFill>
              </a:defRPr>
            </a:lvl9pPr>
          </a:lstStyle>
          <a:p/>
        </p:txBody>
      </p:sp>
      <p:sp>
        <p:nvSpPr>
          <p:cNvPr id="35" name="Google Shape;35;p6"/>
          <p:cNvSpPr txBox="1"/>
          <p:nvPr>
            <p:ph idx="1" type="subTitle"/>
          </p:nvPr>
        </p:nvSpPr>
        <p:spPr>
          <a:xfrm flipH="1">
            <a:off x="4201775" y="1876125"/>
            <a:ext cx="4137900" cy="1001400"/>
          </a:xfrm>
          <a:prstGeom prst="rect">
            <a:avLst/>
          </a:prstGeom>
        </p:spPr>
        <p:txBody>
          <a:bodyPr anchorCtr="0" anchor="b" bIns="91425" lIns="91425" spcFirstLastPara="1" rIns="91425" wrap="square" tIns="91425">
            <a:noAutofit/>
          </a:bodyPr>
          <a:lstStyle>
            <a:lvl1pPr lvl="0" algn="r">
              <a:lnSpc>
                <a:spcPct val="100000"/>
              </a:lnSpc>
              <a:spcBef>
                <a:spcPts val="0"/>
              </a:spcBef>
              <a:spcAft>
                <a:spcPts val="0"/>
              </a:spcAft>
              <a:buClr>
                <a:srgbClr val="F3F3F3"/>
              </a:buClr>
              <a:buSzPts val="1400"/>
              <a:buFont typeface="Abel"/>
              <a:buNone/>
              <a:defRPr sz="1600"/>
            </a:lvl1pPr>
            <a:lvl2pPr lvl="1">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2pPr>
            <a:lvl3pPr lvl="2">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3pPr>
            <a:lvl4pPr lvl="3">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4pPr>
            <a:lvl5pPr lvl="4">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5pPr>
            <a:lvl6pPr lvl="5">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6pPr>
            <a:lvl7pPr lvl="6">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7pPr>
            <a:lvl8pPr lvl="7">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8pPr>
            <a:lvl9pPr lvl="8">
              <a:lnSpc>
                <a:spcPct val="100000"/>
              </a:lnSpc>
              <a:spcBef>
                <a:spcPts val="0"/>
              </a:spcBef>
              <a:spcAft>
                <a:spcPts val="0"/>
              </a:spcAft>
              <a:buClr>
                <a:schemeClr val="dk1"/>
              </a:buClr>
              <a:buSzPts val="1200"/>
              <a:buFont typeface="Abel"/>
              <a:buNone/>
              <a:defRPr>
                <a:solidFill>
                  <a:schemeClr val="dk1"/>
                </a:solidFill>
                <a:latin typeface="Abel"/>
                <a:ea typeface="Abel"/>
                <a:cs typeface="Abel"/>
                <a:sym typeface="Abe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CUSTOM_16_2">
    <p:bg>
      <p:bgPr>
        <a:solidFill>
          <a:schemeClr val="dk1"/>
        </a:solidFill>
      </p:bgPr>
    </p:bg>
    <p:spTree>
      <p:nvGrpSpPr>
        <p:cNvPr id="36" name="Shape 36"/>
        <p:cNvGrpSpPr/>
        <p:nvPr/>
      </p:nvGrpSpPr>
      <p:grpSpPr>
        <a:xfrm>
          <a:off x="0" y="0"/>
          <a:ext cx="0" cy="0"/>
          <a:chOff x="0" y="0"/>
          <a:chExt cx="0" cy="0"/>
        </a:xfrm>
      </p:grpSpPr>
      <p:sp>
        <p:nvSpPr>
          <p:cNvPr id="37" name="Google Shape;37;p7"/>
          <p:cNvSpPr/>
          <p:nvPr/>
        </p:nvSpPr>
        <p:spPr>
          <a:xfrm>
            <a:off x="357150" y="876231"/>
            <a:ext cx="3715500" cy="34884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ctrTitle"/>
          </p:nvPr>
        </p:nvSpPr>
        <p:spPr>
          <a:xfrm>
            <a:off x="1456650" y="1715300"/>
            <a:ext cx="1745100" cy="1104300"/>
          </a:xfrm>
          <a:prstGeom prst="rect">
            <a:avLst/>
          </a:prstGeom>
        </p:spPr>
        <p:txBody>
          <a:bodyPr anchorCtr="0" anchor="b" bIns="91425" lIns="91425" spcFirstLastPara="1" rIns="91425" wrap="square" tIns="91425">
            <a:noAutofit/>
          </a:bodyPr>
          <a:lstStyle>
            <a:lvl1pPr lvl="0" algn="r">
              <a:spcBef>
                <a:spcPts val="0"/>
              </a:spcBef>
              <a:spcAft>
                <a:spcPts val="0"/>
              </a:spcAft>
              <a:buClr>
                <a:srgbClr val="F3F3F3"/>
              </a:buClr>
              <a:buSzPts val="3000"/>
              <a:buNone/>
              <a:defRPr b="0" sz="3600">
                <a:latin typeface="Staatliches"/>
                <a:ea typeface="Staatliches"/>
                <a:cs typeface="Staatliches"/>
                <a:sym typeface="Staatliches"/>
              </a:defRPr>
            </a:lvl1pPr>
            <a:lvl2pPr lvl="1">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2pPr>
            <a:lvl3pPr lvl="2">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3pPr>
            <a:lvl4pPr lvl="3">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4pPr>
            <a:lvl5pPr lvl="4">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5pPr>
            <a:lvl6pPr lvl="5">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6pPr>
            <a:lvl7pPr lvl="6">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7pPr>
            <a:lvl8pPr lvl="7">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8pPr>
            <a:lvl9pPr lvl="8">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9pPr>
          </a:lstStyle>
          <a:p/>
        </p:txBody>
      </p:sp>
      <p:sp>
        <p:nvSpPr>
          <p:cNvPr id="39" name="Google Shape;39;p7"/>
          <p:cNvSpPr txBox="1"/>
          <p:nvPr>
            <p:ph idx="1" type="subTitle"/>
          </p:nvPr>
        </p:nvSpPr>
        <p:spPr>
          <a:xfrm>
            <a:off x="889350" y="2819625"/>
            <a:ext cx="2312400" cy="110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rgbClr val="F3F3F3"/>
              </a:buClr>
              <a:buSzPts val="1400"/>
              <a:buNone/>
              <a:defRPr/>
            </a:lvl1pPr>
            <a:lvl2pPr lvl="1">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2pPr>
            <a:lvl3pPr lvl="2">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3pPr>
            <a:lvl4pPr lvl="3">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4pPr>
            <a:lvl5pPr lvl="4">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5pPr>
            <a:lvl6pPr lvl="5">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6pPr>
            <a:lvl7pPr lvl="6">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7pPr>
            <a:lvl8pPr lvl="7">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8pPr>
            <a:lvl9pPr lvl="8">
              <a:lnSpc>
                <a:spcPct val="100000"/>
              </a:lnSpc>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9pPr>
          </a:lstStyle>
          <a:p/>
        </p:txBody>
      </p:sp>
      <p:sp>
        <p:nvSpPr>
          <p:cNvPr id="40" name="Google Shape;40;p7"/>
          <p:cNvSpPr/>
          <p:nvPr/>
        </p:nvSpPr>
        <p:spPr>
          <a:xfrm>
            <a:off x="411569" y="778875"/>
            <a:ext cx="3715500" cy="34884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16_1">
    <p:bg>
      <p:bgPr>
        <a:solidFill>
          <a:schemeClr val="dk1"/>
        </a:solidFill>
      </p:bgPr>
    </p:bg>
    <p:spTree>
      <p:nvGrpSpPr>
        <p:cNvPr id="41" name="Shape 41"/>
        <p:cNvGrpSpPr/>
        <p:nvPr/>
      </p:nvGrpSpPr>
      <p:grpSpPr>
        <a:xfrm>
          <a:off x="0" y="0"/>
          <a:ext cx="0" cy="0"/>
          <a:chOff x="0" y="0"/>
          <a:chExt cx="0" cy="0"/>
        </a:xfrm>
      </p:grpSpPr>
      <p:sp>
        <p:nvSpPr>
          <p:cNvPr id="42" name="Google Shape;42;p8"/>
          <p:cNvSpPr txBox="1"/>
          <p:nvPr>
            <p:ph type="ctrTitle"/>
          </p:nvPr>
        </p:nvSpPr>
        <p:spPr>
          <a:xfrm>
            <a:off x="1477038" y="2960925"/>
            <a:ext cx="25389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rgbClr val="2D406A"/>
              </a:buClr>
              <a:buSzPts val="1600"/>
              <a:buNone/>
              <a:defRPr b="0" sz="1600">
                <a:latin typeface="Staatliches"/>
                <a:ea typeface="Staatliches"/>
                <a:cs typeface="Staatliches"/>
                <a:sym typeface="Staatliches"/>
              </a:defRPr>
            </a:lvl1pPr>
            <a:lvl2pPr lvl="1"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2pPr>
            <a:lvl3pPr lvl="2"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3pPr>
            <a:lvl4pPr lvl="3"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4pPr>
            <a:lvl5pPr lvl="4"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5pPr>
            <a:lvl6pPr lvl="5"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6pPr>
            <a:lvl7pPr lvl="6"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7pPr>
            <a:lvl8pPr lvl="7"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8pPr>
            <a:lvl9pPr lvl="8"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9pPr>
          </a:lstStyle>
          <a:p/>
        </p:txBody>
      </p:sp>
      <p:sp>
        <p:nvSpPr>
          <p:cNvPr id="43" name="Google Shape;43;p8"/>
          <p:cNvSpPr txBox="1"/>
          <p:nvPr>
            <p:ph idx="1" type="subTitle"/>
          </p:nvPr>
        </p:nvSpPr>
        <p:spPr>
          <a:xfrm>
            <a:off x="1477050" y="3273500"/>
            <a:ext cx="2642400" cy="568500"/>
          </a:xfrm>
          <a:prstGeom prst="rect">
            <a:avLst/>
          </a:prstGeom>
          <a:noFill/>
        </p:spPr>
        <p:txBody>
          <a:bodyPr anchorCtr="0" anchor="t" bIns="91425" lIns="91425" spcFirstLastPara="1" rIns="91425" wrap="square" tIns="91425">
            <a:noAutofit/>
          </a:bodyPr>
          <a:lstStyle>
            <a:lvl1pPr lvl="0" marR="72000">
              <a:lnSpc>
                <a:spcPct val="100000"/>
              </a:lnSpc>
              <a:spcBef>
                <a:spcPts val="0"/>
              </a:spcBef>
              <a:spcAft>
                <a:spcPts val="0"/>
              </a:spcAft>
              <a:buClr>
                <a:srgbClr val="2D406A"/>
              </a:buClr>
              <a:buSzPts val="1100"/>
              <a:buFont typeface="Abel"/>
              <a:buNone/>
              <a:defRPr/>
            </a:lvl1pPr>
            <a:lvl2pPr lvl="1"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p:txBody>
      </p:sp>
      <p:sp>
        <p:nvSpPr>
          <p:cNvPr id="44" name="Google Shape;44;p8"/>
          <p:cNvSpPr txBox="1"/>
          <p:nvPr>
            <p:ph idx="2" type="ctrTitle"/>
          </p:nvPr>
        </p:nvSpPr>
        <p:spPr>
          <a:xfrm>
            <a:off x="4938415" y="2957875"/>
            <a:ext cx="25389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rgbClr val="2D406A"/>
              </a:buClr>
              <a:buSzPts val="1600"/>
              <a:buNone/>
              <a:defRPr b="0" sz="1600">
                <a:latin typeface="Staatliches"/>
                <a:ea typeface="Staatliches"/>
                <a:cs typeface="Staatliches"/>
                <a:sym typeface="Staatliches"/>
              </a:defRPr>
            </a:lvl1pPr>
            <a:lvl2pPr lvl="1"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2pPr>
            <a:lvl3pPr lvl="2"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3pPr>
            <a:lvl4pPr lvl="3"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4pPr>
            <a:lvl5pPr lvl="4"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5pPr>
            <a:lvl6pPr lvl="5"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6pPr>
            <a:lvl7pPr lvl="6"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7pPr>
            <a:lvl8pPr lvl="7"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8pPr>
            <a:lvl9pPr lvl="8" algn="ctr">
              <a:spcBef>
                <a:spcPts val="0"/>
              </a:spcBef>
              <a:spcAft>
                <a:spcPts val="0"/>
              </a:spcAft>
              <a:buClr>
                <a:srgbClr val="2D406A"/>
              </a:buClr>
              <a:buSzPts val="1600"/>
              <a:buFont typeface="Anton"/>
              <a:buNone/>
              <a:defRPr b="0" sz="1600">
                <a:solidFill>
                  <a:srgbClr val="2D406A"/>
                </a:solidFill>
                <a:latin typeface="Anton"/>
                <a:ea typeface="Anton"/>
                <a:cs typeface="Anton"/>
                <a:sym typeface="Anton"/>
              </a:defRPr>
            </a:lvl9pPr>
          </a:lstStyle>
          <a:p/>
        </p:txBody>
      </p:sp>
      <p:sp>
        <p:nvSpPr>
          <p:cNvPr id="45" name="Google Shape;45;p8"/>
          <p:cNvSpPr txBox="1"/>
          <p:nvPr>
            <p:ph idx="3" type="subTitle"/>
          </p:nvPr>
        </p:nvSpPr>
        <p:spPr>
          <a:xfrm>
            <a:off x="4938421" y="3270450"/>
            <a:ext cx="2538900" cy="56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2D406A"/>
              </a:buClr>
              <a:buSzPts val="1100"/>
              <a:buFont typeface="Abel"/>
              <a:buNone/>
              <a:defRPr/>
            </a:lvl1pPr>
            <a:lvl2pPr lvl="1"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2pPr>
            <a:lvl3pPr lvl="2"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3pPr>
            <a:lvl4pPr lvl="3"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4pPr>
            <a:lvl5pPr lvl="4"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5pPr>
            <a:lvl6pPr lvl="5"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6pPr>
            <a:lvl7pPr lvl="6"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7pPr>
            <a:lvl8pPr lvl="7"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8pPr>
            <a:lvl9pPr lvl="8" algn="ctr">
              <a:lnSpc>
                <a:spcPct val="100000"/>
              </a:lnSpc>
              <a:spcBef>
                <a:spcPts val="0"/>
              </a:spcBef>
              <a:spcAft>
                <a:spcPts val="0"/>
              </a:spcAft>
              <a:buClr>
                <a:srgbClr val="2D406A"/>
              </a:buClr>
              <a:buSzPts val="1100"/>
              <a:buFont typeface="Abel"/>
              <a:buNone/>
              <a:defRPr sz="1100">
                <a:solidFill>
                  <a:srgbClr val="2D406A"/>
                </a:solidFill>
                <a:latin typeface="Abel"/>
                <a:ea typeface="Abel"/>
                <a:cs typeface="Abel"/>
                <a:sym typeface="Abel"/>
              </a:defRPr>
            </a:lvl9pPr>
          </a:lstStyle>
          <a:p/>
        </p:txBody>
      </p:sp>
      <p:sp>
        <p:nvSpPr>
          <p:cNvPr id="46" name="Google Shape;46;p8"/>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8"/>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4"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CUSTOM_16_1_1">
    <p:bg>
      <p:bgPr>
        <a:solidFill>
          <a:schemeClr val="dk1"/>
        </a:solidFill>
      </p:bgPr>
    </p:bg>
    <p:spTree>
      <p:nvGrpSpPr>
        <p:cNvPr id="49" name="Shape 49"/>
        <p:cNvGrpSpPr/>
        <p:nvPr/>
      </p:nvGrpSpPr>
      <p:grpSpPr>
        <a:xfrm>
          <a:off x="0" y="0"/>
          <a:ext cx="0" cy="0"/>
          <a:chOff x="0" y="0"/>
          <a:chExt cx="0" cy="0"/>
        </a:xfrm>
      </p:grpSpPr>
      <p:sp>
        <p:nvSpPr>
          <p:cNvPr id="50" name="Google Shape;50;p9"/>
          <p:cNvSpPr txBox="1"/>
          <p:nvPr>
            <p:ph type="ctrTitle"/>
          </p:nvPr>
        </p:nvSpPr>
        <p:spPr>
          <a:xfrm>
            <a:off x="1651900" y="1663150"/>
            <a:ext cx="2784900" cy="576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600"/>
              <a:buNone/>
              <a:defRPr b="0" sz="1600">
                <a:latin typeface="Staatliches"/>
                <a:ea typeface="Staatliches"/>
                <a:cs typeface="Staatliches"/>
                <a:sym typeface="Staatliches"/>
              </a:defRPr>
            </a:lvl1pPr>
            <a:lvl2pPr lvl="1">
              <a:spcBef>
                <a:spcPts val="0"/>
              </a:spcBef>
              <a:spcAft>
                <a:spcPts val="0"/>
              </a:spcAft>
              <a:buSzPts val="1600"/>
              <a:buFont typeface="Anton"/>
              <a:buNone/>
              <a:defRPr b="0" sz="1600">
                <a:latin typeface="Anton"/>
                <a:ea typeface="Anton"/>
                <a:cs typeface="Anton"/>
                <a:sym typeface="Anton"/>
              </a:defRPr>
            </a:lvl2pPr>
            <a:lvl3pPr lvl="2">
              <a:spcBef>
                <a:spcPts val="0"/>
              </a:spcBef>
              <a:spcAft>
                <a:spcPts val="0"/>
              </a:spcAft>
              <a:buSzPts val="1600"/>
              <a:buFont typeface="Anton"/>
              <a:buNone/>
              <a:defRPr b="0" sz="1600">
                <a:latin typeface="Anton"/>
                <a:ea typeface="Anton"/>
                <a:cs typeface="Anton"/>
                <a:sym typeface="Anton"/>
              </a:defRPr>
            </a:lvl3pPr>
            <a:lvl4pPr lvl="3">
              <a:spcBef>
                <a:spcPts val="0"/>
              </a:spcBef>
              <a:spcAft>
                <a:spcPts val="0"/>
              </a:spcAft>
              <a:buSzPts val="1600"/>
              <a:buFont typeface="Anton"/>
              <a:buNone/>
              <a:defRPr b="0" sz="1600">
                <a:latin typeface="Anton"/>
                <a:ea typeface="Anton"/>
                <a:cs typeface="Anton"/>
                <a:sym typeface="Anton"/>
              </a:defRPr>
            </a:lvl4pPr>
            <a:lvl5pPr lvl="4">
              <a:spcBef>
                <a:spcPts val="0"/>
              </a:spcBef>
              <a:spcAft>
                <a:spcPts val="0"/>
              </a:spcAft>
              <a:buSzPts val="1600"/>
              <a:buFont typeface="Anton"/>
              <a:buNone/>
              <a:defRPr b="0" sz="1600">
                <a:latin typeface="Anton"/>
                <a:ea typeface="Anton"/>
                <a:cs typeface="Anton"/>
                <a:sym typeface="Anton"/>
              </a:defRPr>
            </a:lvl5pPr>
            <a:lvl6pPr lvl="5">
              <a:spcBef>
                <a:spcPts val="0"/>
              </a:spcBef>
              <a:spcAft>
                <a:spcPts val="0"/>
              </a:spcAft>
              <a:buSzPts val="1600"/>
              <a:buFont typeface="Anton"/>
              <a:buNone/>
              <a:defRPr b="0" sz="1600">
                <a:latin typeface="Anton"/>
                <a:ea typeface="Anton"/>
                <a:cs typeface="Anton"/>
                <a:sym typeface="Anton"/>
              </a:defRPr>
            </a:lvl6pPr>
            <a:lvl7pPr lvl="6">
              <a:spcBef>
                <a:spcPts val="0"/>
              </a:spcBef>
              <a:spcAft>
                <a:spcPts val="0"/>
              </a:spcAft>
              <a:buSzPts val="1600"/>
              <a:buFont typeface="Anton"/>
              <a:buNone/>
              <a:defRPr b="0" sz="1600">
                <a:latin typeface="Anton"/>
                <a:ea typeface="Anton"/>
                <a:cs typeface="Anton"/>
                <a:sym typeface="Anton"/>
              </a:defRPr>
            </a:lvl7pPr>
            <a:lvl8pPr lvl="7">
              <a:spcBef>
                <a:spcPts val="0"/>
              </a:spcBef>
              <a:spcAft>
                <a:spcPts val="0"/>
              </a:spcAft>
              <a:buSzPts val="1600"/>
              <a:buFont typeface="Anton"/>
              <a:buNone/>
              <a:defRPr b="0" sz="1600">
                <a:latin typeface="Anton"/>
                <a:ea typeface="Anton"/>
                <a:cs typeface="Anton"/>
                <a:sym typeface="Anton"/>
              </a:defRPr>
            </a:lvl8pPr>
            <a:lvl9pPr lvl="8">
              <a:spcBef>
                <a:spcPts val="0"/>
              </a:spcBef>
              <a:spcAft>
                <a:spcPts val="0"/>
              </a:spcAft>
              <a:buSzPts val="1600"/>
              <a:buFont typeface="Anton"/>
              <a:buNone/>
              <a:defRPr b="0" sz="1600">
                <a:latin typeface="Anton"/>
                <a:ea typeface="Anton"/>
                <a:cs typeface="Anton"/>
                <a:sym typeface="Anton"/>
              </a:defRPr>
            </a:lvl9pPr>
          </a:lstStyle>
          <a:p/>
        </p:txBody>
      </p:sp>
      <p:sp>
        <p:nvSpPr>
          <p:cNvPr id="51" name="Google Shape;51;p9"/>
          <p:cNvSpPr txBox="1"/>
          <p:nvPr>
            <p:ph idx="1" type="subTitle"/>
          </p:nvPr>
        </p:nvSpPr>
        <p:spPr>
          <a:xfrm>
            <a:off x="1651900" y="2239450"/>
            <a:ext cx="2907900" cy="974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Font typeface="Abel"/>
              <a:buNone/>
              <a:defRPr>
                <a:latin typeface="Abel"/>
                <a:ea typeface="Abel"/>
                <a:cs typeface="Abel"/>
                <a:sym typeface="Abel"/>
              </a:defRPr>
            </a:lvl1pPr>
            <a:lvl2pPr lvl="1">
              <a:lnSpc>
                <a:spcPct val="100000"/>
              </a:lnSpc>
              <a:spcBef>
                <a:spcPts val="0"/>
              </a:spcBef>
              <a:spcAft>
                <a:spcPts val="0"/>
              </a:spcAft>
              <a:buSzPts val="1000"/>
              <a:buFont typeface="Abel"/>
              <a:buNone/>
              <a:defRPr sz="1000">
                <a:latin typeface="Abel"/>
                <a:ea typeface="Abel"/>
                <a:cs typeface="Abel"/>
                <a:sym typeface="Abel"/>
              </a:defRPr>
            </a:lvl2pPr>
            <a:lvl3pPr lvl="2">
              <a:lnSpc>
                <a:spcPct val="100000"/>
              </a:lnSpc>
              <a:spcBef>
                <a:spcPts val="0"/>
              </a:spcBef>
              <a:spcAft>
                <a:spcPts val="0"/>
              </a:spcAft>
              <a:buSzPts val="1000"/>
              <a:buFont typeface="Abel"/>
              <a:buNone/>
              <a:defRPr sz="1000">
                <a:latin typeface="Abel"/>
                <a:ea typeface="Abel"/>
                <a:cs typeface="Abel"/>
                <a:sym typeface="Abel"/>
              </a:defRPr>
            </a:lvl3pPr>
            <a:lvl4pPr lvl="3">
              <a:lnSpc>
                <a:spcPct val="100000"/>
              </a:lnSpc>
              <a:spcBef>
                <a:spcPts val="0"/>
              </a:spcBef>
              <a:spcAft>
                <a:spcPts val="0"/>
              </a:spcAft>
              <a:buSzPts val="1000"/>
              <a:buFont typeface="Abel"/>
              <a:buNone/>
              <a:defRPr sz="1000">
                <a:latin typeface="Abel"/>
                <a:ea typeface="Abel"/>
                <a:cs typeface="Abel"/>
                <a:sym typeface="Abel"/>
              </a:defRPr>
            </a:lvl4pPr>
            <a:lvl5pPr lvl="4">
              <a:lnSpc>
                <a:spcPct val="100000"/>
              </a:lnSpc>
              <a:spcBef>
                <a:spcPts val="0"/>
              </a:spcBef>
              <a:spcAft>
                <a:spcPts val="0"/>
              </a:spcAft>
              <a:buSzPts val="1000"/>
              <a:buFont typeface="Abel"/>
              <a:buNone/>
              <a:defRPr sz="1000">
                <a:latin typeface="Abel"/>
                <a:ea typeface="Abel"/>
                <a:cs typeface="Abel"/>
                <a:sym typeface="Abel"/>
              </a:defRPr>
            </a:lvl5pPr>
            <a:lvl6pPr lvl="5">
              <a:lnSpc>
                <a:spcPct val="100000"/>
              </a:lnSpc>
              <a:spcBef>
                <a:spcPts val="0"/>
              </a:spcBef>
              <a:spcAft>
                <a:spcPts val="0"/>
              </a:spcAft>
              <a:buSzPts val="1000"/>
              <a:buFont typeface="Abel"/>
              <a:buNone/>
              <a:defRPr sz="1000">
                <a:latin typeface="Abel"/>
                <a:ea typeface="Abel"/>
                <a:cs typeface="Abel"/>
                <a:sym typeface="Abel"/>
              </a:defRPr>
            </a:lvl6pPr>
            <a:lvl7pPr lvl="6">
              <a:lnSpc>
                <a:spcPct val="100000"/>
              </a:lnSpc>
              <a:spcBef>
                <a:spcPts val="0"/>
              </a:spcBef>
              <a:spcAft>
                <a:spcPts val="0"/>
              </a:spcAft>
              <a:buSzPts val="1000"/>
              <a:buFont typeface="Abel"/>
              <a:buNone/>
              <a:defRPr sz="1000">
                <a:latin typeface="Abel"/>
                <a:ea typeface="Abel"/>
                <a:cs typeface="Abel"/>
                <a:sym typeface="Abel"/>
              </a:defRPr>
            </a:lvl7pPr>
            <a:lvl8pPr lvl="7">
              <a:lnSpc>
                <a:spcPct val="100000"/>
              </a:lnSpc>
              <a:spcBef>
                <a:spcPts val="0"/>
              </a:spcBef>
              <a:spcAft>
                <a:spcPts val="0"/>
              </a:spcAft>
              <a:buSzPts val="1000"/>
              <a:buFont typeface="Abel"/>
              <a:buNone/>
              <a:defRPr sz="1000">
                <a:latin typeface="Abel"/>
                <a:ea typeface="Abel"/>
                <a:cs typeface="Abel"/>
                <a:sym typeface="Abel"/>
              </a:defRPr>
            </a:lvl8pPr>
            <a:lvl9pPr lvl="8">
              <a:lnSpc>
                <a:spcPct val="100000"/>
              </a:lnSpc>
              <a:spcBef>
                <a:spcPts val="0"/>
              </a:spcBef>
              <a:spcAft>
                <a:spcPts val="0"/>
              </a:spcAft>
              <a:buSzPts val="1000"/>
              <a:buFont typeface="Abel"/>
              <a:buNone/>
              <a:defRPr sz="1000">
                <a:latin typeface="Abel"/>
                <a:ea typeface="Abel"/>
                <a:cs typeface="Abel"/>
                <a:sym typeface="Abel"/>
              </a:defRPr>
            </a:lvl9pPr>
          </a:lstStyle>
          <a:p/>
        </p:txBody>
      </p:sp>
      <p:sp>
        <p:nvSpPr>
          <p:cNvPr id="52" name="Google Shape;52;p9"/>
          <p:cNvSpPr txBox="1"/>
          <p:nvPr>
            <p:ph idx="2" type="ctrTitle"/>
          </p:nvPr>
        </p:nvSpPr>
        <p:spPr>
          <a:xfrm>
            <a:off x="1651900" y="3365574"/>
            <a:ext cx="2784900" cy="576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600"/>
              <a:buNone/>
              <a:defRPr b="0" sz="1600">
                <a:latin typeface="Staatliches"/>
                <a:ea typeface="Staatliches"/>
                <a:cs typeface="Staatliches"/>
                <a:sym typeface="Staatliches"/>
              </a:defRPr>
            </a:lvl1pPr>
            <a:lvl2pPr lvl="1">
              <a:spcBef>
                <a:spcPts val="0"/>
              </a:spcBef>
              <a:spcAft>
                <a:spcPts val="0"/>
              </a:spcAft>
              <a:buSzPts val="1600"/>
              <a:buFont typeface="Anton"/>
              <a:buNone/>
              <a:defRPr b="0" sz="1600">
                <a:latin typeface="Anton"/>
                <a:ea typeface="Anton"/>
                <a:cs typeface="Anton"/>
                <a:sym typeface="Anton"/>
              </a:defRPr>
            </a:lvl2pPr>
            <a:lvl3pPr lvl="2">
              <a:spcBef>
                <a:spcPts val="0"/>
              </a:spcBef>
              <a:spcAft>
                <a:spcPts val="0"/>
              </a:spcAft>
              <a:buSzPts val="1600"/>
              <a:buFont typeface="Anton"/>
              <a:buNone/>
              <a:defRPr b="0" sz="1600">
                <a:latin typeface="Anton"/>
                <a:ea typeface="Anton"/>
                <a:cs typeface="Anton"/>
                <a:sym typeface="Anton"/>
              </a:defRPr>
            </a:lvl3pPr>
            <a:lvl4pPr lvl="3">
              <a:spcBef>
                <a:spcPts val="0"/>
              </a:spcBef>
              <a:spcAft>
                <a:spcPts val="0"/>
              </a:spcAft>
              <a:buSzPts val="1600"/>
              <a:buFont typeface="Anton"/>
              <a:buNone/>
              <a:defRPr b="0" sz="1600">
                <a:latin typeface="Anton"/>
                <a:ea typeface="Anton"/>
                <a:cs typeface="Anton"/>
                <a:sym typeface="Anton"/>
              </a:defRPr>
            </a:lvl4pPr>
            <a:lvl5pPr lvl="4">
              <a:spcBef>
                <a:spcPts val="0"/>
              </a:spcBef>
              <a:spcAft>
                <a:spcPts val="0"/>
              </a:spcAft>
              <a:buSzPts val="1600"/>
              <a:buFont typeface="Anton"/>
              <a:buNone/>
              <a:defRPr b="0" sz="1600">
                <a:latin typeface="Anton"/>
                <a:ea typeface="Anton"/>
                <a:cs typeface="Anton"/>
                <a:sym typeface="Anton"/>
              </a:defRPr>
            </a:lvl5pPr>
            <a:lvl6pPr lvl="5">
              <a:spcBef>
                <a:spcPts val="0"/>
              </a:spcBef>
              <a:spcAft>
                <a:spcPts val="0"/>
              </a:spcAft>
              <a:buSzPts val="1600"/>
              <a:buFont typeface="Anton"/>
              <a:buNone/>
              <a:defRPr b="0" sz="1600">
                <a:latin typeface="Anton"/>
                <a:ea typeface="Anton"/>
                <a:cs typeface="Anton"/>
                <a:sym typeface="Anton"/>
              </a:defRPr>
            </a:lvl6pPr>
            <a:lvl7pPr lvl="6">
              <a:spcBef>
                <a:spcPts val="0"/>
              </a:spcBef>
              <a:spcAft>
                <a:spcPts val="0"/>
              </a:spcAft>
              <a:buSzPts val="1600"/>
              <a:buFont typeface="Anton"/>
              <a:buNone/>
              <a:defRPr b="0" sz="1600">
                <a:latin typeface="Anton"/>
                <a:ea typeface="Anton"/>
                <a:cs typeface="Anton"/>
                <a:sym typeface="Anton"/>
              </a:defRPr>
            </a:lvl7pPr>
            <a:lvl8pPr lvl="7">
              <a:spcBef>
                <a:spcPts val="0"/>
              </a:spcBef>
              <a:spcAft>
                <a:spcPts val="0"/>
              </a:spcAft>
              <a:buSzPts val="1600"/>
              <a:buFont typeface="Anton"/>
              <a:buNone/>
              <a:defRPr b="0" sz="1600">
                <a:latin typeface="Anton"/>
                <a:ea typeface="Anton"/>
                <a:cs typeface="Anton"/>
                <a:sym typeface="Anton"/>
              </a:defRPr>
            </a:lvl8pPr>
            <a:lvl9pPr lvl="8">
              <a:spcBef>
                <a:spcPts val="0"/>
              </a:spcBef>
              <a:spcAft>
                <a:spcPts val="0"/>
              </a:spcAft>
              <a:buSzPts val="1600"/>
              <a:buFont typeface="Anton"/>
              <a:buNone/>
              <a:defRPr b="0" sz="1600">
                <a:latin typeface="Anton"/>
                <a:ea typeface="Anton"/>
                <a:cs typeface="Anton"/>
                <a:sym typeface="Anton"/>
              </a:defRPr>
            </a:lvl9pPr>
          </a:lstStyle>
          <a:p/>
        </p:txBody>
      </p:sp>
      <p:sp>
        <p:nvSpPr>
          <p:cNvPr id="53" name="Google Shape;53;p9"/>
          <p:cNvSpPr txBox="1"/>
          <p:nvPr>
            <p:ph idx="3" type="subTitle"/>
          </p:nvPr>
        </p:nvSpPr>
        <p:spPr>
          <a:xfrm>
            <a:off x="1651900" y="3937803"/>
            <a:ext cx="2907900" cy="974700"/>
          </a:xfrm>
          <a:prstGeom prst="rect">
            <a:avLst/>
          </a:prstGeom>
          <a:noFill/>
        </p:spPr>
        <p:txBody>
          <a:bodyPr anchorCtr="0" anchor="t" bIns="91425" lIns="91425" spcFirstLastPara="1" rIns="91425" wrap="square" tIns="91425">
            <a:noAutofit/>
          </a:bodyPr>
          <a:lstStyle>
            <a:lvl1pPr lvl="0" marR="72000">
              <a:lnSpc>
                <a:spcPct val="100000"/>
              </a:lnSpc>
              <a:spcBef>
                <a:spcPts val="0"/>
              </a:spcBef>
              <a:spcAft>
                <a:spcPts val="0"/>
              </a:spcAft>
              <a:buSzPts val="1000"/>
              <a:buFont typeface="Abel"/>
              <a:buNone/>
              <a:defRPr>
                <a:latin typeface="Abel"/>
                <a:ea typeface="Abel"/>
                <a:cs typeface="Abel"/>
                <a:sym typeface="Abel"/>
              </a:defRPr>
            </a:lvl1pPr>
            <a:lvl2pPr lvl="1">
              <a:lnSpc>
                <a:spcPct val="100000"/>
              </a:lnSpc>
              <a:spcBef>
                <a:spcPts val="0"/>
              </a:spcBef>
              <a:spcAft>
                <a:spcPts val="0"/>
              </a:spcAft>
              <a:buSzPts val="1000"/>
              <a:buFont typeface="Abel"/>
              <a:buNone/>
              <a:defRPr sz="1000">
                <a:latin typeface="Abel"/>
                <a:ea typeface="Abel"/>
                <a:cs typeface="Abel"/>
                <a:sym typeface="Abel"/>
              </a:defRPr>
            </a:lvl2pPr>
            <a:lvl3pPr lvl="2">
              <a:lnSpc>
                <a:spcPct val="100000"/>
              </a:lnSpc>
              <a:spcBef>
                <a:spcPts val="0"/>
              </a:spcBef>
              <a:spcAft>
                <a:spcPts val="0"/>
              </a:spcAft>
              <a:buSzPts val="1000"/>
              <a:buFont typeface="Abel"/>
              <a:buNone/>
              <a:defRPr sz="1000">
                <a:latin typeface="Abel"/>
                <a:ea typeface="Abel"/>
                <a:cs typeface="Abel"/>
                <a:sym typeface="Abel"/>
              </a:defRPr>
            </a:lvl3pPr>
            <a:lvl4pPr lvl="3">
              <a:lnSpc>
                <a:spcPct val="100000"/>
              </a:lnSpc>
              <a:spcBef>
                <a:spcPts val="0"/>
              </a:spcBef>
              <a:spcAft>
                <a:spcPts val="0"/>
              </a:spcAft>
              <a:buSzPts val="1000"/>
              <a:buFont typeface="Abel"/>
              <a:buNone/>
              <a:defRPr sz="1000">
                <a:latin typeface="Abel"/>
                <a:ea typeface="Abel"/>
                <a:cs typeface="Abel"/>
                <a:sym typeface="Abel"/>
              </a:defRPr>
            </a:lvl4pPr>
            <a:lvl5pPr lvl="4">
              <a:lnSpc>
                <a:spcPct val="100000"/>
              </a:lnSpc>
              <a:spcBef>
                <a:spcPts val="0"/>
              </a:spcBef>
              <a:spcAft>
                <a:spcPts val="0"/>
              </a:spcAft>
              <a:buSzPts val="1000"/>
              <a:buFont typeface="Abel"/>
              <a:buNone/>
              <a:defRPr sz="1000">
                <a:latin typeface="Abel"/>
                <a:ea typeface="Abel"/>
                <a:cs typeface="Abel"/>
                <a:sym typeface="Abel"/>
              </a:defRPr>
            </a:lvl5pPr>
            <a:lvl6pPr lvl="5">
              <a:lnSpc>
                <a:spcPct val="100000"/>
              </a:lnSpc>
              <a:spcBef>
                <a:spcPts val="0"/>
              </a:spcBef>
              <a:spcAft>
                <a:spcPts val="0"/>
              </a:spcAft>
              <a:buSzPts val="1000"/>
              <a:buFont typeface="Abel"/>
              <a:buNone/>
              <a:defRPr sz="1000">
                <a:latin typeface="Abel"/>
                <a:ea typeface="Abel"/>
                <a:cs typeface="Abel"/>
                <a:sym typeface="Abel"/>
              </a:defRPr>
            </a:lvl6pPr>
            <a:lvl7pPr lvl="6">
              <a:lnSpc>
                <a:spcPct val="100000"/>
              </a:lnSpc>
              <a:spcBef>
                <a:spcPts val="0"/>
              </a:spcBef>
              <a:spcAft>
                <a:spcPts val="0"/>
              </a:spcAft>
              <a:buSzPts val="1000"/>
              <a:buFont typeface="Abel"/>
              <a:buNone/>
              <a:defRPr sz="1000">
                <a:latin typeface="Abel"/>
                <a:ea typeface="Abel"/>
                <a:cs typeface="Abel"/>
                <a:sym typeface="Abel"/>
              </a:defRPr>
            </a:lvl7pPr>
            <a:lvl8pPr lvl="7">
              <a:lnSpc>
                <a:spcPct val="100000"/>
              </a:lnSpc>
              <a:spcBef>
                <a:spcPts val="0"/>
              </a:spcBef>
              <a:spcAft>
                <a:spcPts val="0"/>
              </a:spcAft>
              <a:buSzPts val="1000"/>
              <a:buFont typeface="Abel"/>
              <a:buNone/>
              <a:defRPr sz="1000">
                <a:latin typeface="Abel"/>
                <a:ea typeface="Abel"/>
                <a:cs typeface="Abel"/>
                <a:sym typeface="Abel"/>
              </a:defRPr>
            </a:lvl8pPr>
            <a:lvl9pPr lvl="8">
              <a:lnSpc>
                <a:spcPct val="100000"/>
              </a:lnSpc>
              <a:spcBef>
                <a:spcPts val="0"/>
              </a:spcBef>
              <a:spcAft>
                <a:spcPts val="0"/>
              </a:spcAft>
              <a:buSzPts val="1000"/>
              <a:buFont typeface="Abel"/>
              <a:buNone/>
              <a:defRPr sz="1000">
                <a:latin typeface="Abel"/>
                <a:ea typeface="Abel"/>
                <a:cs typeface="Abel"/>
                <a:sym typeface="Abel"/>
              </a:defRPr>
            </a:lvl9pPr>
          </a:lstStyle>
          <a:p/>
        </p:txBody>
      </p:sp>
      <p:sp>
        <p:nvSpPr>
          <p:cNvPr id="54" name="Google Shape;54;p9"/>
          <p:cNvSpPr txBox="1"/>
          <p:nvPr>
            <p:ph idx="4" type="ctrTitle"/>
          </p:nvPr>
        </p:nvSpPr>
        <p:spPr>
          <a:xfrm>
            <a:off x="5107893" y="3365575"/>
            <a:ext cx="2619300" cy="576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600"/>
              <a:buNone/>
              <a:defRPr b="0" sz="1600">
                <a:latin typeface="Staatliches"/>
                <a:ea typeface="Staatliches"/>
                <a:cs typeface="Staatliches"/>
                <a:sym typeface="Staatliches"/>
              </a:defRPr>
            </a:lvl1pPr>
            <a:lvl2pPr lvl="1">
              <a:spcBef>
                <a:spcPts val="0"/>
              </a:spcBef>
              <a:spcAft>
                <a:spcPts val="0"/>
              </a:spcAft>
              <a:buSzPts val="1600"/>
              <a:buFont typeface="Anton"/>
              <a:buNone/>
              <a:defRPr b="0" sz="1600">
                <a:latin typeface="Anton"/>
                <a:ea typeface="Anton"/>
                <a:cs typeface="Anton"/>
                <a:sym typeface="Anton"/>
              </a:defRPr>
            </a:lvl2pPr>
            <a:lvl3pPr lvl="2">
              <a:spcBef>
                <a:spcPts val="0"/>
              </a:spcBef>
              <a:spcAft>
                <a:spcPts val="0"/>
              </a:spcAft>
              <a:buSzPts val="1600"/>
              <a:buFont typeface="Anton"/>
              <a:buNone/>
              <a:defRPr b="0" sz="1600">
                <a:latin typeface="Anton"/>
                <a:ea typeface="Anton"/>
                <a:cs typeface="Anton"/>
                <a:sym typeface="Anton"/>
              </a:defRPr>
            </a:lvl3pPr>
            <a:lvl4pPr lvl="3">
              <a:spcBef>
                <a:spcPts val="0"/>
              </a:spcBef>
              <a:spcAft>
                <a:spcPts val="0"/>
              </a:spcAft>
              <a:buSzPts val="1600"/>
              <a:buFont typeface="Anton"/>
              <a:buNone/>
              <a:defRPr b="0" sz="1600">
                <a:latin typeface="Anton"/>
                <a:ea typeface="Anton"/>
                <a:cs typeface="Anton"/>
                <a:sym typeface="Anton"/>
              </a:defRPr>
            </a:lvl4pPr>
            <a:lvl5pPr lvl="4">
              <a:spcBef>
                <a:spcPts val="0"/>
              </a:spcBef>
              <a:spcAft>
                <a:spcPts val="0"/>
              </a:spcAft>
              <a:buSzPts val="1600"/>
              <a:buFont typeface="Anton"/>
              <a:buNone/>
              <a:defRPr b="0" sz="1600">
                <a:latin typeface="Anton"/>
                <a:ea typeface="Anton"/>
                <a:cs typeface="Anton"/>
                <a:sym typeface="Anton"/>
              </a:defRPr>
            </a:lvl5pPr>
            <a:lvl6pPr lvl="5">
              <a:spcBef>
                <a:spcPts val="0"/>
              </a:spcBef>
              <a:spcAft>
                <a:spcPts val="0"/>
              </a:spcAft>
              <a:buSzPts val="1600"/>
              <a:buFont typeface="Anton"/>
              <a:buNone/>
              <a:defRPr b="0" sz="1600">
                <a:latin typeface="Anton"/>
                <a:ea typeface="Anton"/>
                <a:cs typeface="Anton"/>
                <a:sym typeface="Anton"/>
              </a:defRPr>
            </a:lvl6pPr>
            <a:lvl7pPr lvl="6">
              <a:spcBef>
                <a:spcPts val="0"/>
              </a:spcBef>
              <a:spcAft>
                <a:spcPts val="0"/>
              </a:spcAft>
              <a:buSzPts val="1600"/>
              <a:buFont typeface="Anton"/>
              <a:buNone/>
              <a:defRPr b="0" sz="1600">
                <a:latin typeface="Anton"/>
                <a:ea typeface="Anton"/>
                <a:cs typeface="Anton"/>
                <a:sym typeface="Anton"/>
              </a:defRPr>
            </a:lvl7pPr>
            <a:lvl8pPr lvl="7">
              <a:spcBef>
                <a:spcPts val="0"/>
              </a:spcBef>
              <a:spcAft>
                <a:spcPts val="0"/>
              </a:spcAft>
              <a:buSzPts val="1600"/>
              <a:buFont typeface="Anton"/>
              <a:buNone/>
              <a:defRPr b="0" sz="1600">
                <a:latin typeface="Anton"/>
                <a:ea typeface="Anton"/>
                <a:cs typeface="Anton"/>
                <a:sym typeface="Anton"/>
              </a:defRPr>
            </a:lvl8pPr>
            <a:lvl9pPr lvl="8">
              <a:spcBef>
                <a:spcPts val="0"/>
              </a:spcBef>
              <a:spcAft>
                <a:spcPts val="0"/>
              </a:spcAft>
              <a:buSzPts val="1600"/>
              <a:buFont typeface="Anton"/>
              <a:buNone/>
              <a:defRPr b="0" sz="1600">
                <a:latin typeface="Anton"/>
                <a:ea typeface="Anton"/>
                <a:cs typeface="Anton"/>
                <a:sym typeface="Anton"/>
              </a:defRPr>
            </a:lvl9pPr>
          </a:lstStyle>
          <a:p/>
        </p:txBody>
      </p:sp>
      <p:sp>
        <p:nvSpPr>
          <p:cNvPr id="55" name="Google Shape;55;p9"/>
          <p:cNvSpPr txBox="1"/>
          <p:nvPr>
            <p:ph idx="5" type="subTitle"/>
          </p:nvPr>
        </p:nvSpPr>
        <p:spPr>
          <a:xfrm>
            <a:off x="5107893" y="3937703"/>
            <a:ext cx="2907900" cy="974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Font typeface="Abel"/>
              <a:buNone/>
              <a:defRPr>
                <a:latin typeface="Abel"/>
                <a:ea typeface="Abel"/>
                <a:cs typeface="Abel"/>
                <a:sym typeface="Abel"/>
              </a:defRPr>
            </a:lvl1pPr>
            <a:lvl2pPr lvl="1">
              <a:lnSpc>
                <a:spcPct val="100000"/>
              </a:lnSpc>
              <a:spcBef>
                <a:spcPts val="0"/>
              </a:spcBef>
              <a:spcAft>
                <a:spcPts val="0"/>
              </a:spcAft>
              <a:buSzPts val="1000"/>
              <a:buFont typeface="Abel"/>
              <a:buNone/>
              <a:defRPr sz="1000">
                <a:latin typeface="Abel"/>
                <a:ea typeface="Abel"/>
                <a:cs typeface="Abel"/>
                <a:sym typeface="Abel"/>
              </a:defRPr>
            </a:lvl2pPr>
            <a:lvl3pPr lvl="2">
              <a:lnSpc>
                <a:spcPct val="100000"/>
              </a:lnSpc>
              <a:spcBef>
                <a:spcPts val="0"/>
              </a:spcBef>
              <a:spcAft>
                <a:spcPts val="0"/>
              </a:spcAft>
              <a:buSzPts val="1000"/>
              <a:buFont typeface="Abel"/>
              <a:buNone/>
              <a:defRPr sz="1000">
                <a:latin typeface="Abel"/>
                <a:ea typeface="Abel"/>
                <a:cs typeface="Abel"/>
                <a:sym typeface="Abel"/>
              </a:defRPr>
            </a:lvl3pPr>
            <a:lvl4pPr lvl="3">
              <a:lnSpc>
                <a:spcPct val="100000"/>
              </a:lnSpc>
              <a:spcBef>
                <a:spcPts val="0"/>
              </a:spcBef>
              <a:spcAft>
                <a:spcPts val="0"/>
              </a:spcAft>
              <a:buSzPts val="1000"/>
              <a:buFont typeface="Abel"/>
              <a:buNone/>
              <a:defRPr sz="1000">
                <a:latin typeface="Abel"/>
                <a:ea typeface="Abel"/>
                <a:cs typeface="Abel"/>
                <a:sym typeface="Abel"/>
              </a:defRPr>
            </a:lvl4pPr>
            <a:lvl5pPr lvl="4">
              <a:lnSpc>
                <a:spcPct val="100000"/>
              </a:lnSpc>
              <a:spcBef>
                <a:spcPts val="0"/>
              </a:spcBef>
              <a:spcAft>
                <a:spcPts val="0"/>
              </a:spcAft>
              <a:buSzPts val="1000"/>
              <a:buFont typeface="Abel"/>
              <a:buNone/>
              <a:defRPr sz="1000">
                <a:latin typeface="Abel"/>
                <a:ea typeface="Abel"/>
                <a:cs typeface="Abel"/>
                <a:sym typeface="Abel"/>
              </a:defRPr>
            </a:lvl5pPr>
            <a:lvl6pPr lvl="5">
              <a:lnSpc>
                <a:spcPct val="100000"/>
              </a:lnSpc>
              <a:spcBef>
                <a:spcPts val="0"/>
              </a:spcBef>
              <a:spcAft>
                <a:spcPts val="0"/>
              </a:spcAft>
              <a:buSzPts val="1000"/>
              <a:buFont typeface="Abel"/>
              <a:buNone/>
              <a:defRPr sz="1000">
                <a:latin typeface="Abel"/>
                <a:ea typeface="Abel"/>
                <a:cs typeface="Abel"/>
                <a:sym typeface="Abel"/>
              </a:defRPr>
            </a:lvl6pPr>
            <a:lvl7pPr lvl="6">
              <a:lnSpc>
                <a:spcPct val="100000"/>
              </a:lnSpc>
              <a:spcBef>
                <a:spcPts val="0"/>
              </a:spcBef>
              <a:spcAft>
                <a:spcPts val="0"/>
              </a:spcAft>
              <a:buSzPts val="1000"/>
              <a:buFont typeface="Abel"/>
              <a:buNone/>
              <a:defRPr sz="1000">
                <a:latin typeface="Abel"/>
                <a:ea typeface="Abel"/>
                <a:cs typeface="Abel"/>
                <a:sym typeface="Abel"/>
              </a:defRPr>
            </a:lvl7pPr>
            <a:lvl8pPr lvl="7">
              <a:lnSpc>
                <a:spcPct val="100000"/>
              </a:lnSpc>
              <a:spcBef>
                <a:spcPts val="0"/>
              </a:spcBef>
              <a:spcAft>
                <a:spcPts val="0"/>
              </a:spcAft>
              <a:buSzPts val="1000"/>
              <a:buFont typeface="Abel"/>
              <a:buNone/>
              <a:defRPr sz="1000">
                <a:latin typeface="Abel"/>
                <a:ea typeface="Abel"/>
                <a:cs typeface="Abel"/>
                <a:sym typeface="Abel"/>
              </a:defRPr>
            </a:lvl8pPr>
            <a:lvl9pPr lvl="8">
              <a:lnSpc>
                <a:spcPct val="100000"/>
              </a:lnSpc>
              <a:spcBef>
                <a:spcPts val="0"/>
              </a:spcBef>
              <a:spcAft>
                <a:spcPts val="0"/>
              </a:spcAft>
              <a:buSzPts val="1000"/>
              <a:buFont typeface="Abel"/>
              <a:buNone/>
              <a:defRPr sz="1000">
                <a:latin typeface="Abel"/>
                <a:ea typeface="Abel"/>
                <a:cs typeface="Abel"/>
                <a:sym typeface="Abel"/>
              </a:defRPr>
            </a:lvl9pPr>
          </a:lstStyle>
          <a:p/>
        </p:txBody>
      </p:sp>
      <p:sp>
        <p:nvSpPr>
          <p:cNvPr id="56" name="Google Shape;56;p9"/>
          <p:cNvSpPr txBox="1"/>
          <p:nvPr>
            <p:ph idx="6" type="ctrTitle"/>
          </p:nvPr>
        </p:nvSpPr>
        <p:spPr>
          <a:xfrm>
            <a:off x="5107893" y="1663150"/>
            <a:ext cx="2784900" cy="5763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600"/>
              <a:buNone/>
              <a:defRPr b="0" sz="1600">
                <a:latin typeface="Staatliches"/>
                <a:ea typeface="Staatliches"/>
                <a:cs typeface="Staatliches"/>
                <a:sym typeface="Staatliches"/>
              </a:defRPr>
            </a:lvl1pPr>
            <a:lvl2pPr lvl="1">
              <a:spcBef>
                <a:spcPts val="0"/>
              </a:spcBef>
              <a:spcAft>
                <a:spcPts val="0"/>
              </a:spcAft>
              <a:buSzPts val="1600"/>
              <a:buFont typeface="Anton"/>
              <a:buNone/>
              <a:defRPr b="0" sz="1600">
                <a:latin typeface="Anton"/>
                <a:ea typeface="Anton"/>
                <a:cs typeface="Anton"/>
                <a:sym typeface="Anton"/>
              </a:defRPr>
            </a:lvl2pPr>
            <a:lvl3pPr lvl="2">
              <a:spcBef>
                <a:spcPts val="0"/>
              </a:spcBef>
              <a:spcAft>
                <a:spcPts val="0"/>
              </a:spcAft>
              <a:buSzPts val="1600"/>
              <a:buFont typeface="Anton"/>
              <a:buNone/>
              <a:defRPr b="0" sz="1600">
                <a:latin typeface="Anton"/>
                <a:ea typeface="Anton"/>
                <a:cs typeface="Anton"/>
                <a:sym typeface="Anton"/>
              </a:defRPr>
            </a:lvl3pPr>
            <a:lvl4pPr lvl="3">
              <a:spcBef>
                <a:spcPts val="0"/>
              </a:spcBef>
              <a:spcAft>
                <a:spcPts val="0"/>
              </a:spcAft>
              <a:buSzPts val="1600"/>
              <a:buFont typeface="Anton"/>
              <a:buNone/>
              <a:defRPr b="0" sz="1600">
                <a:latin typeface="Anton"/>
                <a:ea typeface="Anton"/>
                <a:cs typeface="Anton"/>
                <a:sym typeface="Anton"/>
              </a:defRPr>
            </a:lvl4pPr>
            <a:lvl5pPr lvl="4">
              <a:spcBef>
                <a:spcPts val="0"/>
              </a:spcBef>
              <a:spcAft>
                <a:spcPts val="0"/>
              </a:spcAft>
              <a:buSzPts val="1600"/>
              <a:buFont typeface="Anton"/>
              <a:buNone/>
              <a:defRPr b="0" sz="1600">
                <a:latin typeface="Anton"/>
                <a:ea typeface="Anton"/>
                <a:cs typeface="Anton"/>
                <a:sym typeface="Anton"/>
              </a:defRPr>
            </a:lvl5pPr>
            <a:lvl6pPr lvl="5">
              <a:spcBef>
                <a:spcPts val="0"/>
              </a:spcBef>
              <a:spcAft>
                <a:spcPts val="0"/>
              </a:spcAft>
              <a:buSzPts val="1600"/>
              <a:buFont typeface="Anton"/>
              <a:buNone/>
              <a:defRPr b="0" sz="1600">
                <a:latin typeface="Anton"/>
                <a:ea typeface="Anton"/>
                <a:cs typeface="Anton"/>
                <a:sym typeface="Anton"/>
              </a:defRPr>
            </a:lvl6pPr>
            <a:lvl7pPr lvl="6">
              <a:spcBef>
                <a:spcPts val="0"/>
              </a:spcBef>
              <a:spcAft>
                <a:spcPts val="0"/>
              </a:spcAft>
              <a:buSzPts val="1600"/>
              <a:buFont typeface="Anton"/>
              <a:buNone/>
              <a:defRPr b="0" sz="1600">
                <a:latin typeface="Anton"/>
                <a:ea typeface="Anton"/>
                <a:cs typeface="Anton"/>
                <a:sym typeface="Anton"/>
              </a:defRPr>
            </a:lvl7pPr>
            <a:lvl8pPr lvl="7">
              <a:spcBef>
                <a:spcPts val="0"/>
              </a:spcBef>
              <a:spcAft>
                <a:spcPts val="0"/>
              </a:spcAft>
              <a:buSzPts val="1600"/>
              <a:buFont typeface="Anton"/>
              <a:buNone/>
              <a:defRPr b="0" sz="1600">
                <a:latin typeface="Anton"/>
                <a:ea typeface="Anton"/>
                <a:cs typeface="Anton"/>
                <a:sym typeface="Anton"/>
              </a:defRPr>
            </a:lvl8pPr>
            <a:lvl9pPr lvl="8">
              <a:spcBef>
                <a:spcPts val="0"/>
              </a:spcBef>
              <a:spcAft>
                <a:spcPts val="0"/>
              </a:spcAft>
              <a:buSzPts val="1600"/>
              <a:buFont typeface="Anton"/>
              <a:buNone/>
              <a:defRPr b="0" sz="1600">
                <a:latin typeface="Anton"/>
                <a:ea typeface="Anton"/>
                <a:cs typeface="Anton"/>
                <a:sym typeface="Anton"/>
              </a:defRPr>
            </a:lvl9pPr>
          </a:lstStyle>
          <a:p/>
        </p:txBody>
      </p:sp>
      <p:sp>
        <p:nvSpPr>
          <p:cNvPr id="57" name="Google Shape;57;p9"/>
          <p:cNvSpPr txBox="1"/>
          <p:nvPr>
            <p:ph idx="7" type="subTitle"/>
          </p:nvPr>
        </p:nvSpPr>
        <p:spPr>
          <a:xfrm>
            <a:off x="5107893" y="2239450"/>
            <a:ext cx="2907900" cy="974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Font typeface="Abel"/>
              <a:buNone/>
              <a:defRPr>
                <a:latin typeface="Abel"/>
                <a:ea typeface="Abel"/>
                <a:cs typeface="Abel"/>
                <a:sym typeface="Abel"/>
              </a:defRPr>
            </a:lvl1pPr>
            <a:lvl2pPr lvl="1">
              <a:lnSpc>
                <a:spcPct val="100000"/>
              </a:lnSpc>
              <a:spcBef>
                <a:spcPts val="0"/>
              </a:spcBef>
              <a:spcAft>
                <a:spcPts val="0"/>
              </a:spcAft>
              <a:buSzPts val="1000"/>
              <a:buFont typeface="Abel"/>
              <a:buNone/>
              <a:defRPr sz="1000">
                <a:latin typeface="Abel"/>
                <a:ea typeface="Abel"/>
                <a:cs typeface="Abel"/>
                <a:sym typeface="Abel"/>
              </a:defRPr>
            </a:lvl2pPr>
            <a:lvl3pPr lvl="2">
              <a:lnSpc>
                <a:spcPct val="100000"/>
              </a:lnSpc>
              <a:spcBef>
                <a:spcPts val="0"/>
              </a:spcBef>
              <a:spcAft>
                <a:spcPts val="0"/>
              </a:spcAft>
              <a:buSzPts val="1000"/>
              <a:buFont typeface="Abel"/>
              <a:buNone/>
              <a:defRPr sz="1000">
                <a:latin typeface="Abel"/>
                <a:ea typeface="Abel"/>
                <a:cs typeface="Abel"/>
                <a:sym typeface="Abel"/>
              </a:defRPr>
            </a:lvl3pPr>
            <a:lvl4pPr lvl="3">
              <a:lnSpc>
                <a:spcPct val="100000"/>
              </a:lnSpc>
              <a:spcBef>
                <a:spcPts val="0"/>
              </a:spcBef>
              <a:spcAft>
                <a:spcPts val="0"/>
              </a:spcAft>
              <a:buSzPts val="1000"/>
              <a:buFont typeface="Abel"/>
              <a:buNone/>
              <a:defRPr sz="1000">
                <a:latin typeface="Abel"/>
                <a:ea typeface="Abel"/>
                <a:cs typeface="Abel"/>
                <a:sym typeface="Abel"/>
              </a:defRPr>
            </a:lvl4pPr>
            <a:lvl5pPr lvl="4">
              <a:lnSpc>
                <a:spcPct val="100000"/>
              </a:lnSpc>
              <a:spcBef>
                <a:spcPts val="0"/>
              </a:spcBef>
              <a:spcAft>
                <a:spcPts val="0"/>
              </a:spcAft>
              <a:buSzPts val="1000"/>
              <a:buFont typeface="Abel"/>
              <a:buNone/>
              <a:defRPr sz="1000">
                <a:latin typeface="Abel"/>
                <a:ea typeface="Abel"/>
                <a:cs typeface="Abel"/>
                <a:sym typeface="Abel"/>
              </a:defRPr>
            </a:lvl5pPr>
            <a:lvl6pPr lvl="5">
              <a:lnSpc>
                <a:spcPct val="100000"/>
              </a:lnSpc>
              <a:spcBef>
                <a:spcPts val="0"/>
              </a:spcBef>
              <a:spcAft>
                <a:spcPts val="0"/>
              </a:spcAft>
              <a:buSzPts val="1000"/>
              <a:buFont typeface="Abel"/>
              <a:buNone/>
              <a:defRPr sz="1000">
                <a:latin typeface="Abel"/>
                <a:ea typeface="Abel"/>
                <a:cs typeface="Abel"/>
                <a:sym typeface="Abel"/>
              </a:defRPr>
            </a:lvl6pPr>
            <a:lvl7pPr lvl="6">
              <a:lnSpc>
                <a:spcPct val="100000"/>
              </a:lnSpc>
              <a:spcBef>
                <a:spcPts val="0"/>
              </a:spcBef>
              <a:spcAft>
                <a:spcPts val="0"/>
              </a:spcAft>
              <a:buSzPts val="1000"/>
              <a:buFont typeface="Abel"/>
              <a:buNone/>
              <a:defRPr sz="1000">
                <a:latin typeface="Abel"/>
                <a:ea typeface="Abel"/>
                <a:cs typeface="Abel"/>
                <a:sym typeface="Abel"/>
              </a:defRPr>
            </a:lvl7pPr>
            <a:lvl8pPr lvl="7">
              <a:lnSpc>
                <a:spcPct val="100000"/>
              </a:lnSpc>
              <a:spcBef>
                <a:spcPts val="0"/>
              </a:spcBef>
              <a:spcAft>
                <a:spcPts val="0"/>
              </a:spcAft>
              <a:buSzPts val="1000"/>
              <a:buFont typeface="Abel"/>
              <a:buNone/>
              <a:defRPr sz="1000">
                <a:latin typeface="Abel"/>
                <a:ea typeface="Abel"/>
                <a:cs typeface="Abel"/>
                <a:sym typeface="Abel"/>
              </a:defRPr>
            </a:lvl8pPr>
            <a:lvl9pPr lvl="8">
              <a:lnSpc>
                <a:spcPct val="100000"/>
              </a:lnSpc>
              <a:spcBef>
                <a:spcPts val="0"/>
              </a:spcBef>
              <a:spcAft>
                <a:spcPts val="0"/>
              </a:spcAft>
              <a:buSzPts val="1000"/>
              <a:buFont typeface="Abel"/>
              <a:buNone/>
              <a:defRPr sz="1000">
                <a:latin typeface="Abel"/>
                <a:ea typeface="Abel"/>
                <a:cs typeface="Abel"/>
                <a:sym typeface="Abel"/>
              </a:defRPr>
            </a:lvl9pPr>
          </a:lstStyle>
          <a:p/>
        </p:txBody>
      </p:sp>
      <p:sp>
        <p:nvSpPr>
          <p:cNvPr id="58" name="Google Shape;58;p9"/>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9"/>
          <p:cNvSpPr txBox="1"/>
          <p:nvPr>
            <p:ph idx="8"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p:cSld name="CUSTOM_6_1_1_1">
    <p:bg>
      <p:bgPr>
        <a:solidFill>
          <a:schemeClr val="dk1"/>
        </a:solidFill>
      </p:bgPr>
    </p:bg>
    <p:spTree>
      <p:nvGrpSpPr>
        <p:cNvPr id="61" name="Shape 61"/>
        <p:cNvGrpSpPr/>
        <p:nvPr/>
      </p:nvGrpSpPr>
      <p:grpSpPr>
        <a:xfrm>
          <a:off x="0" y="0"/>
          <a:ext cx="0" cy="0"/>
          <a:chOff x="0" y="0"/>
          <a:chExt cx="0" cy="0"/>
        </a:xfrm>
      </p:grpSpPr>
      <p:sp>
        <p:nvSpPr>
          <p:cNvPr id="62" name="Google Shape;62;p10"/>
          <p:cNvSpPr txBox="1"/>
          <p:nvPr>
            <p:ph type="ctrTitle"/>
          </p:nvPr>
        </p:nvSpPr>
        <p:spPr>
          <a:xfrm>
            <a:off x="889350" y="1658275"/>
            <a:ext cx="4538400" cy="1827000"/>
          </a:xfrm>
          <a:prstGeom prst="rect">
            <a:avLst/>
          </a:prstGeom>
        </p:spPr>
        <p:txBody>
          <a:bodyPr anchorCtr="0" anchor="ctr" bIns="91425" lIns="91425" spcFirstLastPara="1" rIns="91425" wrap="square" tIns="91425">
            <a:noAutofit/>
          </a:bodyPr>
          <a:lstStyle>
            <a:lvl1pPr lvl="0">
              <a:spcBef>
                <a:spcPts val="0"/>
              </a:spcBef>
              <a:spcAft>
                <a:spcPts val="0"/>
              </a:spcAft>
              <a:buClr>
                <a:srgbClr val="2D406A"/>
              </a:buClr>
              <a:buSzPts val="4800"/>
              <a:buNone/>
              <a:defRPr b="0" sz="7200">
                <a:latin typeface="Staatliches"/>
                <a:ea typeface="Staatliches"/>
                <a:cs typeface="Staatliches"/>
                <a:sym typeface="Staatliches"/>
              </a:defRPr>
            </a:lvl1pPr>
            <a:lvl2pPr lvl="1" algn="ctr">
              <a:spcBef>
                <a:spcPts val="0"/>
              </a:spcBef>
              <a:spcAft>
                <a:spcPts val="0"/>
              </a:spcAft>
              <a:buClr>
                <a:srgbClr val="338987"/>
              </a:buClr>
              <a:buSzPts val="4800"/>
              <a:buNone/>
              <a:defRPr b="0" sz="4800">
                <a:solidFill>
                  <a:srgbClr val="338987"/>
                </a:solidFill>
              </a:defRPr>
            </a:lvl2pPr>
            <a:lvl3pPr lvl="2" algn="ctr">
              <a:spcBef>
                <a:spcPts val="0"/>
              </a:spcBef>
              <a:spcAft>
                <a:spcPts val="0"/>
              </a:spcAft>
              <a:buClr>
                <a:srgbClr val="338987"/>
              </a:buClr>
              <a:buSzPts val="4800"/>
              <a:buNone/>
              <a:defRPr b="0" sz="4800">
                <a:solidFill>
                  <a:srgbClr val="338987"/>
                </a:solidFill>
              </a:defRPr>
            </a:lvl3pPr>
            <a:lvl4pPr lvl="3" algn="ctr">
              <a:spcBef>
                <a:spcPts val="0"/>
              </a:spcBef>
              <a:spcAft>
                <a:spcPts val="0"/>
              </a:spcAft>
              <a:buClr>
                <a:srgbClr val="338987"/>
              </a:buClr>
              <a:buSzPts val="4800"/>
              <a:buNone/>
              <a:defRPr b="0" sz="4800">
                <a:solidFill>
                  <a:srgbClr val="338987"/>
                </a:solidFill>
              </a:defRPr>
            </a:lvl4pPr>
            <a:lvl5pPr lvl="4" algn="ctr">
              <a:spcBef>
                <a:spcPts val="0"/>
              </a:spcBef>
              <a:spcAft>
                <a:spcPts val="0"/>
              </a:spcAft>
              <a:buClr>
                <a:srgbClr val="338987"/>
              </a:buClr>
              <a:buSzPts val="4800"/>
              <a:buNone/>
              <a:defRPr b="0" sz="4800">
                <a:solidFill>
                  <a:srgbClr val="338987"/>
                </a:solidFill>
              </a:defRPr>
            </a:lvl5pPr>
            <a:lvl6pPr lvl="5" algn="ctr">
              <a:spcBef>
                <a:spcPts val="0"/>
              </a:spcBef>
              <a:spcAft>
                <a:spcPts val="0"/>
              </a:spcAft>
              <a:buClr>
                <a:srgbClr val="338987"/>
              </a:buClr>
              <a:buSzPts val="4800"/>
              <a:buNone/>
              <a:defRPr b="0" sz="4800">
                <a:solidFill>
                  <a:srgbClr val="338987"/>
                </a:solidFill>
              </a:defRPr>
            </a:lvl6pPr>
            <a:lvl7pPr lvl="6" algn="ctr">
              <a:spcBef>
                <a:spcPts val="0"/>
              </a:spcBef>
              <a:spcAft>
                <a:spcPts val="0"/>
              </a:spcAft>
              <a:buClr>
                <a:srgbClr val="338987"/>
              </a:buClr>
              <a:buSzPts val="4800"/>
              <a:buNone/>
              <a:defRPr b="0" sz="4800">
                <a:solidFill>
                  <a:srgbClr val="338987"/>
                </a:solidFill>
              </a:defRPr>
            </a:lvl7pPr>
            <a:lvl8pPr lvl="7" algn="ctr">
              <a:spcBef>
                <a:spcPts val="0"/>
              </a:spcBef>
              <a:spcAft>
                <a:spcPts val="0"/>
              </a:spcAft>
              <a:buClr>
                <a:srgbClr val="338987"/>
              </a:buClr>
              <a:buSzPts val="4800"/>
              <a:buNone/>
              <a:defRPr b="0" sz="4800">
                <a:solidFill>
                  <a:srgbClr val="338987"/>
                </a:solidFill>
              </a:defRPr>
            </a:lvl8pPr>
            <a:lvl9pPr lvl="8" algn="ctr">
              <a:spcBef>
                <a:spcPts val="0"/>
              </a:spcBef>
              <a:spcAft>
                <a:spcPts val="0"/>
              </a:spcAft>
              <a:buClr>
                <a:srgbClr val="338987"/>
              </a:buClr>
              <a:buSzPts val="4800"/>
              <a:buNone/>
              <a:defRPr b="0" sz="4800">
                <a:solidFill>
                  <a:srgbClr val="338987"/>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1">
  <p:cSld name="CUSTOM_6_1_1_1_1">
    <p:bg>
      <p:bgPr>
        <a:solidFill>
          <a:schemeClr val="dk1"/>
        </a:solidFill>
      </p:bgPr>
    </p:bg>
    <p:spTree>
      <p:nvGrpSpPr>
        <p:cNvPr id="63" name="Shape 63"/>
        <p:cNvGrpSpPr/>
        <p:nvPr/>
      </p:nvGrpSpPr>
      <p:grpSpPr>
        <a:xfrm>
          <a:off x="0" y="0"/>
          <a:ext cx="0" cy="0"/>
          <a:chOff x="0" y="0"/>
          <a:chExt cx="0" cy="0"/>
        </a:xfrm>
      </p:grpSpPr>
      <p:sp>
        <p:nvSpPr>
          <p:cNvPr id="64" name="Google Shape;64;p11"/>
          <p:cNvSpPr txBox="1"/>
          <p:nvPr>
            <p:ph type="ctrTitle"/>
          </p:nvPr>
        </p:nvSpPr>
        <p:spPr>
          <a:xfrm>
            <a:off x="5641825" y="1658275"/>
            <a:ext cx="2655600" cy="1827000"/>
          </a:xfrm>
          <a:prstGeom prst="rect">
            <a:avLst/>
          </a:prstGeom>
        </p:spPr>
        <p:txBody>
          <a:bodyPr anchorCtr="0" anchor="ctr" bIns="91425" lIns="91425" spcFirstLastPara="1" rIns="91425" wrap="square" tIns="91425">
            <a:noAutofit/>
          </a:bodyPr>
          <a:lstStyle>
            <a:lvl1pPr lvl="0">
              <a:spcBef>
                <a:spcPts val="0"/>
              </a:spcBef>
              <a:spcAft>
                <a:spcPts val="0"/>
              </a:spcAft>
              <a:buClr>
                <a:srgbClr val="2D406A"/>
              </a:buClr>
              <a:buSzPts val="4800"/>
              <a:buNone/>
              <a:defRPr b="0" sz="3600">
                <a:latin typeface="Staatliches"/>
                <a:ea typeface="Staatliches"/>
                <a:cs typeface="Staatliches"/>
                <a:sym typeface="Staatliches"/>
              </a:defRPr>
            </a:lvl1pPr>
            <a:lvl2pPr lvl="1" algn="ctr">
              <a:spcBef>
                <a:spcPts val="0"/>
              </a:spcBef>
              <a:spcAft>
                <a:spcPts val="0"/>
              </a:spcAft>
              <a:buClr>
                <a:srgbClr val="338987"/>
              </a:buClr>
              <a:buSzPts val="4800"/>
              <a:buNone/>
              <a:defRPr b="0" sz="4800">
                <a:solidFill>
                  <a:srgbClr val="338987"/>
                </a:solidFill>
              </a:defRPr>
            </a:lvl2pPr>
            <a:lvl3pPr lvl="2" algn="ctr">
              <a:spcBef>
                <a:spcPts val="0"/>
              </a:spcBef>
              <a:spcAft>
                <a:spcPts val="0"/>
              </a:spcAft>
              <a:buClr>
                <a:srgbClr val="338987"/>
              </a:buClr>
              <a:buSzPts val="4800"/>
              <a:buNone/>
              <a:defRPr b="0" sz="4800">
                <a:solidFill>
                  <a:srgbClr val="338987"/>
                </a:solidFill>
              </a:defRPr>
            </a:lvl3pPr>
            <a:lvl4pPr lvl="3" algn="ctr">
              <a:spcBef>
                <a:spcPts val="0"/>
              </a:spcBef>
              <a:spcAft>
                <a:spcPts val="0"/>
              </a:spcAft>
              <a:buClr>
                <a:srgbClr val="338987"/>
              </a:buClr>
              <a:buSzPts val="4800"/>
              <a:buNone/>
              <a:defRPr b="0" sz="4800">
                <a:solidFill>
                  <a:srgbClr val="338987"/>
                </a:solidFill>
              </a:defRPr>
            </a:lvl4pPr>
            <a:lvl5pPr lvl="4" algn="ctr">
              <a:spcBef>
                <a:spcPts val="0"/>
              </a:spcBef>
              <a:spcAft>
                <a:spcPts val="0"/>
              </a:spcAft>
              <a:buClr>
                <a:srgbClr val="338987"/>
              </a:buClr>
              <a:buSzPts val="4800"/>
              <a:buNone/>
              <a:defRPr b="0" sz="4800">
                <a:solidFill>
                  <a:srgbClr val="338987"/>
                </a:solidFill>
              </a:defRPr>
            </a:lvl5pPr>
            <a:lvl6pPr lvl="5" algn="ctr">
              <a:spcBef>
                <a:spcPts val="0"/>
              </a:spcBef>
              <a:spcAft>
                <a:spcPts val="0"/>
              </a:spcAft>
              <a:buClr>
                <a:srgbClr val="338987"/>
              </a:buClr>
              <a:buSzPts val="4800"/>
              <a:buNone/>
              <a:defRPr b="0" sz="4800">
                <a:solidFill>
                  <a:srgbClr val="338987"/>
                </a:solidFill>
              </a:defRPr>
            </a:lvl6pPr>
            <a:lvl7pPr lvl="6" algn="ctr">
              <a:spcBef>
                <a:spcPts val="0"/>
              </a:spcBef>
              <a:spcAft>
                <a:spcPts val="0"/>
              </a:spcAft>
              <a:buClr>
                <a:srgbClr val="338987"/>
              </a:buClr>
              <a:buSzPts val="4800"/>
              <a:buNone/>
              <a:defRPr b="0" sz="4800">
                <a:solidFill>
                  <a:srgbClr val="338987"/>
                </a:solidFill>
              </a:defRPr>
            </a:lvl7pPr>
            <a:lvl8pPr lvl="7" algn="ctr">
              <a:spcBef>
                <a:spcPts val="0"/>
              </a:spcBef>
              <a:spcAft>
                <a:spcPts val="0"/>
              </a:spcAft>
              <a:buClr>
                <a:srgbClr val="338987"/>
              </a:buClr>
              <a:buSzPts val="4800"/>
              <a:buNone/>
              <a:defRPr b="0" sz="4800">
                <a:solidFill>
                  <a:srgbClr val="338987"/>
                </a:solidFill>
              </a:defRPr>
            </a:lvl8pPr>
            <a:lvl9pPr lvl="8" algn="ctr">
              <a:spcBef>
                <a:spcPts val="0"/>
              </a:spcBef>
              <a:spcAft>
                <a:spcPts val="0"/>
              </a:spcAft>
              <a:buClr>
                <a:srgbClr val="338987"/>
              </a:buClr>
              <a:buSzPts val="4800"/>
              <a:buNone/>
              <a:defRPr b="0" sz="4800">
                <a:solidFill>
                  <a:srgbClr val="338987"/>
                </a:solidFill>
              </a:defRPr>
            </a:lvl9pPr>
          </a:lstStyle>
          <a:p/>
        </p:txBody>
      </p:sp>
      <p:grpSp>
        <p:nvGrpSpPr>
          <p:cNvPr id="65" name="Google Shape;65;p11"/>
          <p:cNvGrpSpPr/>
          <p:nvPr/>
        </p:nvGrpSpPr>
        <p:grpSpPr>
          <a:xfrm>
            <a:off x="429933" y="1083300"/>
            <a:ext cx="4465655" cy="3077191"/>
            <a:chOff x="1211784" y="1483576"/>
            <a:chExt cx="6753864" cy="2714769"/>
          </a:xfrm>
        </p:grpSpPr>
        <p:sp>
          <p:nvSpPr>
            <p:cNvPr id="66" name="Google Shape;66;p11"/>
            <p:cNvSpPr/>
            <p:nvPr/>
          </p:nvSpPr>
          <p:spPr>
            <a:xfrm>
              <a:off x="1211784" y="1575146"/>
              <a:ext cx="6648000" cy="26232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1"/>
            <p:cNvSpPr/>
            <p:nvPr/>
          </p:nvSpPr>
          <p:spPr>
            <a:xfrm>
              <a:off x="1317648" y="1483576"/>
              <a:ext cx="6648000" cy="26232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
  <p:cSld name="CUSTOM_6_1_1_2">
    <p:bg>
      <p:bgPr>
        <a:solidFill>
          <a:schemeClr val="dk1"/>
        </a:solidFill>
      </p:bgPr>
    </p:bg>
    <p:spTree>
      <p:nvGrpSpPr>
        <p:cNvPr id="68" name="Shape 68"/>
        <p:cNvGrpSpPr/>
        <p:nvPr/>
      </p:nvGrpSpPr>
      <p:grpSpPr>
        <a:xfrm>
          <a:off x="0" y="0"/>
          <a:ext cx="0" cy="0"/>
          <a:chOff x="0" y="0"/>
          <a:chExt cx="0" cy="0"/>
        </a:xfrm>
      </p:grpSpPr>
      <p:sp>
        <p:nvSpPr>
          <p:cNvPr id="69" name="Google Shape;69;p12"/>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2"/>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2"/>
          <p:cNvSpPr txBox="1"/>
          <p:nvPr>
            <p:ph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NUMBER">
  <p:cSld name="CUSTOM_6_1_1_2_1_1">
    <p:bg>
      <p:bgPr>
        <a:solidFill>
          <a:schemeClr val="dk1"/>
        </a:solidFill>
      </p:bgPr>
    </p:bg>
    <p:spTree>
      <p:nvGrpSpPr>
        <p:cNvPr id="72" name="Shape 72"/>
        <p:cNvGrpSpPr/>
        <p:nvPr/>
      </p:nvGrpSpPr>
      <p:grpSpPr>
        <a:xfrm>
          <a:off x="0" y="0"/>
          <a:ext cx="0" cy="0"/>
          <a:chOff x="0" y="0"/>
          <a:chExt cx="0" cy="0"/>
        </a:xfrm>
      </p:grpSpPr>
      <p:sp>
        <p:nvSpPr>
          <p:cNvPr id="73" name="Google Shape;73;p13"/>
          <p:cNvSpPr txBox="1"/>
          <p:nvPr>
            <p:ph idx="1" type="subTitle"/>
          </p:nvPr>
        </p:nvSpPr>
        <p:spPr>
          <a:xfrm>
            <a:off x="1551538" y="1552688"/>
            <a:ext cx="1887600" cy="43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nSpc>
                <a:spcPct val="100000"/>
              </a:lnSpc>
              <a:spcBef>
                <a:spcPts val="0"/>
              </a:spcBef>
              <a:spcAft>
                <a:spcPts val="0"/>
              </a:spcAft>
              <a:buSzPts val="1200"/>
              <a:buNone/>
              <a:defRPr sz="1200"/>
            </a:lvl2pPr>
            <a:lvl3pPr lvl="2">
              <a:lnSpc>
                <a:spcPct val="100000"/>
              </a:lnSpc>
              <a:spcBef>
                <a:spcPts val="0"/>
              </a:spcBef>
              <a:spcAft>
                <a:spcPts val="0"/>
              </a:spcAft>
              <a:buSzPts val="1200"/>
              <a:buNone/>
              <a:defRPr sz="1200"/>
            </a:lvl3pPr>
            <a:lvl4pPr lvl="3">
              <a:lnSpc>
                <a:spcPct val="100000"/>
              </a:lnSpc>
              <a:spcBef>
                <a:spcPts val="0"/>
              </a:spcBef>
              <a:spcAft>
                <a:spcPts val="0"/>
              </a:spcAft>
              <a:buSzPts val="1200"/>
              <a:buNone/>
              <a:defRPr sz="1200"/>
            </a:lvl4pPr>
            <a:lvl5pPr lvl="4">
              <a:lnSpc>
                <a:spcPct val="100000"/>
              </a:lnSpc>
              <a:spcBef>
                <a:spcPts val="0"/>
              </a:spcBef>
              <a:spcAft>
                <a:spcPts val="0"/>
              </a:spcAft>
              <a:buSzPts val="1200"/>
              <a:buNone/>
              <a:defRPr sz="1200"/>
            </a:lvl5pPr>
            <a:lvl6pPr lvl="5">
              <a:lnSpc>
                <a:spcPct val="100000"/>
              </a:lnSpc>
              <a:spcBef>
                <a:spcPts val="0"/>
              </a:spcBef>
              <a:spcAft>
                <a:spcPts val="0"/>
              </a:spcAft>
              <a:buSzPts val="1200"/>
              <a:buNone/>
              <a:defRPr sz="1200"/>
            </a:lvl6pPr>
            <a:lvl7pPr lvl="6">
              <a:lnSpc>
                <a:spcPct val="100000"/>
              </a:lnSpc>
              <a:spcBef>
                <a:spcPts val="0"/>
              </a:spcBef>
              <a:spcAft>
                <a:spcPts val="0"/>
              </a:spcAft>
              <a:buSzPts val="1200"/>
              <a:buNone/>
              <a:defRPr sz="1200"/>
            </a:lvl7pPr>
            <a:lvl8pPr lvl="7">
              <a:lnSpc>
                <a:spcPct val="100000"/>
              </a:lnSpc>
              <a:spcBef>
                <a:spcPts val="0"/>
              </a:spcBef>
              <a:spcAft>
                <a:spcPts val="0"/>
              </a:spcAft>
              <a:buSzPts val="1200"/>
              <a:buNone/>
              <a:defRPr sz="1200"/>
            </a:lvl8pPr>
            <a:lvl9pPr lvl="8">
              <a:lnSpc>
                <a:spcPct val="100000"/>
              </a:lnSpc>
              <a:spcBef>
                <a:spcPts val="0"/>
              </a:spcBef>
              <a:spcAft>
                <a:spcPts val="0"/>
              </a:spcAft>
              <a:buSzPts val="1200"/>
              <a:buNone/>
              <a:defRPr sz="1200"/>
            </a:lvl9pPr>
          </a:lstStyle>
          <a:p/>
        </p:txBody>
      </p:sp>
      <p:sp>
        <p:nvSpPr>
          <p:cNvPr id="74" name="Google Shape;74;p13"/>
          <p:cNvSpPr txBox="1"/>
          <p:nvPr>
            <p:ph hasCustomPrompt="1" type="title"/>
          </p:nvPr>
        </p:nvSpPr>
        <p:spPr>
          <a:xfrm>
            <a:off x="1317988" y="938488"/>
            <a:ext cx="2354700" cy="679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3F3F3"/>
              </a:buClr>
              <a:buSzPts val="3000"/>
              <a:buNone/>
              <a:defRPr b="0" sz="3000">
                <a:latin typeface="Staatliches"/>
                <a:ea typeface="Staatliches"/>
                <a:cs typeface="Staatliches"/>
                <a:sym typeface="Staatliches"/>
              </a:defRPr>
            </a:lvl1pPr>
            <a:lvl2pPr lvl="1">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2pPr>
            <a:lvl3pPr lvl="2">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3pPr>
            <a:lvl4pPr lvl="3">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4pPr>
            <a:lvl5pPr lvl="4">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5pPr>
            <a:lvl6pPr lvl="5">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6pPr>
            <a:lvl7pPr lvl="6">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7pPr>
            <a:lvl8pPr lvl="7">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8pPr>
            <a:lvl9pPr lvl="8">
              <a:spcBef>
                <a:spcPts val="0"/>
              </a:spcBef>
              <a:spcAft>
                <a:spcPts val="0"/>
              </a:spcAft>
              <a:buClr>
                <a:schemeClr val="dk1"/>
              </a:buClr>
              <a:buSzPts val="3000"/>
              <a:buFont typeface="Unica One"/>
              <a:buNone/>
              <a:defRPr sz="3000">
                <a:solidFill>
                  <a:schemeClr val="dk1"/>
                </a:solidFill>
                <a:latin typeface="Unica One"/>
                <a:ea typeface="Unica One"/>
                <a:cs typeface="Unica One"/>
                <a:sym typeface="Unica One"/>
              </a:defRPr>
            </a:lvl9pPr>
          </a:lstStyle>
          <a:p>
            <a:r>
              <a:t>xx%</a:t>
            </a:r>
          </a:p>
        </p:txBody>
      </p:sp>
      <p:sp>
        <p:nvSpPr>
          <p:cNvPr id="75" name="Google Shape;75;p13"/>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txBox="1"/>
          <p:nvPr>
            <p:ph idx="2"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6_1_1_2_1_1_1">
    <p:bg>
      <p:bgPr>
        <a:solidFill>
          <a:schemeClr val="dk1"/>
        </a:solidFill>
      </p:bgPr>
    </p:bg>
    <p:spTree>
      <p:nvGrpSpPr>
        <p:cNvPr id="78" name="Shape 78"/>
        <p:cNvGrpSpPr/>
        <p:nvPr/>
      </p:nvGrpSpPr>
      <p:grpSpPr>
        <a:xfrm>
          <a:off x="0" y="0"/>
          <a:ext cx="0" cy="0"/>
          <a:chOff x="0" y="0"/>
          <a:chExt cx="0" cy="0"/>
        </a:xfrm>
      </p:grpSpPr>
      <p:sp>
        <p:nvSpPr>
          <p:cNvPr id="79" name="Google Shape;79;p14"/>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txBox="1"/>
          <p:nvPr>
            <p:ph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
        <p:nvSpPr>
          <p:cNvPr id="82" name="Google Shape;82;p14"/>
          <p:cNvSpPr txBox="1"/>
          <p:nvPr>
            <p:ph idx="2" type="title"/>
          </p:nvPr>
        </p:nvSpPr>
        <p:spPr>
          <a:xfrm>
            <a:off x="967226" y="1988923"/>
            <a:ext cx="1841400" cy="40170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i="0" sz="12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83" name="Google Shape;83;p14"/>
          <p:cNvSpPr txBox="1"/>
          <p:nvPr>
            <p:ph idx="1" type="subTitle"/>
          </p:nvPr>
        </p:nvSpPr>
        <p:spPr>
          <a:xfrm>
            <a:off x="783450" y="2437350"/>
            <a:ext cx="2210700" cy="3489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000"/>
            </a:lvl1pPr>
            <a:lvl2pPr lvl="1" algn="ctr">
              <a:spcBef>
                <a:spcPts val="1600"/>
              </a:spcBef>
              <a:spcAft>
                <a:spcPts val="0"/>
              </a:spcAft>
              <a:buNone/>
              <a:defRPr sz="1000"/>
            </a:lvl2pPr>
            <a:lvl3pPr lvl="2" algn="ctr">
              <a:spcBef>
                <a:spcPts val="1600"/>
              </a:spcBef>
              <a:spcAft>
                <a:spcPts val="0"/>
              </a:spcAft>
              <a:buNone/>
              <a:defRPr sz="1000"/>
            </a:lvl3pPr>
            <a:lvl4pPr lvl="3" algn="ctr">
              <a:spcBef>
                <a:spcPts val="1600"/>
              </a:spcBef>
              <a:spcAft>
                <a:spcPts val="0"/>
              </a:spcAft>
              <a:buNone/>
              <a:defRPr sz="1000"/>
            </a:lvl4pPr>
            <a:lvl5pPr lvl="4" algn="ctr">
              <a:spcBef>
                <a:spcPts val="1600"/>
              </a:spcBef>
              <a:spcAft>
                <a:spcPts val="0"/>
              </a:spcAft>
              <a:buNone/>
              <a:defRPr sz="1000"/>
            </a:lvl5pPr>
            <a:lvl6pPr lvl="5" algn="ctr">
              <a:spcBef>
                <a:spcPts val="1600"/>
              </a:spcBef>
              <a:spcAft>
                <a:spcPts val="0"/>
              </a:spcAft>
              <a:buNone/>
              <a:defRPr sz="1000"/>
            </a:lvl6pPr>
            <a:lvl7pPr lvl="6" algn="ctr">
              <a:spcBef>
                <a:spcPts val="1600"/>
              </a:spcBef>
              <a:spcAft>
                <a:spcPts val="0"/>
              </a:spcAft>
              <a:buNone/>
              <a:defRPr sz="1000"/>
            </a:lvl7pPr>
            <a:lvl8pPr lvl="7" algn="ctr">
              <a:spcBef>
                <a:spcPts val="1600"/>
              </a:spcBef>
              <a:spcAft>
                <a:spcPts val="0"/>
              </a:spcAft>
              <a:buNone/>
              <a:defRPr sz="1000"/>
            </a:lvl8pPr>
            <a:lvl9pPr lvl="8" algn="ctr">
              <a:spcBef>
                <a:spcPts val="1600"/>
              </a:spcBef>
              <a:spcAft>
                <a:spcPts val="1600"/>
              </a:spcAft>
              <a:buNone/>
              <a:defRPr sz="1000"/>
            </a:lvl9pPr>
          </a:lstStyle>
          <a:p/>
        </p:txBody>
      </p:sp>
      <p:sp>
        <p:nvSpPr>
          <p:cNvPr id="84" name="Google Shape;84;p14"/>
          <p:cNvSpPr txBox="1"/>
          <p:nvPr>
            <p:ph idx="3" type="title"/>
          </p:nvPr>
        </p:nvSpPr>
        <p:spPr>
          <a:xfrm>
            <a:off x="6336924" y="1988923"/>
            <a:ext cx="1841400" cy="40170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i="0" sz="12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85" name="Google Shape;85;p14"/>
          <p:cNvSpPr txBox="1"/>
          <p:nvPr>
            <p:ph idx="4" type="subTitle"/>
          </p:nvPr>
        </p:nvSpPr>
        <p:spPr>
          <a:xfrm>
            <a:off x="6153025" y="2437350"/>
            <a:ext cx="2210700" cy="3489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000"/>
            </a:lvl1pPr>
            <a:lvl2pPr lvl="1" algn="ctr">
              <a:spcBef>
                <a:spcPts val="1600"/>
              </a:spcBef>
              <a:spcAft>
                <a:spcPts val="0"/>
              </a:spcAft>
              <a:buNone/>
              <a:defRPr sz="1000"/>
            </a:lvl2pPr>
            <a:lvl3pPr lvl="2" algn="ctr">
              <a:spcBef>
                <a:spcPts val="1600"/>
              </a:spcBef>
              <a:spcAft>
                <a:spcPts val="0"/>
              </a:spcAft>
              <a:buNone/>
              <a:defRPr sz="1000"/>
            </a:lvl3pPr>
            <a:lvl4pPr lvl="3" algn="ctr">
              <a:spcBef>
                <a:spcPts val="1600"/>
              </a:spcBef>
              <a:spcAft>
                <a:spcPts val="0"/>
              </a:spcAft>
              <a:buNone/>
              <a:defRPr sz="1000"/>
            </a:lvl4pPr>
            <a:lvl5pPr lvl="4" algn="ctr">
              <a:spcBef>
                <a:spcPts val="1600"/>
              </a:spcBef>
              <a:spcAft>
                <a:spcPts val="0"/>
              </a:spcAft>
              <a:buNone/>
              <a:defRPr sz="1000"/>
            </a:lvl5pPr>
            <a:lvl6pPr lvl="5" algn="ctr">
              <a:spcBef>
                <a:spcPts val="1600"/>
              </a:spcBef>
              <a:spcAft>
                <a:spcPts val="0"/>
              </a:spcAft>
              <a:buNone/>
              <a:defRPr sz="1000"/>
            </a:lvl6pPr>
            <a:lvl7pPr lvl="6" algn="ctr">
              <a:spcBef>
                <a:spcPts val="1600"/>
              </a:spcBef>
              <a:spcAft>
                <a:spcPts val="0"/>
              </a:spcAft>
              <a:buNone/>
              <a:defRPr sz="1000"/>
            </a:lvl7pPr>
            <a:lvl8pPr lvl="7" algn="ctr">
              <a:spcBef>
                <a:spcPts val="1600"/>
              </a:spcBef>
              <a:spcAft>
                <a:spcPts val="0"/>
              </a:spcAft>
              <a:buNone/>
              <a:defRPr sz="1000"/>
            </a:lvl8pPr>
            <a:lvl9pPr lvl="8" algn="ctr">
              <a:spcBef>
                <a:spcPts val="1600"/>
              </a:spcBef>
              <a:spcAft>
                <a:spcPts val="1600"/>
              </a:spcAft>
              <a:buNone/>
              <a:defRPr sz="1000"/>
            </a:lvl9pPr>
          </a:lstStyle>
          <a:p/>
        </p:txBody>
      </p:sp>
      <p:sp>
        <p:nvSpPr>
          <p:cNvPr id="86" name="Google Shape;86;p14"/>
          <p:cNvSpPr txBox="1"/>
          <p:nvPr>
            <p:ph idx="5" type="title"/>
          </p:nvPr>
        </p:nvSpPr>
        <p:spPr>
          <a:xfrm>
            <a:off x="3651738" y="3600498"/>
            <a:ext cx="1841400" cy="40170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i="0" sz="12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87" name="Google Shape;87;p14"/>
          <p:cNvSpPr txBox="1"/>
          <p:nvPr>
            <p:ph idx="6" type="subTitle"/>
          </p:nvPr>
        </p:nvSpPr>
        <p:spPr>
          <a:xfrm>
            <a:off x="3467027" y="4048925"/>
            <a:ext cx="2210700" cy="3489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000"/>
            </a:lvl1pPr>
            <a:lvl2pPr lvl="1" algn="ctr">
              <a:spcBef>
                <a:spcPts val="1600"/>
              </a:spcBef>
              <a:spcAft>
                <a:spcPts val="0"/>
              </a:spcAft>
              <a:buNone/>
              <a:defRPr sz="1000"/>
            </a:lvl2pPr>
            <a:lvl3pPr lvl="2" algn="ctr">
              <a:spcBef>
                <a:spcPts val="1600"/>
              </a:spcBef>
              <a:spcAft>
                <a:spcPts val="0"/>
              </a:spcAft>
              <a:buNone/>
              <a:defRPr sz="1000"/>
            </a:lvl3pPr>
            <a:lvl4pPr lvl="3" algn="ctr">
              <a:spcBef>
                <a:spcPts val="1600"/>
              </a:spcBef>
              <a:spcAft>
                <a:spcPts val="0"/>
              </a:spcAft>
              <a:buNone/>
              <a:defRPr sz="1000"/>
            </a:lvl4pPr>
            <a:lvl5pPr lvl="4" algn="ctr">
              <a:spcBef>
                <a:spcPts val="1600"/>
              </a:spcBef>
              <a:spcAft>
                <a:spcPts val="0"/>
              </a:spcAft>
              <a:buNone/>
              <a:defRPr sz="1000"/>
            </a:lvl5pPr>
            <a:lvl6pPr lvl="5" algn="ctr">
              <a:spcBef>
                <a:spcPts val="1600"/>
              </a:spcBef>
              <a:spcAft>
                <a:spcPts val="0"/>
              </a:spcAft>
              <a:buNone/>
              <a:defRPr sz="1000"/>
            </a:lvl6pPr>
            <a:lvl7pPr lvl="6" algn="ctr">
              <a:spcBef>
                <a:spcPts val="1600"/>
              </a:spcBef>
              <a:spcAft>
                <a:spcPts val="0"/>
              </a:spcAft>
              <a:buNone/>
              <a:defRPr sz="1000"/>
            </a:lvl7pPr>
            <a:lvl8pPr lvl="7" algn="ctr">
              <a:spcBef>
                <a:spcPts val="1600"/>
              </a:spcBef>
              <a:spcAft>
                <a:spcPts val="0"/>
              </a:spcAft>
              <a:buNone/>
              <a:defRPr sz="1000"/>
            </a:lvl8pPr>
            <a:lvl9pPr lvl="8" algn="ctr">
              <a:spcBef>
                <a:spcPts val="1600"/>
              </a:spcBef>
              <a:spcAft>
                <a:spcPts val="1600"/>
              </a:spcAft>
              <a:buNone/>
              <a:defRPr sz="1000"/>
            </a:lvl9pPr>
          </a:lstStyle>
          <a:p/>
        </p:txBody>
      </p:sp>
      <p:sp>
        <p:nvSpPr>
          <p:cNvPr id="88" name="Google Shape;88;p14"/>
          <p:cNvSpPr txBox="1"/>
          <p:nvPr>
            <p:ph idx="7" type="title"/>
          </p:nvPr>
        </p:nvSpPr>
        <p:spPr>
          <a:xfrm>
            <a:off x="3651738" y="1988923"/>
            <a:ext cx="1841400" cy="40170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i="0" sz="12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89" name="Google Shape;89;p14"/>
          <p:cNvSpPr txBox="1"/>
          <p:nvPr>
            <p:ph idx="8" type="subTitle"/>
          </p:nvPr>
        </p:nvSpPr>
        <p:spPr>
          <a:xfrm>
            <a:off x="3467027" y="2437350"/>
            <a:ext cx="2210700" cy="3489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000"/>
            </a:lvl1pPr>
            <a:lvl2pPr lvl="1" algn="ctr">
              <a:spcBef>
                <a:spcPts val="1600"/>
              </a:spcBef>
              <a:spcAft>
                <a:spcPts val="0"/>
              </a:spcAft>
              <a:buNone/>
              <a:defRPr sz="1000"/>
            </a:lvl2pPr>
            <a:lvl3pPr lvl="2" algn="ctr">
              <a:spcBef>
                <a:spcPts val="1600"/>
              </a:spcBef>
              <a:spcAft>
                <a:spcPts val="0"/>
              </a:spcAft>
              <a:buNone/>
              <a:defRPr sz="1000"/>
            </a:lvl3pPr>
            <a:lvl4pPr lvl="3" algn="ctr">
              <a:spcBef>
                <a:spcPts val="1600"/>
              </a:spcBef>
              <a:spcAft>
                <a:spcPts val="0"/>
              </a:spcAft>
              <a:buNone/>
              <a:defRPr sz="1000"/>
            </a:lvl4pPr>
            <a:lvl5pPr lvl="4" algn="ctr">
              <a:spcBef>
                <a:spcPts val="1600"/>
              </a:spcBef>
              <a:spcAft>
                <a:spcPts val="0"/>
              </a:spcAft>
              <a:buNone/>
              <a:defRPr sz="1000"/>
            </a:lvl5pPr>
            <a:lvl6pPr lvl="5" algn="ctr">
              <a:spcBef>
                <a:spcPts val="1600"/>
              </a:spcBef>
              <a:spcAft>
                <a:spcPts val="0"/>
              </a:spcAft>
              <a:buNone/>
              <a:defRPr sz="1000"/>
            </a:lvl6pPr>
            <a:lvl7pPr lvl="6" algn="ctr">
              <a:spcBef>
                <a:spcPts val="1600"/>
              </a:spcBef>
              <a:spcAft>
                <a:spcPts val="0"/>
              </a:spcAft>
              <a:buNone/>
              <a:defRPr sz="1000"/>
            </a:lvl7pPr>
            <a:lvl8pPr lvl="7" algn="ctr">
              <a:spcBef>
                <a:spcPts val="1600"/>
              </a:spcBef>
              <a:spcAft>
                <a:spcPts val="0"/>
              </a:spcAft>
              <a:buNone/>
              <a:defRPr sz="1000"/>
            </a:lvl8pPr>
            <a:lvl9pPr lvl="8" algn="ctr">
              <a:spcBef>
                <a:spcPts val="1600"/>
              </a:spcBef>
              <a:spcAft>
                <a:spcPts val="1600"/>
              </a:spcAft>
              <a:buNone/>
              <a:defRPr sz="1000"/>
            </a:lvl9pPr>
          </a:lstStyle>
          <a:p/>
        </p:txBody>
      </p:sp>
      <p:sp>
        <p:nvSpPr>
          <p:cNvPr id="90" name="Google Shape;90;p14"/>
          <p:cNvSpPr txBox="1"/>
          <p:nvPr>
            <p:ph idx="9" type="title"/>
          </p:nvPr>
        </p:nvSpPr>
        <p:spPr>
          <a:xfrm>
            <a:off x="966788" y="3600498"/>
            <a:ext cx="1841400" cy="40170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i="0" sz="12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91" name="Google Shape;91;p14"/>
          <p:cNvSpPr txBox="1"/>
          <p:nvPr>
            <p:ph idx="13" type="subTitle"/>
          </p:nvPr>
        </p:nvSpPr>
        <p:spPr>
          <a:xfrm>
            <a:off x="782925" y="4048925"/>
            <a:ext cx="2210700" cy="3489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000"/>
            </a:lvl1pPr>
            <a:lvl2pPr lvl="1" algn="ctr">
              <a:spcBef>
                <a:spcPts val="1600"/>
              </a:spcBef>
              <a:spcAft>
                <a:spcPts val="0"/>
              </a:spcAft>
              <a:buNone/>
              <a:defRPr sz="1000"/>
            </a:lvl2pPr>
            <a:lvl3pPr lvl="2" algn="ctr">
              <a:spcBef>
                <a:spcPts val="1600"/>
              </a:spcBef>
              <a:spcAft>
                <a:spcPts val="0"/>
              </a:spcAft>
              <a:buNone/>
              <a:defRPr sz="1000"/>
            </a:lvl3pPr>
            <a:lvl4pPr lvl="3" algn="ctr">
              <a:spcBef>
                <a:spcPts val="1600"/>
              </a:spcBef>
              <a:spcAft>
                <a:spcPts val="0"/>
              </a:spcAft>
              <a:buNone/>
              <a:defRPr sz="1000"/>
            </a:lvl4pPr>
            <a:lvl5pPr lvl="4" algn="ctr">
              <a:spcBef>
                <a:spcPts val="1600"/>
              </a:spcBef>
              <a:spcAft>
                <a:spcPts val="0"/>
              </a:spcAft>
              <a:buNone/>
              <a:defRPr sz="1000"/>
            </a:lvl5pPr>
            <a:lvl6pPr lvl="5" algn="ctr">
              <a:spcBef>
                <a:spcPts val="1600"/>
              </a:spcBef>
              <a:spcAft>
                <a:spcPts val="0"/>
              </a:spcAft>
              <a:buNone/>
              <a:defRPr sz="1000"/>
            </a:lvl6pPr>
            <a:lvl7pPr lvl="6" algn="ctr">
              <a:spcBef>
                <a:spcPts val="1600"/>
              </a:spcBef>
              <a:spcAft>
                <a:spcPts val="0"/>
              </a:spcAft>
              <a:buNone/>
              <a:defRPr sz="1000"/>
            </a:lvl7pPr>
            <a:lvl8pPr lvl="7" algn="ctr">
              <a:spcBef>
                <a:spcPts val="1600"/>
              </a:spcBef>
              <a:spcAft>
                <a:spcPts val="0"/>
              </a:spcAft>
              <a:buNone/>
              <a:defRPr sz="1000"/>
            </a:lvl8pPr>
            <a:lvl9pPr lvl="8" algn="ctr">
              <a:spcBef>
                <a:spcPts val="1600"/>
              </a:spcBef>
              <a:spcAft>
                <a:spcPts val="1600"/>
              </a:spcAft>
              <a:buNone/>
              <a:defRPr sz="1000"/>
            </a:lvl9pPr>
          </a:lstStyle>
          <a:p/>
        </p:txBody>
      </p:sp>
      <p:sp>
        <p:nvSpPr>
          <p:cNvPr id="92" name="Google Shape;92;p14"/>
          <p:cNvSpPr txBox="1"/>
          <p:nvPr>
            <p:ph idx="14" type="title"/>
          </p:nvPr>
        </p:nvSpPr>
        <p:spPr>
          <a:xfrm>
            <a:off x="6336924" y="3600498"/>
            <a:ext cx="1841400" cy="401700"/>
          </a:xfrm>
          <a:prstGeom prst="rect">
            <a:avLst/>
          </a:prstGeom>
          <a:noFill/>
          <a:ln>
            <a:noFill/>
          </a:ln>
        </p:spPr>
        <p:txBody>
          <a:bodyPr anchorCtr="0" anchor="b" bIns="0" lIns="0" spcFirstLastPara="1" rIns="0" wrap="square" tIns="0">
            <a:noAutofit/>
          </a:bodyPr>
          <a:lstStyle>
            <a:lvl1pPr lvl="0" algn="ctr">
              <a:spcBef>
                <a:spcPts val="0"/>
              </a:spcBef>
              <a:spcAft>
                <a:spcPts val="0"/>
              </a:spcAft>
              <a:buSzPts val="1400"/>
              <a:buNone/>
              <a:defRPr i="0" sz="12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93" name="Google Shape;93;p14"/>
          <p:cNvSpPr txBox="1"/>
          <p:nvPr>
            <p:ph idx="15" type="subTitle"/>
          </p:nvPr>
        </p:nvSpPr>
        <p:spPr>
          <a:xfrm>
            <a:off x="6152275" y="4048925"/>
            <a:ext cx="2210700" cy="3489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000"/>
            </a:lvl1pPr>
            <a:lvl2pPr lvl="1" algn="ctr">
              <a:spcBef>
                <a:spcPts val="1600"/>
              </a:spcBef>
              <a:spcAft>
                <a:spcPts val="0"/>
              </a:spcAft>
              <a:buNone/>
              <a:defRPr sz="1000"/>
            </a:lvl2pPr>
            <a:lvl3pPr lvl="2" algn="ctr">
              <a:spcBef>
                <a:spcPts val="1600"/>
              </a:spcBef>
              <a:spcAft>
                <a:spcPts val="0"/>
              </a:spcAft>
              <a:buNone/>
              <a:defRPr sz="1000"/>
            </a:lvl3pPr>
            <a:lvl4pPr lvl="3" algn="ctr">
              <a:spcBef>
                <a:spcPts val="1600"/>
              </a:spcBef>
              <a:spcAft>
                <a:spcPts val="0"/>
              </a:spcAft>
              <a:buNone/>
              <a:defRPr sz="1000"/>
            </a:lvl4pPr>
            <a:lvl5pPr lvl="4" algn="ctr">
              <a:spcBef>
                <a:spcPts val="1600"/>
              </a:spcBef>
              <a:spcAft>
                <a:spcPts val="0"/>
              </a:spcAft>
              <a:buNone/>
              <a:defRPr sz="1000"/>
            </a:lvl5pPr>
            <a:lvl6pPr lvl="5" algn="ctr">
              <a:spcBef>
                <a:spcPts val="1600"/>
              </a:spcBef>
              <a:spcAft>
                <a:spcPts val="0"/>
              </a:spcAft>
              <a:buNone/>
              <a:defRPr sz="1000"/>
            </a:lvl6pPr>
            <a:lvl7pPr lvl="6" algn="ctr">
              <a:spcBef>
                <a:spcPts val="1600"/>
              </a:spcBef>
              <a:spcAft>
                <a:spcPts val="0"/>
              </a:spcAft>
              <a:buNone/>
              <a:defRPr sz="1000"/>
            </a:lvl7pPr>
            <a:lvl8pPr lvl="7" algn="ctr">
              <a:spcBef>
                <a:spcPts val="1600"/>
              </a:spcBef>
              <a:spcAft>
                <a:spcPts val="0"/>
              </a:spcAft>
              <a:buNone/>
              <a:defRPr sz="1000"/>
            </a:lvl8pPr>
            <a:lvl9pPr lvl="8" algn="ctr">
              <a:spcBef>
                <a:spcPts val="1600"/>
              </a:spcBef>
              <a:spcAft>
                <a:spcPts val="1600"/>
              </a:spcAft>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CUSTOM_17">
    <p:bg>
      <p:bgPr>
        <a:solidFill>
          <a:schemeClr val="dk1"/>
        </a:solidFill>
      </p:bgPr>
    </p:bg>
    <p:spTree>
      <p:nvGrpSpPr>
        <p:cNvPr id="94" name="Shape 94"/>
        <p:cNvGrpSpPr/>
        <p:nvPr/>
      </p:nvGrpSpPr>
      <p:grpSpPr>
        <a:xfrm>
          <a:off x="0" y="0"/>
          <a:ext cx="0" cy="0"/>
          <a:chOff x="0" y="0"/>
          <a:chExt cx="0" cy="0"/>
        </a:xfrm>
      </p:grpSpPr>
      <p:sp>
        <p:nvSpPr>
          <p:cNvPr id="95" name="Google Shape;95;p15"/>
          <p:cNvSpPr txBox="1"/>
          <p:nvPr>
            <p:ph type="ctrTitle"/>
          </p:nvPr>
        </p:nvSpPr>
        <p:spPr>
          <a:xfrm>
            <a:off x="1102925" y="1582025"/>
            <a:ext cx="1429500" cy="7929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400"/>
              <a:buFont typeface="Staatliches"/>
              <a:buNone/>
              <a:defRPr b="0" sz="3600">
                <a:latin typeface="Staatliches"/>
                <a:ea typeface="Staatliches"/>
                <a:cs typeface="Staatliches"/>
                <a:sym typeface="Staatliches"/>
              </a:defRPr>
            </a:lvl1pPr>
            <a:lvl2pPr lvl="1" algn="ctr">
              <a:spcBef>
                <a:spcPts val="0"/>
              </a:spcBef>
              <a:spcAft>
                <a:spcPts val="0"/>
              </a:spcAft>
              <a:buSzPts val="2400"/>
              <a:buFont typeface="Staatliches"/>
              <a:buNone/>
              <a:defRPr b="0" sz="2400">
                <a:latin typeface="Staatliches"/>
                <a:ea typeface="Staatliches"/>
                <a:cs typeface="Staatliches"/>
                <a:sym typeface="Staatliches"/>
              </a:defRPr>
            </a:lvl2pPr>
            <a:lvl3pPr lvl="2" algn="ctr">
              <a:spcBef>
                <a:spcPts val="0"/>
              </a:spcBef>
              <a:spcAft>
                <a:spcPts val="0"/>
              </a:spcAft>
              <a:buSzPts val="2400"/>
              <a:buFont typeface="Staatliches"/>
              <a:buNone/>
              <a:defRPr b="0" sz="2400">
                <a:latin typeface="Staatliches"/>
                <a:ea typeface="Staatliches"/>
                <a:cs typeface="Staatliches"/>
                <a:sym typeface="Staatliches"/>
              </a:defRPr>
            </a:lvl3pPr>
            <a:lvl4pPr lvl="3" algn="ctr">
              <a:spcBef>
                <a:spcPts val="0"/>
              </a:spcBef>
              <a:spcAft>
                <a:spcPts val="0"/>
              </a:spcAft>
              <a:buSzPts val="2400"/>
              <a:buFont typeface="Staatliches"/>
              <a:buNone/>
              <a:defRPr b="0" sz="2400">
                <a:latin typeface="Staatliches"/>
                <a:ea typeface="Staatliches"/>
                <a:cs typeface="Staatliches"/>
                <a:sym typeface="Staatliches"/>
              </a:defRPr>
            </a:lvl4pPr>
            <a:lvl5pPr lvl="4" algn="ctr">
              <a:spcBef>
                <a:spcPts val="0"/>
              </a:spcBef>
              <a:spcAft>
                <a:spcPts val="0"/>
              </a:spcAft>
              <a:buSzPts val="2400"/>
              <a:buFont typeface="Staatliches"/>
              <a:buNone/>
              <a:defRPr b="0" sz="2400">
                <a:latin typeface="Staatliches"/>
                <a:ea typeface="Staatliches"/>
                <a:cs typeface="Staatliches"/>
                <a:sym typeface="Staatliches"/>
              </a:defRPr>
            </a:lvl5pPr>
            <a:lvl6pPr lvl="5" algn="ctr">
              <a:spcBef>
                <a:spcPts val="0"/>
              </a:spcBef>
              <a:spcAft>
                <a:spcPts val="0"/>
              </a:spcAft>
              <a:buSzPts val="2400"/>
              <a:buFont typeface="Staatliches"/>
              <a:buNone/>
              <a:defRPr b="0" sz="2400">
                <a:latin typeface="Staatliches"/>
                <a:ea typeface="Staatliches"/>
                <a:cs typeface="Staatliches"/>
                <a:sym typeface="Staatliches"/>
              </a:defRPr>
            </a:lvl6pPr>
            <a:lvl7pPr lvl="6" algn="ctr">
              <a:spcBef>
                <a:spcPts val="0"/>
              </a:spcBef>
              <a:spcAft>
                <a:spcPts val="0"/>
              </a:spcAft>
              <a:buSzPts val="2400"/>
              <a:buFont typeface="Staatliches"/>
              <a:buNone/>
              <a:defRPr b="0" sz="2400">
                <a:latin typeface="Staatliches"/>
                <a:ea typeface="Staatliches"/>
                <a:cs typeface="Staatliches"/>
                <a:sym typeface="Staatliches"/>
              </a:defRPr>
            </a:lvl7pPr>
            <a:lvl8pPr lvl="7" algn="ctr">
              <a:spcBef>
                <a:spcPts val="0"/>
              </a:spcBef>
              <a:spcAft>
                <a:spcPts val="0"/>
              </a:spcAft>
              <a:buSzPts val="2400"/>
              <a:buFont typeface="Staatliches"/>
              <a:buNone/>
              <a:defRPr b="0" sz="2400">
                <a:latin typeface="Staatliches"/>
                <a:ea typeface="Staatliches"/>
                <a:cs typeface="Staatliches"/>
                <a:sym typeface="Staatliches"/>
              </a:defRPr>
            </a:lvl8pPr>
            <a:lvl9pPr lvl="8" algn="ctr">
              <a:spcBef>
                <a:spcPts val="0"/>
              </a:spcBef>
              <a:spcAft>
                <a:spcPts val="0"/>
              </a:spcAft>
              <a:buSzPts val="2400"/>
              <a:buFont typeface="Staatliches"/>
              <a:buNone/>
              <a:defRPr b="0" sz="2400">
                <a:latin typeface="Staatliches"/>
                <a:ea typeface="Staatliches"/>
                <a:cs typeface="Staatliches"/>
                <a:sym typeface="Staatliches"/>
              </a:defRPr>
            </a:lvl9pPr>
          </a:lstStyle>
          <a:p/>
        </p:txBody>
      </p:sp>
      <p:sp>
        <p:nvSpPr>
          <p:cNvPr id="96" name="Google Shape;96;p15"/>
          <p:cNvSpPr txBox="1"/>
          <p:nvPr>
            <p:ph idx="1" type="subTitle"/>
          </p:nvPr>
        </p:nvSpPr>
        <p:spPr>
          <a:xfrm>
            <a:off x="892261" y="2927713"/>
            <a:ext cx="1827900" cy="1671000"/>
          </a:xfrm>
          <a:prstGeom prst="rect">
            <a:avLst/>
          </a:prstGeom>
          <a:noFill/>
        </p:spPr>
        <p:txBody>
          <a:bodyPr anchorCtr="0" anchor="t" bIns="91425" lIns="91425" spcFirstLastPara="1" rIns="91425" wrap="square" tIns="91425">
            <a:noAutofit/>
          </a:bodyPr>
          <a:lstStyle>
            <a:lvl1pPr lvl="0" marR="7200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p:txBody>
      </p:sp>
      <p:sp>
        <p:nvSpPr>
          <p:cNvPr id="97" name="Google Shape;97;p15"/>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txBox="1"/>
          <p:nvPr>
            <p:ph idx="2" type="ctrTitle"/>
          </p:nvPr>
        </p:nvSpPr>
        <p:spPr>
          <a:xfrm>
            <a:off x="3836012" y="1582025"/>
            <a:ext cx="1429500" cy="7929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400"/>
              <a:buFont typeface="Staatliches"/>
              <a:buNone/>
              <a:defRPr b="0" sz="3600">
                <a:latin typeface="Staatliches"/>
                <a:ea typeface="Staatliches"/>
                <a:cs typeface="Staatliches"/>
                <a:sym typeface="Staatliches"/>
              </a:defRPr>
            </a:lvl1pPr>
            <a:lvl2pPr lvl="1" algn="ctr">
              <a:spcBef>
                <a:spcPts val="0"/>
              </a:spcBef>
              <a:spcAft>
                <a:spcPts val="0"/>
              </a:spcAft>
              <a:buSzPts val="2400"/>
              <a:buFont typeface="Staatliches"/>
              <a:buNone/>
              <a:defRPr b="0" sz="2400">
                <a:latin typeface="Staatliches"/>
                <a:ea typeface="Staatliches"/>
                <a:cs typeface="Staatliches"/>
                <a:sym typeface="Staatliches"/>
              </a:defRPr>
            </a:lvl2pPr>
            <a:lvl3pPr lvl="2" algn="ctr">
              <a:spcBef>
                <a:spcPts val="0"/>
              </a:spcBef>
              <a:spcAft>
                <a:spcPts val="0"/>
              </a:spcAft>
              <a:buSzPts val="2400"/>
              <a:buFont typeface="Staatliches"/>
              <a:buNone/>
              <a:defRPr b="0" sz="2400">
                <a:latin typeface="Staatliches"/>
                <a:ea typeface="Staatliches"/>
                <a:cs typeface="Staatliches"/>
                <a:sym typeface="Staatliches"/>
              </a:defRPr>
            </a:lvl3pPr>
            <a:lvl4pPr lvl="3" algn="ctr">
              <a:spcBef>
                <a:spcPts val="0"/>
              </a:spcBef>
              <a:spcAft>
                <a:spcPts val="0"/>
              </a:spcAft>
              <a:buSzPts val="2400"/>
              <a:buFont typeface="Staatliches"/>
              <a:buNone/>
              <a:defRPr b="0" sz="2400">
                <a:latin typeface="Staatliches"/>
                <a:ea typeface="Staatliches"/>
                <a:cs typeface="Staatliches"/>
                <a:sym typeface="Staatliches"/>
              </a:defRPr>
            </a:lvl4pPr>
            <a:lvl5pPr lvl="4" algn="ctr">
              <a:spcBef>
                <a:spcPts val="0"/>
              </a:spcBef>
              <a:spcAft>
                <a:spcPts val="0"/>
              </a:spcAft>
              <a:buSzPts val="2400"/>
              <a:buFont typeface="Staatliches"/>
              <a:buNone/>
              <a:defRPr b="0" sz="2400">
                <a:latin typeface="Staatliches"/>
                <a:ea typeface="Staatliches"/>
                <a:cs typeface="Staatliches"/>
                <a:sym typeface="Staatliches"/>
              </a:defRPr>
            </a:lvl5pPr>
            <a:lvl6pPr lvl="5" algn="ctr">
              <a:spcBef>
                <a:spcPts val="0"/>
              </a:spcBef>
              <a:spcAft>
                <a:spcPts val="0"/>
              </a:spcAft>
              <a:buSzPts val="2400"/>
              <a:buFont typeface="Staatliches"/>
              <a:buNone/>
              <a:defRPr b="0" sz="2400">
                <a:latin typeface="Staatliches"/>
                <a:ea typeface="Staatliches"/>
                <a:cs typeface="Staatliches"/>
                <a:sym typeface="Staatliches"/>
              </a:defRPr>
            </a:lvl6pPr>
            <a:lvl7pPr lvl="6" algn="ctr">
              <a:spcBef>
                <a:spcPts val="0"/>
              </a:spcBef>
              <a:spcAft>
                <a:spcPts val="0"/>
              </a:spcAft>
              <a:buSzPts val="2400"/>
              <a:buFont typeface="Staatliches"/>
              <a:buNone/>
              <a:defRPr b="0" sz="2400">
                <a:latin typeface="Staatliches"/>
                <a:ea typeface="Staatliches"/>
                <a:cs typeface="Staatliches"/>
                <a:sym typeface="Staatliches"/>
              </a:defRPr>
            </a:lvl7pPr>
            <a:lvl8pPr lvl="7" algn="ctr">
              <a:spcBef>
                <a:spcPts val="0"/>
              </a:spcBef>
              <a:spcAft>
                <a:spcPts val="0"/>
              </a:spcAft>
              <a:buSzPts val="2400"/>
              <a:buFont typeface="Staatliches"/>
              <a:buNone/>
              <a:defRPr b="0" sz="2400">
                <a:latin typeface="Staatliches"/>
                <a:ea typeface="Staatliches"/>
                <a:cs typeface="Staatliches"/>
                <a:sym typeface="Staatliches"/>
              </a:defRPr>
            </a:lvl8pPr>
            <a:lvl9pPr lvl="8" algn="ctr">
              <a:spcBef>
                <a:spcPts val="0"/>
              </a:spcBef>
              <a:spcAft>
                <a:spcPts val="0"/>
              </a:spcAft>
              <a:buSzPts val="2400"/>
              <a:buFont typeface="Staatliches"/>
              <a:buNone/>
              <a:defRPr b="0" sz="2400">
                <a:latin typeface="Staatliches"/>
                <a:ea typeface="Staatliches"/>
                <a:cs typeface="Staatliches"/>
                <a:sym typeface="Staatliches"/>
              </a:defRPr>
            </a:lvl9pPr>
          </a:lstStyle>
          <a:p/>
        </p:txBody>
      </p:sp>
      <p:sp>
        <p:nvSpPr>
          <p:cNvPr id="100" name="Google Shape;100;p15"/>
          <p:cNvSpPr txBox="1"/>
          <p:nvPr>
            <p:ph idx="3" type="subTitle"/>
          </p:nvPr>
        </p:nvSpPr>
        <p:spPr>
          <a:xfrm>
            <a:off x="3625361" y="2927713"/>
            <a:ext cx="1827900" cy="1671000"/>
          </a:xfrm>
          <a:prstGeom prst="rect">
            <a:avLst/>
          </a:prstGeom>
          <a:noFill/>
        </p:spPr>
        <p:txBody>
          <a:bodyPr anchorCtr="0" anchor="t" bIns="91425" lIns="91425" spcFirstLastPara="1" rIns="91425" wrap="square" tIns="91425">
            <a:noAutofit/>
          </a:bodyPr>
          <a:lstStyle>
            <a:lvl1pPr lvl="0" marR="7200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p:txBody>
      </p:sp>
      <p:sp>
        <p:nvSpPr>
          <p:cNvPr id="101" name="Google Shape;101;p15"/>
          <p:cNvSpPr txBox="1"/>
          <p:nvPr>
            <p:ph idx="4" type="ctrTitle"/>
          </p:nvPr>
        </p:nvSpPr>
        <p:spPr>
          <a:xfrm>
            <a:off x="6569025" y="1582025"/>
            <a:ext cx="1429500" cy="7929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2400"/>
              <a:buFont typeface="Staatliches"/>
              <a:buNone/>
              <a:defRPr b="0" sz="3600">
                <a:latin typeface="Staatliches"/>
                <a:ea typeface="Staatliches"/>
                <a:cs typeface="Staatliches"/>
                <a:sym typeface="Staatliches"/>
              </a:defRPr>
            </a:lvl1pPr>
            <a:lvl2pPr lvl="1" algn="ctr">
              <a:spcBef>
                <a:spcPts val="0"/>
              </a:spcBef>
              <a:spcAft>
                <a:spcPts val="0"/>
              </a:spcAft>
              <a:buSzPts val="2400"/>
              <a:buFont typeface="Staatliches"/>
              <a:buNone/>
              <a:defRPr b="0" sz="2400">
                <a:latin typeface="Staatliches"/>
                <a:ea typeface="Staatliches"/>
                <a:cs typeface="Staatliches"/>
                <a:sym typeface="Staatliches"/>
              </a:defRPr>
            </a:lvl2pPr>
            <a:lvl3pPr lvl="2" algn="ctr">
              <a:spcBef>
                <a:spcPts val="0"/>
              </a:spcBef>
              <a:spcAft>
                <a:spcPts val="0"/>
              </a:spcAft>
              <a:buSzPts val="2400"/>
              <a:buFont typeface="Staatliches"/>
              <a:buNone/>
              <a:defRPr b="0" sz="2400">
                <a:latin typeface="Staatliches"/>
                <a:ea typeface="Staatliches"/>
                <a:cs typeface="Staatliches"/>
                <a:sym typeface="Staatliches"/>
              </a:defRPr>
            </a:lvl3pPr>
            <a:lvl4pPr lvl="3" algn="ctr">
              <a:spcBef>
                <a:spcPts val="0"/>
              </a:spcBef>
              <a:spcAft>
                <a:spcPts val="0"/>
              </a:spcAft>
              <a:buSzPts val="2400"/>
              <a:buFont typeface="Staatliches"/>
              <a:buNone/>
              <a:defRPr b="0" sz="2400">
                <a:latin typeface="Staatliches"/>
                <a:ea typeface="Staatliches"/>
                <a:cs typeface="Staatliches"/>
                <a:sym typeface="Staatliches"/>
              </a:defRPr>
            </a:lvl4pPr>
            <a:lvl5pPr lvl="4" algn="ctr">
              <a:spcBef>
                <a:spcPts val="0"/>
              </a:spcBef>
              <a:spcAft>
                <a:spcPts val="0"/>
              </a:spcAft>
              <a:buSzPts val="2400"/>
              <a:buFont typeface="Staatliches"/>
              <a:buNone/>
              <a:defRPr b="0" sz="2400">
                <a:latin typeface="Staatliches"/>
                <a:ea typeface="Staatliches"/>
                <a:cs typeface="Staatliches"/>
                <a:sym typeface="Staatliches"/>
              </a:defRPr>
            </a:lvl5pPr>
            <a:lvl6pPr lvl="5" algn="ctr">
              <a:spcBef>
                <a:spcPts val="0"/>
              </a:spcBef>
              <a:spcAft>
                <a:spcPts val="0"/>
              </a:spcAft>
              <a:buSzPts val="2400"/>
              <a:buFont typeface="Staatliches"/>
              <a:buNone/>
              <a:defRPr b="0" sz="2400">
                <a:latin typeface="Staatliches"/>
                <a:ea typeface="Staatliches"/>
                <a:cs typeface="Staatliches"/>
                <a:sym typeface="Staatliches"/>
              </a:defRPr>
            </a:lvl6pPr>
            <a:lvl7pPr lvl="6" algn="ctr">
              <a:spcBef>
                <a:spcPts val="0"/>
              </a:spcBef>
              <a:spcAft>
                <a:spcPts val="0"/>
              </a:spcAft>
              <a:buSzPts val="2400"/>
              <a:buFont typeface="Staatliches"/>
              <a:buNone/>
              <a:defRPr b="0" sz="2400">
                <a:latin typeface="Staatliches"/>
                <a:ea typeface="Staatliches"/>
                <a:cs typeface="Staatliches"/>
                <a:sym typeface="Staatliches"/>
              </a:defRPr>
            </a:lvl7pPr>
            <a:lvl8pPr lvl="7" algn="ctr">
              <a:spcBef>
                <a:spcPts val="0"/>
              </a:spcBef>
              <a:spcAft>
                <a:spcPts val="0"/>
              </a:spcAft>
              <a:buSzPts val="2400"/>
              <a:buFont typeface="Staatliches"/>
              <a:buNone/>
              <a:defRPr b="0" sz="2400">
                <a:latin typeface="Staatliches"/>
                <a:ea typeface="Staatliches"/>
                <a:cs typeface="Staatliches"/>
                <a:sym typeface="Staatliches"/>
              </a:defRPr>
            </a:lvl8pPr>
            <a:lvl9pPr lvl="8" algn="ctr">
              <a:spcBef>
                <a:spcPts val="0"/>
              </a:spcBef>
              <a:spcAft>
                <a:spcPts val="0"/>
              </a:spcAft>
              <a:buSzPts val="2400"/>
              <a:buFont typeface="Staatliches"/>
              <a:buNone/>
              <a:defRPr b="0" sz="2400">
                <a:latin typeface="Staatliches"/>
                <a:ea typeface="Staatliches"/>
                <a:cs typeface="Staatliches"/>
                <a:sym typeface="Staatliches"/>
              </a:defRPr>
            </a:lvl9pPr>
          </a:lstStyle>
          <a:p/>
        </p:txBody>
      </p:sp>
      <p:sp>
        <p:nvSpPr>
          <p:cNvPr id="102" name="Google Shape;102;p15"/>
          <p:cNvSpPr txBox="1"/>
          <p:nvPr>
            <p:ph idx="5" type="subTitle"/>
          </p:nvPr>
        </p:nvSpPr>
        <p:spPr>
          <a:xfrm>
            <a:off x="6358461" y="2927713"/>
            <a:ext cx="1827900" cy="1671000"/>
          </a:xfrm>
          <a:prstGeom prst="rect">
            <a:avLst/>
          </a:prstGeom>
          <a:noFill/>
        </p:spPr>
        <p:txBody>
          <a:bodyPr anchorCtr="0" anchor="t" bIns="91425" lIns="91425" spcFirstLastPara="1" rIns="91425" wrap="square" tIns="91425">
            <a:noAutofit/>
          </a:bodyPr>
          <a:lstStyle>
            <a:lvl1pPr lvl="0" marR="7200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p:txBody>
      </p:sp>
      <p:sp>
        <p:nvSpPr>
          <p:cNvPr id="103" name="Google Shape;103;p15"/>
          <p:cNvSpPr txBox="1"/>
          <p:nvPr>
            <p:ph idx="6" type="ctrTitle"/>
          </p:nvPr>
        </p:nvSpPr>
        <p:spPr>
          <a:xfrm>
            <a:off x="5180650" y="457300"/>
            <a:ext cx="3194700" cy="4812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rgbClr val="2D406A"/>
              </a:buClr>
              <a:buSzPts val="2400"/>
              <a:buNone/>
              <a:defRPr b="0" sz="1800">
                <a:latin typeface="Staatliches"/>
                <a:ea typeface="Staatliches"/>
                <a:cs typeface="Staatliches"/>
                <a:sym typeface="Staatliches"/>
              </a:defRPr>
            </a:lvl1pPr>
            <a:lvl2pPr lvl="1" algn="ctr">
              <a:spcBef>
                <a:spcPts val="0"/>
              </a:spcBef>
              <a:spcAft>
                <a:spcPts val="0"/>
              </a:spcAft>
              <a:buClr>
                <a:srgbClr val="338987"/>
              </a:buClr>
              <a:buSzPts val="1800"/>
              <a:buNone/>
              <a:defRPr b="0" sz="1800">
                <a:solidFill>
                  <a:srgbClr val="338987"/>
                </a:solidFill>
              </a:defRPr>
            </a:lvl2pPr>
            <a:lvl3pPr lvl="2" algn="ctr">
              <a:spcBef>
                <a:spcPts val="0"/>
              </a:spcBef>
              <a:spcAft>
                <a:spcPts val="0"/>
              </a:spcAft>
              <a:buClr>
                <a:srgbClr val="338987"/>
              </a:buClr>
              <a:buSzPts val="1800"/>
              <a:buNone/>
              <a:defRPr b="0" sz="1800">
                <a:solidFill>
                  <a:srgbClr val="338987"/>
                </a:solidFill>
              </a:defRPr>
            </a:lvl3pPr>
            <a:lvl4pPr lvl="3" algn="ctr">
              <a:spcBef>
                <a:spcPts val="0"/>
              </a:spcBef>
              <a:spcAft>
                <a:spcPts val="0"/>
              </a:spcAft>
              <a:buClr>
                <a:srgbClr val="338987"/>
              </a:buClr>
              <a:buSzPts val="1800"/>
              <a:buNone/>
              <a:defRPr b="0" sz="1800">
                <a:solidFill>
                  <a:srgbClr val="338987"/>
                </a:solidFill>
              </a:defRPr>
            </a:lvl4pPr>
            <a:lvl5pPr lvl="4" algn="ctr">
              <a:spcBef>
                <a:spcPts val="0"/>
              </a:spcBef>
              <a:spcAft>
                <a:spcPts val="0"/>
              </a:spcAft>
              <a:buClr>
                <a:srgbClr val="338987"/>
              </a:buClr>
              <a:buSzPts val="1800"/>
              <a:buNone/>
              <a:defRPr b="0" sz="1800">
                <a:solidFill>
                  <a:srgbClr val="338987"/>
                </a:solidFill>
              </a:defRPr>
            </a:lvl5pPr>
            <a:lvl6pPr lvl="5" algn="ctr">
              <a:spcBef>
                <a:spcPts val="0"/>
              </a:spcBef>
              <a:spcAft>
                <a:spcPts val="0"/>
              </a:spcAft>
              <a:buClr>
                <a:srgbClr val="338987"/>
              </a:buClr>
              <a:buSzPts val="1800"/>
              <a:buNone/>
              <a:defRPr b="0" sz="1800">
                <a:solidFill>
                  <a:srgbClr val="338987"/>
                </a:solidFill>
              </a:defRPr>
            </a:lvl6pPr>
            <a:lvl7pPr lvl="6" algn="ctr">
              <a:spcBef>
                <a:spcPts val="0"/>
              </a:spcBef>
              <a:spcAft>
                <a:spcPts val="0"/>
              </a:spcAft>
              <a:buClr>
                <a:srgbClr val="338987"/>
              </a:buClr>
              <a:buSzPts val="1800"/>
              <a:buNone/>
              <a:defRPr b="0" sz="1800">
                <a:solidFill>
                  <a:srgbClr val="338987"/>
                </a:solidFill>
              </a:defRPr>
            </a:lvl7pPr>
            <a:lvl8pPr lvl="7" algn="ctr">
              <a:spcBef>
                <a:spcPts val="0"/>
              </a:spcBef>
              <a:spcAft>
                <a:spcPts val="0"/>
              </a:spcAft>
              <a:buClr>
                <a:srgbClr val="338987"/>
              </a:buClr>
              <a:buSzPts val="1800"/>
              <a:buNone/>
              <a:defRPr b="0" sz="1800">
                <a:solidFill>
                  <a:srgbClr val="338987"/>
                </a:solidFill>
              </a:defRPr>
            </a:lvl8pPr>
            <a:lvl9pPr lvl="8" algn="ctr">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 TEXT">
  <p:cSld name="CUSTOM_17_1">
    <p:bg>
      <p:bgPr>
        <a:solidFill>
          <a:schemeClr val="dk1"/>
        </a:solidFill>
      </p:bgPr>
    </p:bg>
    <p:spTree>
      <p:nvGrpSpPr>
        <p:cNvPr id="104" name="Shape 104"/>
        <p:cNvGrpSpPr/>
        <p:nvPr/>
      </p:nvGrpSpPr>
      <p:grpSpPr>
        <a:xfrm>
          <a:off x="0" y="0"/>
          <a:ext cx="0" cy="0"/>
          <a:chOff x="0" y="0"/>
          <a:chExt cx="0" cy="0"/>
        </a:xfrm>
      </p:grpSpPr>
      <p:sp>
        <p:nvSpPr>
          <p:cNvPr id="105" name="Google Shape;105;p16"/>
          <p:cNvSpPr txBox="1"/>
          <p:nvPr>
            <p:ph idx="1" type="subTitle"/>
          </p:nvPr>
        </p:nvSpPr>
        <p:spPr>
          <a:xfrm>
            <a:off x="1773600" y="1638000"/>
            <a:ext cx="5596800" cy="396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1600"/>
              </a:spcBef>
              <a:spcAft>
                <a:spcPts val="0"/>
              </a:spcAft>
              <a:buNone/>
              <a:defRPr/>
            </a:lvl2pPr>
            <a:lvl3pPr lvl="2" algn="ctr">
              <a:spcBef>
                <a:spcPts val="1600"/>
              </a:spcBef>
              <a:spcAft>
                <a:spcPts val="0"/>
              </a:spcAft>
              <a:buNone/>
              <a:defRPr/>
            </a:lvl3pPr>
            <a:lvl4pPr lvl="3" algn="ctr">
              <a:spcBef>
                <a:spcPts val="1600"/>
              </a:spcBef>
              <a:spcAft>
                <a:spcPts val="0"/>
              </a:spcAft>
              <a:buNone/>
              <a:defRPr/>
            </a:lvl4pPr>
            <a:lvl5pPr lvl="4" algn="ctr">
              <a:spcBef>
                <a:spcPts val="1600"/>
              </a:spcBef>
              <a:spcAft>
                <a:spcPts val="0"/>
              </a:spcAft>
              <a:buNone/>
              <a:defRPr/>
            </a:lvl5pPr>
            <a:lvl6pPr lvl="5" algn="ctr">
              <a:spcBef>
                <a:spcPts val="1600"/>
              </a:spcBef>
              <a:spcAft>
                <a:spcPts val="0"/>
              </a:spcAft>
              <a:buNone/>
              <a:defRPr/>
            </a:lvl6pPr>
            <a:lvl7pPr lvl="6" algn="ctr">
              <a:spcBef>
                <a:spcPts val="1600"/>
              </a:spcBef>
              <a:spcAft>
                <a:spcPts val="0"/>
              </a:spcAft>
              <a:buNone/>
              <a:defRPr/>
            </a:lvl7pPr>
            <a:lvl8pPr lvl="7" algn="ctr">
              <a:spcBef>
                <a:spcPts val="1600"/>
              </a:spcBef>
              <a:spcAft>
                <a:spcPts val="0"/>
              </a:spcAft>
              <a:buNone/>
              <a:defRPr/>
            </a:lvl8pPr>
            <a:lvl9pPr lvl="8" algn="ctr">
              <a:spcBef>
                <a:spcPts val="1600"/>
              </a:spcBef>
              <a:spcAft>
                <a:spcPts val="1600"/>
              </a:spcAft>
              <a:buNone/>
              <a:defRPr/>
            </a:lvl9pPr>
          </a:lstStyle>
          <a:p/>
        </p:txBody>
      </p:sp>
      <p:sp>
        <p:nvSpPr>
          <p:cNvPr id="106" name="Google Shape;106;p16"/>
          <p:cNvSpPr txBox="1"/>
          <p:nvPr>
            <p:ph idx="2" type="subTitle"/>
          </p:nvPr>
        </p:nvSpPr>
        <p:spPr>
          <a:xfrm>
            <a:off x="1773600" y="2833794"/>
            <a:ext cx="5596800" cy="396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1600"/>
              </a:spcBef>
              <a:spcAft>
                <a:spcPts val="0"/>
              </a:spcAft>
              <a:buNone/>
              <a:defRPr/>
            </a:lvl2pPr>
            <a:lvl3pPr lvl="2" algn="ctr">
              <a:spcBef>
                <a:spcPts val="1600"/>
              </a:spcBef>
              <a:spcAft>
                <a:spcPts val="0"/>
              </a:spcAft>
              <a:buNone/>
              <a:defRPr/>
            </a:lvl3pPr>
            <a:lvl4pPr lvl="3" algn="ctr">
              <a:spcBef>
                <a:spcPts val="1600"/>
              </a:spcBef>
              <a:spcAft>
                <a:spcPts val="0"/>
              </a:spcAft>
              <a:buNone/>
              <a:defRPr/>
            </a:lvl4pPr>
            <a:lvl5pPr lvl="4" algn="ctr">
              <a:spcBef>
                <a:spcPts val="1600"/>
              </a:spcBef>
              <a:spcAft>
                <a:spcPts val="0"/>
              </a:spcAft>
              <a:buNone/>
              <a:defRPr/>
            </a:lvl5pPr>
            <a:lvl6pPr lvl="5" algn="ctr">
              <a:spcBef>
                <a:spcPts val="1600"/>
              </a:spcBef>
              <a:spcAft>
                <a:spcPts val="0"/>
              </a:spcAft>
              <a:buNone/>
              <a:defRPr/>
            </a:lvl6pPr>
            <a:lvl7pPr lvl="6" algn="ctr">
              <a:spcBef>
                <a:spcPts val="1600"/>
              </a:spcBef>
              <a:spcAft>
                <a:spcPts val="0"/>
              </a:spcAft>
              <a:buNone/>
              <a:defRPr/>
            </a:lvl7pPr>
            <a:lvl8pPr lvl="7" algn="ctr">
              <a:spcBef>
                <a:spcPts val="1600"/>
              </a:spcBef>
              <a:spcAft>
                <a:spcPts val="0"/>
              </a:spcAft>
              <a:buNone/>
              <a:defRPr/>
            </a:lvl8pPr>
            <a:lvl9pPr lvl="8" algn="ctr">
              <a:spcBef>
                <a:spcPts val="1600"/>
              </a:spcBef>
              <a:spcAft>
                <a:spcPts val="1600"/>
              </a:spcAft>
              <a:buNone/>
              <a:defRPr/>
            </a:lvl9pPr>
          </a:lstStyle>
          <a:p/>
        </p:txBody>
      </p:sp>
      <p:sp>
        <p:nvSpPr>
          <p:cNvPr id="107" name="Google Shape;107;p16"/>
          <p:cNvSpPr txBox="1"/>
          <p:nvPr>
            <p:ph idx="3" type="subTitle"/>
          </p:nvPr>
        </p:nvSpPr>
        <p:spPr>
          <a:xfrm>
            <a:off x="1773600" y="4045475"/>
            <a:ext cx="5596800" cy="396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1600"/>
              </a:spcBef>
              <a:spcAft>
                <a:spcPts val="0"/>
              </a:spcAft>
              <a:buNone/>
              <a:defRPr/>
            </a:lvl2pPr>
            <a:lvl3pPr lvl="2" algn="ctr">
              <a:spcBef>
                <a:spcPts val="1600"/>
              </a:spcBef>
              <a:spcAft>
                <a:spcPts val="0"/>
              </a:spcAft>
              <a:buNone/>
              <a:defRPr/>
            </a:lvl3pPr>
            <a:lvl4pPr lvl="3" algn="ctr">
              <a:spcBef>
                <a:spcPts val="1600"/>
              </a:spcBef>
              <a:spcAft>
                <a:spcPts val="0"/>
              </a:spcAft>
              <a:buNone/>
              <a:defRPr/>
            </a:lvl4pPr>
            <a:lvl5pPr lvl="4" algn="ctr">
              <a:spcBef>
                <a:spcPts val="1600"/>
              </a:spcBef>
              <a:spcAft>
                <a:spcPts val="0"/>
              </a:spcAft>
              <a:buNone/>
              <a:defRPr/>
            </a:lvl5pPr>
            <a:lvl6pPr lvl="5" algn="ctr">
              <a:spcBef>
                <a:spcPts val="1600"/>
              </a:spcBef>
              <a:spcAft>
                <a:spcPts val="0"/>
              </a:spcAft>
              <a:buNone/>
              <a:defRPr/>
            </a:lvl6pPr>
            <a:lvl7pPr lvl="6" algn="ctr">
              <a:spcBef>
                <a:spcPts val="1600"/>
              </a:spcBef>
              <a:spcAft>
                <a:spcPts val="0"/>
              </a:spcAft>
              <a:buNone/>
              <a:defRPr/>
            </a:lvl7pPr>
            <a:lvl8pPr lvl="7" algn="ctr">
              <a:spcBef>
                <a:spcPts val="1600"/>
              </a:spcBef>
              <a:spcAft>
                <a:spcPts val="0"/>
              </a:spcAft>
              <a:buNone/>
              <a:defRPr/>
            </a:lvl8pPr>
            <a:lvl9pPr lvl="8" algn="ctr">
              <a:spcBef>
                <a:spcPts val="1600"/>
              </a:spcBef>
              <a:spcAft>
                <a:spcPts val="1600"/>
              </a:spcAft>
              <a:buNone/>
              <a:defRPr/>
            </a:lvl9pPr>
          </a:lstStyle>
          <a:p/>
        </p:txBody>
      </p:sp>
      <p:sp>
        <p:nvSpPr>
          <p:cNvPr id="108" name="Google Shape;108;p16"/>
          <p:cNvSpPr txBox="1"/>
          <p:nvPr>
            <p:ph hasCustomPrompt="1" type="title"/>
          </p:nvPr>
        </p:nvSpPr>
        <p:spPr>
          <a:xfrm>
            <a:off x="2808900" y="940200"/>
            <a:ext cx="3526200" cy="697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
        <p:nvSpPr>
          <p:cNvPr id="109" name="Google Shape;109;p16"/>
          <p:cNvSpPr txBox="1"/>
          <p:nvPr>
            <p:ph hasCustomPrompt="1" idx="4" type="title"/>
          </p:nvPr>
        </p:nvSpPr>
        <p:spPr>
          <a:xfrm>
            <a:off x="2808900" y="2151874"/>
            <a:ext cx="3526200" cy="697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
        <p:nvSpPr>
          <p:cNvPr id="110" name="Google Shape;110;p16"/>
          <p:cNvSpPr txBox="1"/>
          <p:nvPr>
            <p:ph hasCustomPrompt="1" idx="5" type="title"/>
          </p:nvPr>
        </p:nvSpPr>
        <p:spPr>
          <a:xfrm>
            <a:off x="2808900" y="3347675"/>
            <a:ext cx="3526200" cy="697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t>xx%</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2">
  <p:cSld name="CUSTOM_6_1_1_1_2">
    <p:bg>
      <p:bgPr>
        <a:solidFill>
          <a:schemeClr val="dk1"/>
        </a:solidFill>
      </p:bgPr>
    </p:bg>
    <p:spTree>
      <p:nvGrpSpPr>
        <p:cNvPr id="111" name="Shape 111"/>
        <p:cNvGrpSpPr/>
        <p:nvPr/>
      </p:nvGrpSpPr>
      <p:grpSpPr>
        <a:xfrm>
          <a:off x="0" y="0"/>
          <a:ext cx="0" cy="0"/>
          <a:chOff x="0" y="0"/>
          <a:chExt cx="0" cy="0"/>
        </a:xfrm>
      </p:grpSpPr>
      <p:sp>
        <p:nvSpPr>
          <p:cNvPr id="112" name="Google Shape;112;p17"/>
          <p:cNvSpPr txBox="1"/>
          <p:nvPr>
            <p:ph type="ctrTitle"/>
          </p:nvPr>
        </p:nvSpPr>
        <p:spPr>
          <a:xfrm>
            <a:off x="2302800" y="1658275"/>
            <a:ext cx="4538400" cy="1827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4800"/>
              <a:buNone/>
              <a:defRPr b="0" sz="4800">
                <a:solidFill>
                  <a:schemeClr val="dk1"/>
                </a:solidFill>
                <a:latin typeface="Staatliches"/>
                <a:ea typeface="Staatliches"/>
                <a:cs typeface="Staatliches"/>
                <a:sym typeface="Staatliches"/>
              </a:defRPr>
            </a:lvl1pPr>
            <a:lvl2pPr lvl="1" algn="ctr">
              <a:spcBef>
                <a:spcPts val="0"/>
              </a:spcBef>
              <a:spcAft>
                <a:spcPts val="0"/>
              </a:spcAft>
              <a:buClr>
                <a:srgbClr val="338987"/>
              </a:buClr>
              <a:buSzPts val="4800"/>
              <a:buNone/>
              <a:defRPr b="0" sz="4800">
                <a:solidFill>
                  <a:srgbClr val="338987"/>
                </a:solidFill>
              </a:defRPr>
            </a:lvl2pPr>
            <a:lvl3pPr lvl="2" algn="ctr">
              <a:spcBef>
                <a:spcPts val="0"/>
              </a:spcBef>
              <a:spcAft>
                <a:spcPts val="0"/>
              </a:spcAft>
              <a:buClr>
                <a:srgbClr val="338987"/>
              </a:buClr>
              <a:buSzPts val="4800"/>
              <a:buNone/>
              <a:defRPr b="0" sz="4800">
                <a:solidFill>
                  <a:srgbClr val="338987"/>
                </a:solidFill>
              </a:defRPr>
            </a:lvl3pPr>
            <a:lvl4pPr lvl="3" algn="ctr">
              <a:spcBef>
                <a:spcPts val="0"/>
              </a:spcBef>
              <a:spcAft>
                <a:spcPts val="0"/>
              </a:spcAft>
              <a:buClr>
                <a:srgbClr val="338987"/>
              </a:buClr>
              <a:buSzPts val="4800"/>
              <a:buNone/>
              <a:defRPr b="0" sz="4800">
                <a:solidFill>
                  <a:srgbClr val="338987"/>
                </a:solidFill>
              </a:defRPr>
            </a:lvl4pPr>
            <a:lvl5pPr lvl="4" algn="ctr">
              <a:spcBef>
                <a:spcPts val="0"/>
              </a:spcBef>
              <a:spcAft>
                <a:spcPts val="0"/>
              </a:spcAft>
              <a:buClr>
                <a:srgbClr val="338987"/>
              </a:buClr>
              <a:buSzPts val="4800"/>
              <a:buNone/>
              <a:defRPr b="0" sz="4800">
                <a:solidFill>
                  <a:srgbClr val="338987"/>
                </a:solidFill>
              </a:defRPr>
            </a:lvl5pPr>
            <a:lvl6pPr lvl="5" algn="ctr">
              <a:spcBef>
                <a:spcPts val="0"/>
              </a:spcBef>
              <a:spcAft>
                <a:spcPts val="0"/>
              </a:spcAft>
              <a:buClr>
                <a:srgbClr val="338987"/>
              </a:buClr>
              <a:buSzPts val="4800"/>
              <a:buNone/>
              <a:defRPr b="0" sz="4800">
                <a:solidFill>
                  <a:srgbClr val="338987"/>
                </a:solidFill>
              </a:defRPr>
            </a:lvl6pPr>
            <a:lvl7pPr lvl="6" algn="ctr">
              <a:spcBef>
                <a:spcPts val="0"/>
              </a:spcBef>
              <a:spcAft>
                <a:spcPts val="0"/>
              </a:spcAft>
              <a:buClr>
                <a:srgbClr val="338987"/>
              </a:buClr>
              <a:buSzPts val="4800"/>
              <a:buNone/>
              <a:defRPr b="0" sz="4800">
                <a:solidFill>
                  <a:srgbClr val="338987"/>
                </a:solidFill>
              </a:defRPr>
            </a:lvl7pPr>
            <a:lvl8pPr lvl="7" algn="ctr">
              <a:spcBef>
                <a:spcPts val="0"/>
              </a:spcBef>
              <a:spcAft>
                <a:spcPts val="0"/>
              </a:spcAft>
              <a:buClr>
                <a:srgbClr val="338987"/>
              </a:buClr>
              <a:buSzPts val="4800"/>
              <a:buNone/>
              <a:defRPr b="0" sz="4800">
                <a:solidFill>
                  <a:srgbClr val="338987"/>
                </a:solidFill>
              </a:defRPr>
            </a:lvl8pPr>
            <a:lvl9pPr lvl="8" algn="ctr">
              <a:spcBef>
                <a:spcPts val="0"/>
              </a:spcBef>
              <a:spcAft>
                <a:spcPts val="0"/>
              </a:spcAft>
              <a:buClr>
                <a:srgbClr val="338987"/>
              </a:buClr>
              <a:buSzPts val="4800"/>
              <a:buNone/>
              <a:defRPr b="0" sz="4800">
                <a:solidFill>
                  <a:srgbClr val="338987"/>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6_1_1_2_1_1_1_1">
    <p:bg>
      <p:bgPr>
        <a:solidFill>
          <a:schemeClr val="dk1"/>
        </a:solidFill>
      </p:bgPr>
    </p:bg>
    <p:spTree>
      <p:nvGrpSpPr>
        <p:cNvPr id="113" name="Shape 113"/>
        <p:cNvGrpSpPr/>
        <p:nvPr/>
      </p:nvGrpSpPr>
      <p:grpSpPr>
        <a:xfrm>
          <a:off x="0" y="0"/>
          <a:ext cx="0" cy="0"/>
          <a:chOff x="0" y="0"/>
          <a:chExt cx="0" cy="0"/>
        </a:xfrm>
      </p:grpSpPr>
      <p:sp>
        <p:nvSpPr>
          <p:cNvPr id="114" name="Google Shape;114;p18"/>
          <p:cNvSpPr txBox="1"/>
          <p:nvPr>
            <p:ph type="title"/>
          </p:nvPr>
        </p:nvSpPr>
        <p:spPr>
          <a:xfrm>
            <a:off x="3737772" y="3001048"/>
            <a:ext cx="1841400" cy="4017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i="0" sz="12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15" name="Google Shape;115;p18"/>
          <p:cNvSpPr txBox="1"/>
          <p:nvPr>
            <p:ph idx="1" type="subTitle"/>
          </p:nvPr>
        </p:nvSpPr>
        <p:spPr>
          <a:xfrm>
            <a:off x="3553122" y="3449475"/>
            <a:ext cx="2210700" cy="983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000"/>
            </a:lvl1pPr>
            <a:lvl2pPr lvl="1" algn="ctr">
              <a:lnSpc>
                <a:spcPct val="100000"/>
              </a:lnSpc>
              <a:spcBef>
                <a:spcPts val="1600"/>
              </a:spcBef>
              <a:spcAft>
                <a:spcPts val="0"/>
              </a:spcAft>
              <a:buNone/>
              <a:defRPr sz="1000"/>
            </a:lvl2pPr>
            <a:lvl3pPr lvl="2" algn="ctr">
              <a:lnSpc>
                <a:spcPct val="100000"/>
              </a:lnSpc>
              <a:spcBef>
                <a:spcPts val="1600"/>
              </a:spcBef>
              <a:spcAft>
                <a:spcPts val="0"/>
              </a:spcAft>
              <a:buNone/>
              <a:defRPr sz="1000"/>
            </a:lvl3pPr>
            <a:lvl4pPr lvl="3" algn="ctr">
              <a:lnSpc>
                <a:spcPct val="100000"/>
              </a:lnSpc>
              <a:spcBef>
                <a:spcPts val="1600"/>
              </a:spcBef>
              <a:spcAft>
                <a:spcPts val="0"/>
              </a:spcAft>
              <a:buNone/>
              <a:defRPr sz="1000"/>
            </a:lvl4pPr>
            <a:lvl5pPr lvl="4" algn="ctr">
              <a:lnSpc>
                <a:spcPct val="100000"/>
              </a:lnSpc>
              <a:spcBef>
                <a:spcPts val="1600"/>
              </a:spcBef>
              <a:spcAft>
                <a:spcPts val="0"/>
              </a:spcAft>
              <a:buNone/>
              <a:defRPr sz="1000"/>
            </a:lvl5pPr>
            <a:lvl6pPr lvl="5" algn="ctr">
              <a:lnSpc>
                <a:spcPct val="100000"/>
              </a:lnSpc>
              <a:spcBef>
                <a:spcPts val="1600"/>
              </a:spcBef>
              <a:spcAft>
                <a:spcPts val="0"/>
              </a:spcAft>
              <a:buNone/>
              <a:defRPr sz="1000"/>
            </a:lvl6pPr>
            <a:lvl7pPr lvl="6" algn="ctr">
              <a:lnSpc>
                <a:spcPct val="100000"/>
              </a:lnSpc>
              <a:spcBef>
                <a:spcPts val="1600"/>
              </a:spcBef>
              <a:spcAft>
                <a:spcPts val="0"/>
              </a:spcAft>
              <a:buNone/>
              <a:defRPr sz="1000"/>
            </a:lvl7pPr>
            <a:lvl8pPr lvl="7" algn="ctr">
              <a:lnSpc>
                <a:spcPct val="100000"/>
              </a:lnSpc>
              <a:spcBef>
                <a:spcPts val="1600"/>
              </a:spcBef>
              <a:spcAft>
                <a:spcPts val="0"/>
              </a:spcAft>
              <a:buNone/>
              <a:defRPr sz="1000"/>
            </a:lvl8pPr>
            <a:lvl9pPr lvl="8" algn="ctr">
              <a:lnSpc>
                <a:spcPct val="100000"/>
              </a:lnSpc>
              <a:spcBef>
                <a:spcPts val="1600"/>
              </a:spcBef>
              <a:spcAft>
                <a:spcPts val="1600"/>
              </a:spcAft>
              <a:buNone/>
              <a:defRPr sz="1000"/>
            </a:lvl9pPr>
          </a:lstStyle>
          <a:p/>
        </p:txBody>
      </p:sp>
      <p:sp>
        <p:nvSpPr>
          <p:cNvPr id="116" name="Google Shape;116;p18"/>
          <p:cNvSpPr txBox="1"/>
          <p:nvPr>
            <p:ph idx="2" type="title"/>
          </p:nvPr>
        </p:nvSpPr>
        <p:spPr>
          <a:xfrm>
            <a:off x="869647" y="3349598"/>
            <a:ext cx="1841400" cy="4017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i="0" sz="12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17" name="Google Shape;117;p18"/>
          <p:cNvSpPr txBox="1"/>
          <p:nvPr>
            <p:ph idx="3" type="subTitle"/>
          </p:nvPr>
        </p:nvSpPr>
        <p:spPr>
          <a:xfrm>
            <a:off x="684997" y="3798025"/>
            <a:ext cx="2210700" cy="983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000"/>
            </a:lvl1pPr>
            <a:lvl2pPr lvl="1" algn="ctr">
              <a:lnSpc>
                <a:spcPct val="100000"/>
              </a:lnSpc>
              <a:spcBef>
                <a:spcPts val="1600"/>
              </a:spcBef>
              <a:spcAft>
                <a:spcPts val="0"/>
              </a:spcAft>
              <a:buNone/>
              <a:defRPr sz="1000"/>
            </a:lvl2pPr>
            <a:lvl3pPr lvl="2" algn="ctr">
              <a:lnSpc>
                <a:spcPct val="100000"/>
              </a:lnSpc>
              <a:spcBef>
                <a:spcPts val="1600"/>
              </a:spcBef>
              <a:spcAft>
                <a:spcPts val="0"/>
              </a:spcAft>
              <a:buNone/>
              <a:defRPr sz="1000"/>
            </a:lvl3pPr>
            <a:lvl4pPr lvl="3" algn="ctr">
              <a:lnSpc>
                <a:spcPct val="100000"/>
              </a:lnSpc>
              <a:spcBef>
                <a:spcPts val="1600"/>
              </a:spcBef>
              <a:spcAft>
                <a:spcPts val="0"/>
              </a:spcAft>
              <a:buNone/>
              <a:defRPr sz="1000"/>
            </a:lvl4pPr>
            <a:lvl5pPr lvl="4" algn="ctr">
              <a:lnSpc>
                <a:spcPct val="100000"/>
              </a:lnSpc>
              <a:spcBef>
                <a:spcPts val="1600"/>
              </a:spcBef>
              <a:spcAft>
                <a:spcPts val="0"/>
              </a:spcAft>
              <a:buNone/>
              <a:defRPr sz="1000"/>
            </a:lvl5pPr>
            <a:lvl6pPr lvl="5" algn="ctr">
              <a:lnSpc>
                <a:spcPct val="100000"/>
              </a:lnSpc>
              <a:spcBef>
                <a:spcPts val="1600"/>
              </a:spcBef>
              <a:spcAft>
                <a:spcPts val="0"/>
              </a:spcAft>
              <a:buNone/>
              <a:defRPr sz="1000"/>
            </a:lvl6pPr>
            <a:lvl7pPr lvl="6" algn="ctr">
              <a:lnSpc>
                <a:spcPct val="100000"/>
              </a:lnSpc>
              <a:spcBef>
                <a:spcPts val="1600"/>
              </a:spcBef>
              <a:spcAft>
                <a:spcPts val="0"/>
              </a:spcAft>
              <a:buNone/>
              <a:defRPr sz="1000"/>
            </a:lvl7pPr>
            <a:lvl8pPr lvl="7" algn="ctr">
              <a:lnSpc>
                <a:spcPct val="100000"/>
              </a:lnSpc>
              <a:spcBef>
                <a:spcPts val="1600"/>
              </a:spcBef>
              <a:spcAft>
                <a:spcPts val="0"/>
              </a:spcAft>
              <a:buNone/>
              <a:defRPr sz="1000"/>
            </a:lvl8pPr>
            <a:lvl9pPr lvl="8" algn="ctr">
              <a:lnSpc>
                <a:spcPct val="100000"/>
              </a:lnSpc>
              <a:spcBef>
                <a:spcPts val="1600"/>
              </a:spcBef>
              <a:spcAft>
                <a:spcPts val="1600"/>
              </a:spcAft>
              <a:buNone/>
              <a:defRPr sz="1000"/>
            </a:lvl9pPr>
          </a:lstStyle>
          <a:p/>
        </p:txBody>
      </p:sp>
      <p:sp>
        <p:nvSpPr>
          <p:cNvPr id="118" name="Google Shape;118;p18"/>
          <p:cNvSpPr txBox="1"/>
          <p:nvPr>
            <p:ph idx="4" type="title"/>
          </p:nvPr>
        </p:nvSpPr>
        <p:spPr>
          <a:xfrm>
            <a:off x="6549147" y="3349598"/>
            <a:ext cx="1841400" cy="4017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i="0" sz="12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19" name="Google Shape;119;p18"/>
          <p:cNvSpPr txBox="1"/>
          <p:nvPr>
            <p:ph idx="5" type="subTitle"/>
          </p:nvPr>
        </p:nvSpPr>
        <p:spPr>
          <a:xfrm>
            <a:off x="6364497" y="3798025"/>
            <a:ext cx="2210700" cy="983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None/>
              <a:defRPr sz="1000"/>
            </a:lvl1pPr>
            <a:lvl2pPr lvl="1" algn="ctr">
              <a:lnSpc>
                <a:spcPct val="100000"/>
              </a:lnSpc>
              <a:spcBef>
                <a:spcPts val="1600"/>
              </a:spcBef>
              <a:spcAft>
                <a:spcPts val="0"/>
              </a:spcAft>
              <a:buNone/>
              <a:defRPr sz="1000"/>
            </a:lvl2pPr>
            <a:lvl3pPr lvl="2" algn="ctr">
              <a:lnSpc>
                <a:spcPct val="100000"/>
              </a:lnSpc>
              <a:spcBef>
                <a:spcPts val="1600"/>
              </a:spcBef>
              <a:spcAft>
                <a:spcPts val="0"/>
              </a:spcAft>
              <a:buNone/>
              <a:defRPr sz="1000"/>
            </a:lvl3pPr>
            <a:lvl4pPr lvl="3" algn="ctr">
              <a:lnSpc>
                <a:spcPct val="100000"/>
              </a:lnSpc>
              <a:spcBef>
                <a:spcPts val="1600"/>
              </a:spcBef>
              <a:spcAft>
                <a:spcPts val="0"/>
              </a:spcAft>
              <a:buNone/>
              <a:defRPr sz="1000"/>
            </a:lvl4pPr>
            <a:lvl5pPr lvl="4" algn="ctr">
              <a:lnSpc>
                <a:spcPct val="100000"/>
              </a:lnSpc>
              <a:spcBef>
                <a:spcPts val="1600"/>
              </a:spcBef>
              <a:spcAft>
                <a:spcPts val="0"/>
              </a:spcAft>
              <a:buNone/>
              <a:defRPr sz="1000"/>
            </a:lvl5pPr>
            <a:lvl6pPr lvl="5" algn="ctr">
              <a:lnSpc>
                <a:spcPct val="100000"/>
              </a:lnSpc>
              <a:spcBef>
                <a:spcPts val="1600"/>
              </a:spcBef>
              <a:spcAft>
                <a:spcPts val="0"/>
              </a:spcAft>
              <a:buNone/>
              <a:defRPr sz="1000"/>
            </a:lvl6pPr>
            <a:lvl7pPr lvl="6" algn="ctr">
              <a:lnSpc>
                <a:spcPct val="100000"/>
              </a:lnSpc>
              <a:spcBef>
                <a:spcPts val="1600"/>
              </a:spcBef>
              <a:spcAft>
                <a:spcPts val="0"/>
              </a:spcAft>
              <a:buNone/>
              <a:defRPr sz="1000"/>
            </a:lvl7pPr>
            <a:lvl8pPr lvl="7" algn="ctr">
              <a:lnSpc>
                <a:spcPct val="100000"/>
              </a:lnSpc>
              <a:spcBef>
                <a:spcPts val="1600"/>
              </a:spcBef>
              <a:spcAft>
                <a:spcPts val="0"/>
              </a:spcAft>
              <a:buNone/>
              <a:defRPr sz="1000"/>
            </a:lvl8pPr>
            <a:lvl9pPr lvl="8" algn="ctr">
              <a:lnSpc>
                <a:spcPct val="100000"/>
              </a:lnSpc>
              <a:spcBef>
                <a:spcPts val="1600"/>
              </a:spcBef>
              <a:spcAft>
                <a:spcPts val="1600"/>
              </a:spcAft>
              <a:buNone/>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1_1_2_1">
    <p:bg>
      <p:bgPr>
        <a:solidFill>
          <a:schemeClr val="dk1"/>
        </a:solidFill>
      </p:bgPr>
    </p:bg>
    <p:spTree>
      <p:nvGrpSpPr>
        <p:cNvPr id="120" name="Shape 120"/>
        <p:cNvGrpSpPr/>
        <p:nvPr/>
      </p:nvGrpSpPr>
      <p:grpSpPr>
        <a:xfrm>
          <a:off x="0" y="0"/>
          <a:ext cx="0" cy="0"/>
          <a:chOff x="0" y="0"/>
          <a:chExt cx="0" cy="0"/>
        </a:xfrm>
      </p:grpSpPr>
      <p:sp>
        <p:nvSpPr>
          <p:cNvPr id="121" name="Google Shape;121;p19"/>
          <p:cNvSpPr/>
          <p:nvPr/>
        </p:nvSpPr>
        <p:spPr>
          <a:xfrm>
            <a:off x="418800" y="612272"/>
            <a:ext cx="3278700" cy="40824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9"/>
          <p:cNvSpPr/>
          <p:nvPr/>
        </p:nvSpPr>
        <p:spPr>
          <a:xfrm>
            <a:off x="516007" y="504847"/>
            <a:ext cx="3278700" cy="40824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
          <p:cNvSpPr txBox="1"/>
          <p:nvPr>
            <p:ph type="ctrTitle"/>
          </p:nvPr>
        </p:nvSpPr>
        <p:spPr>
          <a:xfrm>
            <a:off x="833911" y="-301775"/>
            <a:ext cx="3248400" cy="2419500"/>
          </a:xfrm>
          <a:prstGeom prst="rect">
            <a:avLst/>
          </a:prstGeom>
        </p:spPr>
        <p:txBody>
          <a:bodyPr anchorCtr="0" anchor="b" bIns="91425" lIns="91425" spcFirstLastPara="1" rIns="91425" wrap="square" tIns="91425">
            <a:noAutofit/>
          </a:bodyPr>
          <a:lstStyle>
            <a:lvl1pPr lvl="0">
              <a:spcBef>
                <a:spcPts val="0"/>
              </a:spcBef>
              <a:spcAft>
                <a:spcPts val="0"/>
              </a:spcAft>
              <a:buClr>
                <a:srgbClr val="FCBF4A"/>
              </a:buClr>
              <a:buSzPts val="3600"/>
              <a:buNone/>
              <a:defRPr b="0" sz="6000">
                <a:latin typeface="Staatliches"/>
                <a:ea typeface="Staatliches"/>
                <a:cs typeface="Staatliches"/>
                <a:sym typeface="Staatliches"/>
              </a:defRPr>
            </a:lvl1pPr>
            <a:lvl2pPr lvl="1" algn="ctr">
              <a:spcBef>
                <a:spcPts val="0"/>
              </a:spcBef>
              <a:spcAft>
                <a:spcPts val="0"/>
              </a:spcAft>
              <a:buClr>
                <a:srgbClr val="FCBF4A"/>
              </a:buClr>
              <a:buSzPts val="5200"/>
              <a:buNone/>
              <a:defRPr sz="5200">
                <a:solidFill>
                  <a:srgbClr val="FCBF4A"/>
                </a:solidFill>
              </a:defRPr>
            </a:lvl2pPr>
            <a:lvl3pPr lvl="2" algn="ctr">
              <a:spcBef>
                <a:spcPts val="0"/>
              </a:spcBef>
              <a:spcAft>
                <a:spcPts val="0"/>
              </a:spcAft>
              <a:buClr>
                <a:srgbClr val="FCBF4A"/>
              </a:buClr>
              <a:buSzPts val="5200"/>
              <a:buNone/>
              <a:defRPr sz="5200">
                <a:solidFill>
                  <a:srgbClr val="FCBF4A"/>
                </a:solidFill>
              </a:defRPr>
            </a:lvl3pPr>
            <a:lvl4pPr lvl="3" algn="ctr">
              <a:spcBef>
                <a:spcPts val="0"/>
              </a:spcBef>
              <a:spcAft>
                <a:spcPts val="0"/>
              </a:spcAft>
              <a:buClr>
                <a:srgbClr val="FCBF4A"/>
              </a:buClr>
              <a:buSzPts val="5200"/>
              <a:buNone/>
              <a:defRPr sz="5200">
                <a:solidFill>
                  <a:srgbClr val="FCBF4A"/>
                </a:solidFill>
              </a:defRPr>
            </a:lvl4pPr>
            <a:lvl5pPr lvl="4" algn="ctr">
              <a:spcBef>
                <a:spcPts val="0"/>
              </a:spcBef>
              <a:spcAft>
                <a:spcPts val="0"/>
              </a:spcAft>
              <a:buClr>
                <a:srgbClr val="FCBF4A"/>
              </a:buClr>
              <a:buSzPts val="5200"/>
              <a:buNone/>
              <a:defRPr sz="5200">
                <a:solidFill>
                  <a:srgbClr val="FCBF4A"/>
                </a:solidFill>
              </a:defRPr>
            </a:lvl5pPr>
            <a:lvl6pPr lvl="5" algn="ctr">
              <a:spcBef>
                <a:spcPts val="0"/>
              </a:spcBef>
              <a:spcAft>
                <a:spcPts val="0"/>
              </a:spcAft>
              <a:buClr>
                <a:srgbClr val="FCBF4A"/>
              </a:buClr>
              <a:buSzPts val="5200"/>
              <a:buNone/>
              <a:defRPr sz="5200">
                <a:solidFill>
                  <a:srgbClr val="FCBF4A"/>
                </a:solidFill>
              </a:defRPr>
            </a:lvl6pPr>
            <a:lvl7pPr lvl="6" algn="ctr">
              <a:spcBef>
                <a:spcPts val="0"/>
              </a:spcBef>
              <a:spcAft>
                <a:spcPts val="0"/>
              </a:spcAft>
              <a:buClr>
                <a:srgbClr val="FCBF4A"/>
              </a:buClr>
              <a:buSzPts val="5200"/>
              <a:buNone/>
              <a:defRPr sz="5200">
                <a:solidFill>
                  <a:srgbClr val="FCBF4A"/>
                </a:solidFill>
              </a:defRPr>
            </a:lvl7pPr>
            <a:lvl8pPr lvl="7" algn="ctr">
              <a:spcBef>
                <a:spcPts val="0"/>
              </a:spcBef>
              <a:spcAft>
                <a:spcPts val="0"/>
              </a:spcAft>
              <a:buClr>
                <a:srgbClr val="FCBF4A"/>
              </a:buClr>
              <a:buSzPts val="5200"/>
              <a:buNone/>
              <a:defRPr sz="5200">
                <a:solidFill>
                  <a:srgbClr val="FCBF4A"/>
                </a:solidFill>
              </a:defRPr>
            </a:lvl8pPr>
            <a:lvl9pPr lvl="8" algn="ctr">
              <a:spcBef>
                <a:spcPts val="0"/>
              </a:spcBef>
              <a:spcAft>
                <a:spcPts val="0"/>
              </a:spcAft>
              <a:buClr>
                <a:srgbClr val="FCBF4A"/>
              </a:buClr>
              <a:buSzPts val="5200"/>
              <a:buNone/>
              <a:defRPr sz="5200">
                <a:solidFill>
                  <a:srgbClr val="FCBF4A"/>
                </a:solidFill>
              </a:defRPr>
            </a:lvl9pPr>
          </a:lstStyle>
          <a:p/>
        </p:txBody>
      </p:sp>
      <p:sp>
        <p:nvSpPr>
          <p:cNvPr id="124" name="Google Shape;124;p19"/>
          <p:cNvSpPr txBox="1"/>
          <p:nvPr>
            <p:ph idx="1" type="subTitle"/>
          </p:nvPr>
        </p:nvSpPr>
        <p:spPr>
          <a:xfrm>
            <a:off x="833911" y="1947275"/>
            <a:ext cx="3326700" cy="32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CBF4A"/>
              </a:buClr>
              <a:buSzPts val="1400"/>
              <a:buNone/>
              <a:defRPr>
                <a:latin typeface="Anaheim"/>
                <a:ea typeface="Anaheim"/>
                <a:cs typeface="Anaheim"/>
                <a:sym typeface="Anaheim"/>
              </a:defRPr>
            </a:lvl1pPr>
            <a:lvl2pPr lvl="1"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2pPr>
            <a:lvl3pPr lvl="2"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3pPr>
            <a:lvl4pPr lvl="3"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4pPr>
            <a:lvl5pPr lvl="4"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5pPr>
            <a:lvl6pPr lvl="5"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6pPr>
            <a:lvl7pPr lvl="6"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7pPr>
            <a:lvl8pPr lvl="7"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8pPr>
            <a:lvl9pPr lvl="8"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9pPr>
          </a:lstStyle>
          <a:p/>
        </p:txBody>
      </p:sp>
      <p:sp>
        <p:nvSpPr>
          <p:cNvPr id="125" name="Google Shape;125;p19"/>
          <p:cNvSpPr txBox="1"/>
          <p:nvPr/>
        </p:nvSpPr>
        <p:spPr>
          <a:xfrm>
            <a:off x="833900" y="3428100"/>
            <a:ext cx="2686800" cy="4686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900">
                <a:solidFill>
                  <a:srgbClr val="434343"/>
                </a:solidFill>
                <a:latin typeface="Anaheim"/>
                <a:ea typeface="Anaheim"/>
                <a:cs typeface="Anaheim"/>
                <a:sym typeface="Anaheim"/>
              </a:rPr>
              <a:t>CREDITS</a:t>
            </a:r>
            <a:r>
              <a:rPr lang="en" sz="900">
                <a:solidFill>
                  <a:srgbClr val="434343"/>
                </a:solidFill>
                <a:latin typeface="Anaheim"/>
                <a:ea typeface="Anaheim"/>
                <a:cs typeface="Anaheim"/>
                <a:sym typeface="Anaheim"/>
              </a:rPr>
              <a:t>: This presentation template was created by </a:t>
            </a:r>
            <a:r>
              <a:rPr b="1" lang="en" sz="900">
                <a:solidFill>
                  <a:srgbClr val="434343"/>
                </a:solidFill>
                <a:uFill>
                  <a:noFill/>
                </a:uFill>
                <a:latin typeface="Anaheim"/>
                <a:ea typeface="Anaheim"/>
                <a:cs typeface="Anaheim"/>
                <a:sym typeface="Anaheim"/>
                <a:hlinkClick r:id="rId2">
                  <a:extLst>
                    <a:ext uri="{A12FA001-AC4F-418D-AE19-62706E023703}">
                      <ahyp:hlinkClr val="tx"/>
                    </a:ext>
                  </a:extLst>
                </a:hlinkClick>
              </a:rPr>
              <a:t>Slidesgo</a:t>
            </a:r>
            <a:r>
              <a:rPr lang="en" sz="900">
                <a:solidFill>
                  <a:srgbClr val="434343"/>
                </a:solidFill>
                <a:latin typeface="Anaheim"/>
                <a:ea typeface="Anaheim"/>
                <a:cs typeface="Anaheim"/>
                <a:sym typeface="Anaheim"/>
              </a:rPr>
              <a:t>, including icons by </a:t>
            </a:r>
            <a:r>
              <a:rPr b="1" lang="en" sz="900">
                <a:solidFill>
                  <a:srgbClr val="434343"/>
                </a:solidFill>
                <a:uFill>
                  <a:noFill/>
                </a:uFill>
                <a:latin typeface="Anaheim"/>
                <a:ea typeface="Anaheim"/>
                <a:cs typeface="Anaheim"/>
                <a:sym typeface="Anaheim"/>
                <a:hlinkClick r:id="rId3">
                  <a:extLst>
                    <a:ext uri="{A12FA001-AC4F-418D-AE19-62706E023703}">
                      <ahyp:hlinkClr val="tx"/>
                    </a:ext>
                  </a:extLst>
                </a:hlinkClick>
              </a:rPr>
              <a:t>Flaticon</a:t>
            </a:r>
            <a:r>
              <a:rPr lang="en" sz="900">
                <a:solidFill>
                  <a:srgbClr val="434343"/>
                </a:solidFill>
                <a:latin typeface="Anaheim"/>
                <a:ea typeface="Anaheim"/>
                <a:cs typeface="Anaheim"/>
                <a:sym typeface="Anaheim"/>
              </a:rPr>
              <a:t>, and infographics &amp; images by </a:t>
            </a:r>
            <a:r>
              <a:rPr b="1" lang="en" sz="900">
                <a:solidFill>
                  <a:srgbClr val="434343"/>
                </a:solidFill>
                <a:uFill>
                  <a:noFill/>
                </a:uFill>
                <a:latin typeface="Anaheim"/>
                <a:ea typeface="Anaheim"/>
                <a:cs typeface="Anaheim"/>
                <a:sym typeface="Anaheim"/>
                <a:hlinkClick r:id="rId4">
                  <a:extLst>
                    <a:ext uri="{A12FA001-AC4F-418D-AE19-62706E023703}">
                      <ahyp:hlinkClr val="tx"/>
                    </a:ext>
                  </a:extLst>
                </a:hlinkClick>
              </a:rPr>
              <a:t>Freepik</a:t>
            </a:r>
            <a:r>
              <a:rPr b="1" lang="en" sz="900">
                <a:solidFill>
                  <a:srgbClr val="434343"/>
                </a:solidFill>
                <a:latin typeface="Anaheim"/>
                <a:ea typeface="Anaheim"/>
                <a:cs typeface="Anaheim"/>
                <a:sym typeface="Anaheim"/>
              </a:rPr>
              <a:t> </a:t>
            </a:r>
            <a:r>
              <a:rPr lang="en" sz="900">
                <a:solidFill>
                  <a:srgbClr val="434343"/>
                </a:solidFill>
                <a:latin typeface="Anaheim"/>
                <a:ea typeface="Anaheim"/>
                <a:cs typeface="Anaheim"/>
                <a:sym typeface="Anaheim"/>
              </a:rPr>
              <a:t>and illustrations by</a:t>
            </a:r>
            <a:r>
              <a:rPr b="1" lang="en" sz="900">
                <a:solidFill>
                  <a:srgbClr val="434343"/>
                </a:solidFill>
                <a:latin typeface="Anaheim"/>
                <a:ea typeface="Anaheim"/>
                <a:cs typeface="Anaheim"/>
                <a:sym typeface="Anaheim"/>
              </a:rPr>
              <a:t> </a:t>
            </a:r>
            <a:r>
              <a:rPr b="1" lang="en" sz="900">
                <a:solidFill>
                  <a:schemeClr val="hlink"/>
                </a:solidFill>
                <a:uFill>
                  <a:noFill/>
                </a:uFill>
                <a:latin typeface="Anaheim"/>
                <a:ea typeface="Anaheim"/>
                <a:cs typeface="Anaheim"/>
                <a:sym typeface="Anaheim"/>
                <a:hlinkClick r:id="rId5"/>
              </a:rPr>
              <a:t>Storyset</a:t>
            </a:r>
            <a:endParaRPr b="1" sz="700">
              <a:solidFill>
                <a:srgbClr val="434343"/>
              </a:solidFill>
              <a:latin typeface="Anaheim"/>
              <a:ea typeface="Anaheim"/>
              <a:cs typeface="Anaheim"/>
              <a:sym typeface="Anaheim"/>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2_1_1">
    <p:bg>
      <p:bgPr>
        <a:solidFill>
          <a:schemeClr val="dk1"/>
        </a:solidFill>
      </p:bgPr>
    </p:bg>
    <p:spTree>
      <p:nvGrpSpPr>
        <p:cNvPr id="126" name="Shape 126"/>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bg>
      <p:bgPr>
        <a:solidFill>
          <a:srgbClr val="FDF3E5">
            <a:alpha val="29620"/>
          </a:srgbClr>
        </a:solidFill>
      </p:bgPr>
    </p:bg>
    <p:spTree>
      <p:nvGrpSpPr>
        <p:cNvPr id="127" name="Shape 127"/>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1">
  <p:cSld name="CUSTOM_6_1_1_2_1">
    <p:bg>
      <p:bgPr>
        <a:solidFill>
          <a:schemeClr val="dk1"/>
        </a:solidFill>
      </p:bgPr>
    </p:bg>
    <p:spTree>
      <p:nvGrpSpPr>
        <p:cNvPr id="128" name="Shape 128"/>
        <p:cNvGrpSpPr/>
        <p:nvPr/>
      </p:nvGrpSpPr>
      <p:grpSpPr>
        <a:xfrm>
          <a:off x="0" y="0"/>
          <a:ext cx="0" cy="0"/>
          <a:chOff x="0" y="0"/>
          <a:chExt cx="0" cy="0"/>
        </a:xfrm>
      </p:grpSpPr>
      <p:sp>
        <p:nvSpPr>
          <p:cNvPr id="129" name="Google Shape;129;p22"/>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2"/>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2"/>
          <p:cNvSpPr txBox="1"/>
          <p:nvPr>
            <p:ph type="ctrTitle"/>
          </p:nvPr>
        </p:nvSpPr>
        <p:spPr>
          <a:xfrm>
            <a:off x="5180650" y="457300"/>
            <a:ext cx="3194700" cy="481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rgbClr val="2D406A"/>
              </a:buClr>
              <a:buSzPts val="2400"/>
              <a:buNone/>
              <a:defRPr b="0" sz="1800">
                <a:latin typeface="Staatliches"/>
                <a:ea typeface="Staatliches"/>
                <a:cs typeface="Staatliches"/>
                <a:sym typeface="Staatliches"/>
              </a:defRPr>
            </a:lvl1pPr>
            <a:lvl2pPr lvl="1" algn="ctr">
              <a:lnSpc>
                <a:spcPct val="100000"/>
              </a:lnSpc>
              <a:spcBef>
                <a:spcPts val="0"/>
              </a:spcBef>
              <a:spcAft>
                <a:spcPts val="0"/>
              </a:spcAft>
              <a:buClr>
                <a:srgbClr val="338987"/>
              </a:buClr>
              <a:buSzPts val="1800"/>
              <a:buNone/>
              <a:defRPr b="0" sz="1800">
                <a:solidFill>
                  <a:srgbClr val="338987"/>
                </a:solidFill>
              </a:defRPr>
            </a:lvl2pPr>
            <a:lvl3pPr lvl="2" algn="ctr">
              <a:lnSpc>
                <a:spcPct val="100000"/>
              </a:lnSpc>
              <a:spcBef>
                <a:spcPts val="0"/>
              </a:spcBef>
              <a:spcAft>
                <a:spcPts val="0"/>
              </a:spcAft>
              <a:buClr>
                <a:srgbClr val="338987"/>
              </a:buClr>
              <a:buSzPts val="1800"/>
              <a:buNone/>
              <a:defRPr b="0" sz="1800">
                <a:solidFill>
                  <a:srgbClr val="338987"/>
                </a:solidFill>
              </a:defRPr>
            </a:lvl3pPr>
            <a:lvl4pPr lvl="3" algn="ctr">
              <a:lnSpc>
                <a:spcPct val="100000"/>
              </a:lnSpc>
              <a:spcBef>
                <a:spcPts val="0"/>
              </a:spcBef>
              <a:spcAft>
                <a:spcPts val="0"/>
              </a:spcAft>
              <a:buClr>
                <a:srgbClr val="338987"/>
              </a:buClr>
              <a:buSzPts val="1800"/>
              <a:buNone/>
              <a:defRPr b="0" sz="1800">
                <a:solidFill>
                  <a:srgbClr val="338987"/>
                </a:solidFill>
              </a:defRPr>
            </a:lvl4pPr>
            <a:lvl5pPr lvl="4" algn="ctr">
              <a:lnSpc>
                <a:spcPct val="100000"/>
              </a:lnSpc>
              <a:spcBef>
                <a:spcPts val="0"/>
              </a:spcBef>
              <a:spcAft>
                <a:spcPts val="0"/>
              </a:spcAft>
              <a:buClr>
                <a:srgbClr val="338987"/>
              </a:buClr>
              <a:buSzPts val="1800"/>
              <a:buNone/>
              <a:defRPr b="0" sz="1800">
                <a:solidFill>
                  <a:srgbClr val="338987"/>
                </a:solidFill>
              </a:defRPr>
            </a:lvl5pPr>
            <a:lvl6pPr lvl="5" algn="ctr">
              <a:lnSpc>
                <a:spcPct val="100000"/>
              </a:lnSpc>
              <a:spcBef>
                <a:spcPts val="0"/>
              </a:spcBef>
              <a:spcAft>
                <a:spcPts val="0"/>
              </a:spcAft>
              <a:buClr>
                <a:srgbClr val="338987"/>
              </a:buClr>
              <a:buSzPts val="1800"/>
              <a:buNone/>
              <a:defRPr b="0" sz="1800">
                <a:solidFill>
                  <a:srgbClr val="338987"/>
                </a:solidFill>
              </a:defRPr>
            </a:lvl6pPr>
            <a:lvl7pPr lvl="6" algn="ctr">
              <a:lnSpc>
                <a:spcPct val="100000"/>
              </a:lnSpc>
              <a:spcBef>
                <a:spcPts val="0"/>
              </a:spcBef>
              <a:spcAft>
                <a:spcPts val="0"/>
              </a:spcAft>
              <a:buClr>
                <a:srgbClr val="338987"/>
              </a:buClr>
              <a:buSzPts val="1800"/>
              <a:buNone/>
              <a:defRPr b="0" sz="1800">
                <a:solidFill>
                  <a:srgbClr val="338987"/>
                </a:solidFill>
              </a:defRPr>
            </a:lvl7pPr>
            <a:lvl8pPr lvl="7" algn="ctr">
              <a:lnSpc>
                <a:spcPct val="100000"/>
              </a:lnSpc>
              <a:spcBef>
                <a:spcPts val="0"/>
              </a:spcBef>
              <a:spcAft>
                <a:spcPts val="0"/>
              </a:spcAft>
              <a:buClr>
                <a:srgbClr val="338987"/>
              </a:buClr>
              <a:buSzPts val="1800"/>
              <a:buNone/>
              <a:defRPr b="0" sz="1800">
                <a:solidFill>
                  <a:srgbClr val="338987"/>
                </a:solidFill>
              </a:defRPr>
            </a:lvl8pPr>
            <a:lvl9pPr lvl="8" algn="ctr">
              <a:lnSpc>
                <a:spcPct val="100000"/>
              </a:lnSpc>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2">
  <p:cSld name="CUSTOM_6_1_1_2_2">
    <p:bg>
      <p:bgPr>
        <a:solidFill>
          <a:schemeClr val="dk1"/>
        </a:solidFill>
      </p:bgPr>
    </p:bg>
    <p:spTree>
      <p:nvGrpSpPr>
        <p:cNvPr id="132" name="Shape 132"/>
        <p:cNvGrpSpPr/>
        <p:nvPr/>
      </p:nvGrpSpPr>
      <p:grpSpPr>
        <a:xfrm>
          <a:off x="0" y="0"/>
          <a:ext cx="0" cy="0"/>
          <a:chOff x="0" y="0"/>
          <a:chExt cx="0" cy="0"/>
        </a:xfrm>
      </p:grpSpPr>
      <p:sp>
        <p:nvSpPr>
          <p:cNvPr id="133" name="Google Shape;133;p23"/>
          <p:cNvSpPr/>
          <p:nvPr/>
        </p:nvSpPr>
        <p:spPr>
          <a:xfrm>
            <a:off x="3513575" y="353425"/>
            <a:ext cx="5672400" cy="529500"/>
          </a:xfrm>
          <a:prstGeom prst="roundRect">
            <a:avLst>
              <a:gd fmla="val 19858"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3"/>
          <p:cNvSpPr/>
          <p:nvPr/>
        </p:nvSpPr>
        <p:spPr>
          <a:xfrm>
            <a:off x="3569775" y="409006"/>
            <a:ext cx="5616300" cy="529500"/>
          </a:xfrm>
          <a:prstGeom prst="roundRect">
            <a:avLst>
              <a:gd fmla="val 11897"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3"/>
          <p:cNvSpPr txBox="1"/>
          <p:nvPr>
            <p:ph type="ctrTitle"/>
          </p:nvPr>
        </p:nvSpPr>
        <p:spPr>
          <a:xfrm>
            <a:off x="5180650" y="457300"/>
            <a:ext cx="3194700" cy="4812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rgbClr val="2D406A"/>
              </a:buClr>
              <a:buSzPts val="2400"/>
              <a:buNone/>
              <a:defRPr b="0" sz="1800">
                <a:latin typeface="Staatliches"/>
                <a:ea typeface="Staatliches"/>
                <a:cs typeface="Staatliches"/>
                <a:sym typeface="Staatliches"/>
              </a:defRPr>
            </a:lvl1pPr>
            <a:lvl2pPr lvl="1" algn="ctr">
              <a:lnSpc>
                <a:spcPct val="100000"/>
              </a:lnSpc>
              <a:spcBef>
                <a:spcPts val="0"/>
              </a:spcBef>
              <a:spcAft>
                <a:spcPts val="0"/>
              </a:spcAft>
              <a:buClr>
                <a:srgbClr val="338987"/>
              </a:buClr>
              <a:buSzPts val="1800"/>
              <a:buNone/>
              <a:defRPr b="0" sz="1800">
                <a:solidFill>
                  <a:srgbClr val="338987"/>
                </a:solidFill>
              </a:defRPr>
            </a:lvl2pPr>
            <a:lvl3pPr lvl="2" algn="ctr">
              <a:lnSpc>
                <a:spcPct val="100000"/>
              </a:lnSpc>
              <a:spcBef>
                <a:spcPts val="0"/>
              </a:spcBef>
              <a:spcAft>
                <a:spcPts val="0"/>
              </a:spcAft>
              <a:buClr>
                <a:srgbClr val="338987"/>
              </a:buClr>
              <a:buSzPts val="1800"/>
              <a:buNone/>
              <a:defRPr b="0" sz="1800">
                <a:solidFill>
                  <a:srgbClr val="338987"/>
                </a:solidFill>
              </a:defRPr>
            </a:lvl3pPr>
            <a:lvl4pPr lvl="3" algn="ctr">
              <a:lnSpc>
                <a:spcPct val="100000"/>
              </a:lnSpc>
              <a:spcBef>
                <a:spcPts val="0"/>
              </a:spcBef>
              <a:spcAft>
                <a:spcPts val="0"/>
              </a:spcAft>
              <a:buClr>
                <a:srgbClr val="338987"/>
              </a:buClr>
              <a:buSzPts val="1800"/>
              <a:buNone/>
              <a:defRPr b="0" sz="1800">
                <a:solidFill>
                  <a:srgbClr val="338987"/>
                </a:solidFill>
              </a:defRPr>
            </a:lvl4pPr>
            <a:lvl5pPr lvl="4" algn="ctr">
              <a:lnSpc>
                <a:spcPct val="100000"/>
              </a:lnSpc>
              <a:spcBef>
                <a:spcPts val="0"/>
              </a:spcBef>
              <a:spcAft>
                <a:spcPts val="0"/>
              </a:spcAft>
              <a:buClr>
                <a:srgbClr val="338987"/>
              </a:buClr>
              <a:buSzPts val="1800"/>
              <a:buNone/>
              <a:defRPr b="0" sz="1800">
                <a:solidFill>
                  <a:srgbClr val="338987"/>
                </a:solidFill>
              </a:defRPr>
            </a:lvl5pPr>
            <a:lvl6pPr lvl="5" algn="ctr">
              <a:lnSpc>
                <a:spcPct val="100000"/>
              </a:lnSpc>
              <a:spcBef>
                <a:spcPts val="0"/>
              </a:spcBef>
              <a:spcAft>
                <a:spcPts val="0"/>
              </a:spcAft>
              <a:buClr>
                <a:srgbClr val="338987"/>
              </a:buClr>
              <a:buSzPts val="1800"/>
              <a:buNone/>
              <a:defRPr b="0" sz="1800">
                <a:solidFill>
                  <a:srgbClr val="338987"/>
                </a:solidFill>
              </a:defRPr>
            </a:lvl6pPr>
            <a:lvl7pPr lvl="6" algn="ctr">
              <a:lnSpc>
                <a:spcPct val="100000"/>
              </a:lnSpc>
              <a:spcBef>
                <a:spcPts val="0"/>
              </a:spcBef>
              <a:spcAft>
                <a:spcPts val="0"/>
              </a:spcAft>
              <a:buClr>
                <a:srgbClr val="338987"/>
              </a:buClr>
              <a:buSzPts val="1800"/>
              <a:buNone/>
              <a:defRPr b="0" sz="1800">
                <a:solidFill>
                  <a:srgbClr val="338987"/>
                </a:solidFill>
              </a:defRPr>
            </a:lvl7pPr>
            <a:lvl8pPr lvl="7" algn="ctr">
              <a:lnSpc>
                <a:spcPct val="100000"/>
              </a:lnSpc>
              <a:spcBef>
                <a:spcPts val="0"/>
              </a:spcBef>
              <a:spcAft>
                <a:spcPts val="0"/>
              </a:spcAft>
              <a:buClr>
                <a:srgbClr val="338987"/>
              </a:buClr>
              <a:buSzPts val="1800"/>
              <a:buNone/>
              <a:defRPr b="0" sz="1800">
                <a:solidFill>
                  <a:srgbClr val="338987"/>
                </a:solidFill>
              </a:defRPr>
            </a:lvl8pPr>
            <a:lvl9pPr lvl="8" algn="ctr">
              <a:lnSpc>
                <a:spcPct val="100000"/>
              </a:lnSpc>
              <a:spcBef>
                <a:spcPts val="0"/>
              </a:spcBef>
              <a:spcAft>
                <a:spcPts val="0"/>
              </a:spcAft>
              <a:buClr>
                <a:srgbClr val="338987"/>
              </a:buClr>
              <a:buSzPts val="1800"/>
              <a:buNone/>
              <a:defRPr b="0" sz="1800">
                <a:solidFill>
                  <a:srgbClr val="338987"/>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6" name="Shape 136"/>
        <p:cNvGrpSpPr/>
        <p:nvPr/>
      </p:nvGrpSpPr>
      <p:grpSpPr>
        <a:xfrm>
          <a:off x="0" y="0"/>
          <a:ext cx="0" cy="0"/>
          <a:chOff x="0" y="0"/>
          <a:chExt cx="0" cy="0"/>
        </a:xfrm>
      </p:grpSpPr>
      <p:sp>
        <p:nvSpPr>
          <p:cNvPr id="137" name="Google Shape;137;p24"/>
          <p:cNvSpPr txBox="1"/>
          <p:nvPr>
            <p:ph type="title"/>
          </p:nvPr>
        </p:nvSpPr>
        <p:spPr>
          <a:xfrm>
            <a:off x="710275" y="536650"/>
            <a:ext cx="7723500" cy="4812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1">
  <p:cSld name="CUSTOM_7_2">
    <p:bg>
      <p:bgPr>
        <a:solidFill>
          <a:schemeClr val="dk1"/>
        </a:solidFill>
      </p:bgPr>
    </p:bg>
    <p:spTree>
      <p:nvGrpSpPr>
        <p:cNvPr id="138" name="Shape 138"/>
        <p:cNvGrpSpPr/>
        <p:nvPr/>
      </p:nvGrpSpPr>
      <p:grpSpPr>
        <a:xfrm>
          <a:off x="0" y="0"/>
          <a:ext cx="0" cy="0"/>
          <a:chOff x="0" y="0"/>
          <a:chExt cx="0" cy="0"/>
        </a:xfrm>
      </p:grpSpPr>
      <p:sp>
        <p:nvSpPr>
          <p:cNvPr id="139" name="Google Shape;139;p25"/>
          <p:cNvSpPr txBox="1"/>
          <p:nvPr>
            <p:ph type="ctrTitle"/>
          </p:nvPr>
        </p:nvSpPr>
        <p:spPr>
          <a:xfrm>
            <a:off x="833000" y="1050513"/>
            <a:ext cx="3248400" cy="2419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CBF4A"/>
              </a:buClr>
              <a:buSzPts val="3600"/>
              <a:buNone/>
              <a:defRPr b="0" sz="5400">
                <a:latin typeface="Staatliches"/>
                <a:ea typeface="Staatliches"/>
                <a:cs typeface="Staatliches"/>
                <a:sym typeface="Staatliches"/>
              </a:defRPr>
            </a:lvl1pPr>
            <a:lvl2pPr lvl="1" algn="ctr">
              <a:lnSpc>
                <a:spcPct val="100000"/>
              </a:lnSpc>
              <a:spcBef>
                <a:spcPts val="0"/>
              </a:spcBef>
              <a:spcAft>
                <a:spcPts val="0"/>
              </a:spcAft>
              <a:buClr>
                <a:srgbClr val="FCBF4A"/>
              </a:buClr>
              <a:buSzPts val="5200"/>
              <a:buNone/>
              <a:defRPr sz="5200">
                <a:solidFill>
                  <a:srgbClr val="FCBF4A"/>
                </a:solidFill>
              </a:defRPr>
            </a:lvl2pPr>
            <a:lvl3pPr lvl="2" algn="ctr">
              <a:lnSpc>
                <a:spcPct val="100000"/>
              </a:lnSpc>
              <a:spcBef>
                <a:spcPts val="0"/>
              </a:spcBef>
              <a:spcAft>
                <a:spcPts val="0"/>
              </a:spcAft>
              <a:buClr>
                <a:srgbClr val="FCBF4A"/>
              </a:buClr>
              <a:buSzPts val="5200"/>
              <a:buNone/>
              <a:defRPr sz="5200">
                <a:solidFill>
                  <a:srgbClr val="FCBF4A"/>
                </a:solidFill>
              </a:defRPr>
            </a:lvl3pPr>
            <a:lvl4pPr lvl="3" algn="ctr">
              <a:lnSpc>
                <a:spcPct val="100000"/>
              </a:lnSpc>
              <a:spcBef>
                <a:spcPts val="0"/>
              </a:spcBef>
              <a:spcAft>
                <a:spcPts val="0"/>
              </a:spcAft>
              <a:buClr>
                <a:srgbClr val="FCBF4A"/>
              </a:buClr>
              <a:buSzPts val="5200"/>
              <a:buNone/>
              <a:defRPr sz="5200">
                <a:solidFill>
                  <a:srgbClr val="FCBF4A"/>
                </a:solidFill>
              </a:defRPr>
            </a:lvl4pPr>
            <a:lvl5pPr lvl="4" algn="ctr">
              <a:lnSpc>
                <a:spcPct val="100000"/>
              </a:lnSpc>
              <a:spcBef>
                <a:spcPts val="0"/>
              </a:spcBef>
              <a:spcAft>
                <a:spcPts val="0"/>
              </a:spcAft>
              <a:buClr>
                <a:srgbClr val="FCBF4A"/>
              </a:buClr>
              <a:buSzPts val="5200"/>
              <a:buNone/>
              <a:defRPr sz="5200">
                <a:solidFill>
                  <a:srgbClr val="FCBF4A"/>
                </a:solidFill>
              </a:defRPr>
            </a:lvl5pPr>
            <a:lvl6pPr lvl="5" algn="ctr">
              <a:lnSpc>
                <a:spcPct val="100000"/>
              </a:lnSpc>
              <a:spcBef>
                <a:spcPts val="0"/>
              </a:spcBef>
              <a:spcAft>
                <a:spcPts val="0"/>
              </a:spcAft>
              <a:buClr>
                <a:srgbClr val="FCBF4A"/>
              </a:buClr>
              <a:buSzPts val="5200"/>
              <a:buNone/>
              <a:defRPr sz="5200">
                <a:solidFill>
                  <a:srgbClr val="FCBF4A"/>
                </a:solidFill>
              </a:defRPr>
            </a:lvl6pPr>
            <a:lvl7pPr lvl="6" algn="ctr">
              <a:lnSpc>
                <a:spcPct val="100000"/>
              </a:lnSpc>
              <a:spcBef>
                <a:spcPts val="0"/>
              </a:spcBef>
              <a:spcAft>
                <a:spcPts val="0"/>
              </a:spcAft>
              <a:buClr>
                <a:srgbClr val="FCBF4A"/>
              </a:buClr>
              <a:buSzPts val="5200"/>
              <a:buNone/>
              <a:defRPr sz="5200">
                <a:solidFill>
                  <a:srgbClr val="FCBF4A"/>
                </a:solidFill>
              </a:defRPr>
            </a:lvl7pPr>
            <a:lvl8pPr lvl="7" algn="ctr">
              <a:lnSpc>
                <a:spcPct val="100000"/>
              </a:lnSpc>
              <a:spcBef>
                <a:spcPts val="0"/>
              </a:spcBef>
              <a:spcAft>
                <a:spcPts val="0"/>
              </a:spcAft>
              <a:buClr>
                <a:srgbClr val="FCBF4A"/>
              </a:buClr>
              <a:buSzPts val="5200"/>
              <a:buNone/>
              <a:defRPr sz="5200">
                <a:solidFill>
                  <a:srgbClr val="FCBF4A"/>
                </a:solidFill>
              </a:defRPr>
            </a:lvl8pPr>
            <a:lvl9pPr lvl="8" algn="ctr">
              <a:lnSpc>
                <a:spcPct val="100000"/>
              </a:lnSpc>
              <a:spcBef>
                <a:spcPts val="0"/>
              </a:spcBef>
              <a:spcAft>
                <a:spcPts val="0"/>
              </a:spcAft>
              <a:buClr>
                <a:srgbClr val="FCBF4A"/>
              </a:buClr>
              <a:buSzPts val="5200"/>
              <a:buNone/>
              <a:defRPr sz="5200">
                <a:solidFill>
                  <a:srgbClr val="FCBF4A"/>
                </a:solidFill>
              </a:defRPr>
            </a:lvl9pPr>
          </a:lstStyle>
          <a:p/>
        </p:txBody>
      </p:sp>
      <p:sp>
        <p:nvSpPr>
          <p:cNvPr id="140" name="Google Shape;140;p25"/>
          <p:cNvSpPr txBox="1"/>
          <p:nvPr>
            <p:ph idx="1" type="subTitle"/>
          </p:nvPr>
        </p:nvSpPr>
        <p:spPr>
          <a:xfrm>
            <a:off x="833000" y="3299563"/>
            <a:ext cx="3326700" cy="321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CBF4A"/>
              </a:buClr>
              <a:buSzPts val="1400"/>
              <a:buNone/>
              <a:defRPr>
                <a:latin typeface="Anaheim"/>
                <a:ea typeface="Anaheim"/>
                <a:cs typeface="Anaheim"/>
                <a:sym typeface="Anaheim"/>
              </a:defRPr>
            </a:lvl1pPr>
            <a:lvl2pPr lvl="1"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2pPr>
            <a:lvl3pPr lvl="2"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3pPr>
            <a:lvl4pPr lvl="3"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4pPr>
            <a:lvl5pPr lvl="4"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5pPr>
            <a:lvl6pPr lvl="5"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6pPr>
            <a:lvl7pPr lvl="6"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7pPr>
            <a:lvl8pPr lvl="7"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8pPr>
            <a:lvl9pPr lvl="8" algn="ctr">
              <a:lnSpc>
                <a:spcPct val="100000"/>
              </a:lnSpc>
              <a:spcBef>
                <a:spcPts val="0"/>
              </a:spcBef>
              <a:spcAft>
                <a:spcPts val="0"/>
              </a:spcAft>
              <a:buClr>
                <a:srgbClr val="FCBF4A"/>
              </a:buClr>
              <a:buSzPts val="1400"/>
              <a:buFont typeface="Josefin Slab"/>
              <a:buNone/>
              <a:defRPr sz="1400">
                <a:solidFill>
                  <a:srgbClr val="FCBF4A"/>
                </a:solidFill>
                <a:latin typeface="Josefin Slab"/>
                <a:ea typeface="Josefin Slab"/>
                <a:cs typeface="Josefin Slab"/>
                <a:sym typeface="Josefin Slab"/>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3"/>
              </a:buClr>
              <a:buSzPts val="2800"/>
              <a:buFont typeface="Staatliches"/>
              <a:buNone/>
              <a:defRPr sz="2800">
                <a:solidFill>
                  <a:schemeClr val="accent3"/>
                </a:solidFill>
                <a:latin typeface="Staatliches"/>
                <a:ea typeface="Staatliches"/>
                <a:cs typeface="Staatliches"/>
                <a:sym typeface="Staatliches"/>
              </a:defRPr>
            </a:lvl1pPr>
            <a:lvl2pPr lvl="1">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2pPr>
            <a:lvl3pPr lvl="2">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3pPr>
            <a:lvl4pPr lvl="3">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4pPr>
            <a:lvl5pPr lvl="4">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5pPr>
            <a:lvl6pPr lvl="5">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6pPr>
            <a:lvl7pPr lvl="6">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7pPr>
            <a:lvl8pPr lvl="7">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8pPr>
            <a:lvl9pPr lvl="8">
              <a:spcBef>
                <a:spcPts val="0"/>
              </a:spcBef>
              <a:spcAft>
                <a:spcPts val="0"/>
              </a:spcAft>
              <a:buClr>
                <a:schemeClr val="accent3"/>
              </a:buClr>
              <a:buSzPts val="2800"/>
              <a:buFont typeface="Josefin Sans"/>
              <a:buNone/>
              <a:defRPr b="1" sz="2800">
                <a:solidFill>
                  <a:schemeClr val="accent3"/>
                </a:solidFill>
                <a:latin typeface="Josefin Sans"/>
                <a:ea typeface="Josefin Sans"/>
                <a:cs typeface="Josefin Sans"/>
                <a:sym typeface="Josefin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1pPr>
            <a:lvl2pPr indent="-304800" lvl="1" marL="9144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2pPr>
            <a:lvl3pPr indent="-304800" lvl="2" marL="13716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3pPr>
            <a:lvl4pPr indent="-304800" lvl="3" marL="18288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4pPr>
            <a:lvl5pPr indent="-304800" lvl="4" marL="22860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5pPr>
            <a:lvl6pPr indent="-304800" lvl="5" marL="27432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6pPr>
            <a:lvl7pPr indent="-304800" lvl="6" marL="32004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7pPr>
            <a:lvl8pPr indent="-304800" lvl="7" marL="3657600">
              <a:lnSpc>
                <a:spcPct val="115000"/>
              </a:lnSpc>
              <a:spcBef>
                <a:spcPts val="1600"/>
              </a:spcBef>
              <a:spcAft>
                <a:spcPts val="0"/>
              </a:spcAft>
              <a:buClr>
                <a:schemeClr val="accent3"/>
              </a:buClr>
              <a:buSzPts val="1200"/>
              <a:buFont typeface="Anaheim"/>
              <a:buChar char="○"/>
              <a:defRPr sz="1200">
                <a:solidFill>
                  <a:schemeClr val="accent3"/>
                </a:solidFill>
                <a:latin typeface="Anaheim"/>
                <a:ea typeface="Anaheim"/>
                <a:cs typeface="Anaheim"/>
                <a:sym typeface="Anaheim"/>
              </a:defRPr>
            </a:lvl8pPr>
            <a:lvl9pPr indent="-304800" lvl="8" marL="4114800">
              <a:lnSpc>
                <a:spcPct val="115000"/>
              </a:lnSpc>
              <a:spcBef>
                <a:spcPts val="1600"/>
              </a:spcBef>
              <a:spcAft>
                <a:spcPts val="1600"/>
              </a:spcAft>
              <a:buClr>
                <a:schemeClr val="accent3"/>
              </a:buClr>
              <a:buSzPts val="1200"/>
              <a:buFont typeface="Anaheim"/>
              <a:buChar char="■"/>
              <a:defRPr sz="1200">
                <a:solidFill>
                  <a:schemeClr val="accent3"/>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pubsonline.informs.org/doi/10.1287/msom.2022.0641" TargetMode="External"/><Relationship Id="rId4" Type="http://schemas.openxmlformats.org/officeDocument/2006/relationships/hyperlink" Target="https://acr-journal.com/article/enhancing-financial-crisis-prediction-with-ai-leveraging-historical-data-and-machine-learning-for-systemic-risk-management-1359/" TargetMode="External"/><Relationship Id="rId5" Type="http://schemas.openxmlformats.org/officeDocument/2006/relationships/hyperlink" Target="https://acr-journal.com/article/download/pdf/1359/" TargetMode="External"/><Relationship Id="rId6" Type="http://schemas.openxmlformats.org/officeDocument/2006/relationships/hyperlink" Target="https://acr-journal.com/article/download/pdf/1359/" TargetMode="External"/><Relationship Id="rId7" Type="http://schemas.openxmlformats.org/officeDocument/2006/relationships/hyperlink" Target="https://ouci.dntb.gov.ua/en/works/4bzb32W4/" TargetMode="External"/><Relationship Id="rId8" Type="http://schemas.openxmlformats.org/officeDocument/2006/relationships/hyperlink" Target="https://ouci.dntb.gov.ua/en/works/4bzb32W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4" name="Shape 144"/>
        <p:cNvGrpSpPr/>
        <p:nvPr/>
      </p:nvGrpSpPr>
      <p:grpSpPr>
        <a:xfrm>
          <a:off x="0" y="0"/>
          <a:ext cx="0" cy="0"/>
          <a:chOff x="0" y="0"/>
          <a:chExt cx="0" cy="0"/>
        </a:xfrm>
      </p:grpSpPr>
      <p:sp>
        <p:nvSpPr>
          <p:cNvPr id="145" name="Google Shape;145;p26"/>
          <p:cNvSpPr txBox="1"/>
          <p:nvPr>
            <p:ph type="ctrTitle"/>
          </p:nvPr>
        </p:nvSpPr>
        <p:spPr>
          <a:xfrm>
            <a:off x="171725" y="66425"/>
            <a:ext cx="7620000" cy="1623300"/>
          </a:xfrm>
          <a:prstGeom prst="rect">
            <a:avLst/>
          </a:prstGeom>
        </p:spPr>
        <p:txBody>
          <a:bodyPr anchorCtr="0" anchor="b" bIns="91425" lIns="91425" spcFirstLastPara="1" rIns="91425" wrap="square" tIns="91425">
            <a:noAutofit/>
          </a:bodyPr>
          <a:lstStyle/>
          <a:p>
            <a:pPr indent="0" lvl="0" marL="342900" rtl="0" algn="r">
              <a:lnSpc>
                <a:spcPct val="115000"/>
              </a:lnSpc>
              <a:spcBef>
                <a:spcPts val="0"/>
              </a:spcBef>
              <a:spcAft>
                <a:spcPts val="0"/>
              </a:spcAft>
              <a:buNone/>
            </a:pPr>
            <a:r>
              <a:t/>
            </a:r>
            <a:endParaRPr b="1" sz="2800">
              <a:solidFill>
                <a:srgbClr val="FF0000"/>
              </a:solidFill>
              <a:latin typeface="Trebuchet MS"/>
              <a:ea typeface="Trebuchet MS"/>
              <a:cs typeface="Trebuchet MS"/>
              <a:sym typeface="Trebuchet MS"/>
            </a:endParaRPr>
          </a:p>
          <a:p>
            <a:pPr indent="0" lvl="0" marL="342900" rtl="0" algn="r">
              <a:lnSpc>
                <a:spcPct val="115000"/>
              </a:lnSpc>
              <a:spcBef>
                <a:spcPts val="0"/>
              </a:spcBef>
              <a:spcAft>
                <a:spcPts val="0"/>
              </a:spcAft>
              <a:buNone/>
            </a:pPr>
            <a:r>
              <a:t/>
            </a:r>
            <a:endParaRPr/>
          </a:p>
        </p:txBody>
      </p:sp>
      <p:sp>
        <p:nvSpPr>
          <p:cNvPr id="146" name="Google Shape;146;p26"/>
          <p:cNvSpPr txBox="1"/>
          <p:nvPr>
            <p:ph idx="1" type="subTitle"/>
          </p:nvPr>
        </p:nvSpPr>
        <p:spPr>
          <a:xfrm>
            <a:off x="292875" y="1572350"/>
            <a:ext cx="8245500" cy="3118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200">
                <a:solidFill>
                  <a:srgbClr val="000000"/>
                </a:solidFill>
                <a:latin typeface="Trebuchet MS"/>
                <a:ea typeface="Trebuchet MS"/>
                <a:cs typeface="Trebuchet MS"/>
                <a:sym typeface="Trebuchet MS"/>
              </a:rPr>
              <a:t> Project Title  </a:t>
            </a:r>
            <a:r>
              <a:rPr b="1" lang="en" sz="2200">
                <a:solidFill>
                  <a:srgbClr val="000000"/>
                </a:solidFill>
                <a:latin typeface="Trebuchet MS"/>
                <a:ea typeface="Trebuchet MS"/>
                <a:cs typeface="Trebuchet MS"/>
                <a:sym typeface="Trebuchet MS"/>
              </a:rPr>
              <a:t>:</a:t>
            </a:r>
            <a:r>
              <a:rPr b="1" lang="en" sz="1800">
                <a:solidFill>
                  <a:srgbClr val="000000"/>
                </a:solidFill>
                <a:latin typeface="Trebuchet MS"/>
                <a:ea typeface="Trebuchet MS"/>
                <a:cs typeface="Trebuchet MS"/>
                <a:sym typeface="Trebuchet MS"/>
              </a:rPr>
              <a:t>Drishti: AI-Powered Early Crisis Prediction and  Advisory System.</a:t>
            </a:r>
            <a:endParaRPr b="1" sz="2300">
              <a:solidFill>
                <a:srgbClr val="000000"/>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en" sz="2200">
                <a:solidFill>
                  <a:srgbClr val="000000"/>
                </a:solidFill>
                <a:latin typeface="Trebuchet MS"/>
                <a:ea typeface="Trebuchet MS"/>
                <a:cs typeface="Trebuchet MS"/>
                <a:sym typeface="Trebuchet MS"/>
              </a:rPr>
              <a:t>  Project ID   	  :80</a:t>
            </a:r>
            <a:endParaRPr b="1" sz="2200">
              <a:solidFill>
                <a:srgbClr val="000000"/>
              </a:solidFill>
              <a:latin typeface="Trebuchet MS"/>
              <a:ea typeface="Trebuchet MS"/>
              <a:cs typeface="Trebuchet MS"/>
              <a:sym typeface="Trebuchet MS"/>
            </a:endParaRPr>
          </a:p>
          <a:p>
            <a:pPr indent="0" lvl="0" marL="0" rtl="0" algn="l">
              <a:lnSpc>
                <a:spcPct val="115000"/>
              </a:lnSpc>
              <a:spcBef>
                <a:spcPts val="0"/>
              </a:spcBef>
              <a:spcAft>
                <a:spcPts val="0"/>
              </a:spcAft>
              <a:buNone/>
            </a:pPr>
            <a:r>
              <a:rPr b="1" lang="en" sz="2200">
                <a:solidFill>
                  <a:srgbClr val="000000"/>
                </a:solidFill>
                <a:latin typeface="Trebuchet MS"/>
                <a:ea typeface="Trebuchet MS"/>
                <a:cs typeface="Trebuchet MS"/>
                <a:sym typeface="Trebuchet MS"/>
              </a:rPr>
              <a:t>  Project Guide :Prof.Nivedita Kasturi           	</a:t>
            </a:r>
            <a:endParaRPr b="1" sz="2200">
              <a:solidFill>
                <a:srgbClr val="000000"/>
              </a:solidFill>
              <a:latin typeface="Trebuchet MS"/>
              <a:ea typeface="Trebuchet MS"/>
              <a:cs typeface="Trebuchet MS"/>
              <a:sym typeface="Trebuchet MS"/>
            </a:endParaRPr>
          </a:p>
          <a:p>
            <a:pPr indent="0" lvl="0" marL="0" rtl="0" algn="l">
              <a:spcBef>
                <a:spcPts val="0"/>
              </a:spcBef>
              <a:spcAft>
                <a:spcPts val="0"/>
              </a:spcAft>
              <a:buNone/>
            </a:pPr>
            <a:r>
              <a:rPr b="1" lang="en" sz="2200">
                <a:solidFill>
                  <a:srgbClr val="000000"/>
                </a:solidFill>
                <a:latin typeface="Trebuchet MS"/>
                <a:ea typeface="Trebuchet MS"/>
                <a:cs typeface="Trebuchet MS"/>
                <a:sym typeface="Trebuchet MS"/>
              </a:rPr>
              <a:t>  Project Team  :Varun Kumar Suresha (PES2UG23CS677)</a:t>
            </a:r>
            <a:endParaRPr b="1" sz="2200">
              <a:solidFill>
                <a:srgbClr val="000000"/>
              </a:solidFill>
              <a:latin typeface="Trebuchet MS"/>
              <a:ea typeface="Trebuchet MS"/>
              <a:cs typeface="Trebuchet MS"/>
              <a:sym typeface="Trebuchet MS"/>
            </a:endParaRPr>
          </a:p>
          <a:p>
            <a:pPr indent="0" lvl="0" marL="0" rtl="0" algn="l">
              <a:spcBef>
                <a:spcPts val="0"/>
              </a:spcBef>
              <a:spcAft>
                <a:spcPts val="0"/>
              </a:spcAft>
              <a:buNone/>
            </a:pPr>
            <a:r>
              <a:rPr b="1" lang="en" sz="2200">
                <a:solidFill>
                  <a:srgbClr val="000000"/>
                </a:solidFill>
                <a:latin typeface="Trebuchet MS"/>
                <a:ea typeface="Trebuchet MS"/>
                <a:cs typeface="Trebuchet MS"/>
                <a:sym typeface="Trebuchet MS"/>
              </a:rPr>
              <a:t>                          Yashwanth S               </a:t>
            </a:r>
            <a:r>
              <a:rPr b="1" lang="en" sz="2200">
                <a:solidFill>
                  <a:srgbClr val="000000"/>
                </a:solidFill>
                <a:latin typeface="Trebuchet MS"/>
                <a:ea typeface="Trebuchet MS"/>
                <a:cs typeface="Trebuchet MS"/>
                <a:sym typeface="Trebuchet MS"/>
              </a:rPr>
              <a:t>(PES2UG23CS717)</a:t>
            </a:r>
            <a:endParaRPr b="1" sz="2200">
              <a:solidFill>
                <a:srgbClr val="000000"/>
              </a:solidFill>
              <a:latin typeface="Trebuchet MS"/>
              <a:ea typeface="Trebuchet MS"/>
              <a:cs typeface="Trebuchet MS"/>
              <a:sym typeface="Trebuchet MS"/>
            </a:endParaRPr>
          </a:p>
          <a:p>
            <a:pPr indent="0" lvl="0" marL="0" rtl="0" algn="l">
              <a:spcBef>
                <a:spcPts val="0"/>
              </a:spcBef>
              <a:spcAft>
                <a:spcPts val="0"/>
              </a:spcAft>
              <a:buNone/>
            </a:pPr>
            <a:r>
              <a:rPr b="1" lang="en" sz="2200">
                <a:solidFill>
                  <a:srgbClr val="000000"/>
                </a:solidFill>
                <a:latin typeface="Trebuchet MS"/>
                <a:ea typeface="Trebuchet MS"/>
                <a:cs typeface="Trebuchet MS"/>
                <a:sym typeface="Trebuchet MS"/>
              </a:rPr>
              <a:t>                          Varun S Mogaveera     </a:t>
            </a:r>
            <a:r>
              <a:rPr b="1" lang="en" sz="2200">
                <a:solidFill>
                  <a:srgbClr val="000000"/>
                </a:solidFill>
                <a:latin typeface="Trebuchet MS"/>
                <a:ea typeface="Trebuchet MS"/>
                <a:cs typeface="Trebuchet MS"/>
                <a:sym typeface="Trebuchet MS"/>
              </a:rPr>
              <a:t>(PES2UG23CS680)</a:t>
            </a:r>
            <a:endParaRPr b="1" sz="2200">
              <a:solidFill>
                <a:srgbClr val="000000"/>
              </a:solidFill>
              <a:latin typeface="Trebuchet MS"/>
              <a:ea typeface="Trebuchet MS"/>
              <a:cs typeface="Trebuchet MS"/>
              <a:sym typeface="Trebuchet MS"/>
            </a:endParaRPr>
          </a:p>
          <a:p>
            <a:pPr indent="0" lvl="0" marL="0" rtl="0" algn="l">
              <a:spcBef>
                <a:spcPts val="0"/>
              </a:spcBef>
              <a:spcAft>
                <a:spcPts val="0"/>
              </a:spcAft>
              <a:buNone/>
            </a:pPr>
            <a:r>
              <a:rPr b="1" lang="en" sz="2200">
                <a:solidFill>
                  <a:srgbClr val="000000"/>
                </a:solidFill>
                <a:latin typeface="Trebuchet MS"/>
                <a:ea typeface="Trebuchet MS"/>
                <a:cs typeface="Trebuchet MS"/>
                <a:sym typeface="Trebuchet MS"/>
              </a:rPr>
              <a:t>                          Yashwanth H S            </a:t>
            </a:r>
            <a:r>
              <a:rPr b="1" lang="en" sz="2200">
                <a:solidFill>
                  <a:srgbClr val="000000"/>
                </a:solidFill>
                <a:latin typeface="Trebuchet MS"/>
                <a:ea typeface="Trebuchet MS"/>
                <a:cs typeface="Trebuchet MS"/>
                <a:sym typeface="Trebuchet MS"/>
              </a:rPr>
              <a:t>(PES2UG23CS716)</a:t>
            </a:r>
            <a:endParaRPr b="1" sz="2200">
              <a:solidFill>
                <a:srgbClr val="000000"/>
              </a:solidFill>
              <a:latin typeface="Trebuchet MS"/>
              <a:ea typeface="Trebuchet MS"/>
              <a:cs typeface="Trebuchet MS"/>
              <a:sym typeface="Trebuchet MS"/>
            </a:endParaRPr>
          </a:p>
          <a:p>
            <a:pPr indent="0" lvl="0" marL="0" rtl="0" algn="l">
              <a:spcBef>
                <a:spcPts val="0"/>
              </a:spcBef>
              <a:spcAft>
                <a:spcPts val="0"/>
              </a:spcAft>
              <a:buNone/>
            </a:pPr>
            <a:r>
              <a:t/>
            </a:r>
            <a:endParaRPr b="1" sz="2200">
              <a:solidFill>
                <a:srgbClr val="000000"/>
              </a:solidFill>
              <a:latin typeface="Trebuchet MS"/>
              <a:ea typeface="Trebuchet MS"/>
              <a:cs typeface="Trebuchet MS"/>
              <a:sym typeface="Trebuchet MS"/>
            </a:endParaRPr>
          </a:p>
          <a:p>
            <a:pPr indent="0" lvl="0" marL="0" rtl="0" algn="l">
              <a:spcBef>
                <a:spcPts val="0"/>
              </a:spcBef>
              <a:spcAft>
                <a:spcPts val="0"/>
              </a:spcAft>
              <a:buNone/>
            </a:pPr>
            <a:r>
              <a:rPr lang="en" sz="2400">
                <a:solidFill>
                  <a:srgbClr val="0033CC"/>
                </a:solidFill>
                <a:latin typeface="Trebuchet MS"/>
                <a:ea typeface="Trebuchet MS"/>
                <a:cs typeface="Trebuchet MS"/>
                <a:sym typeface="Trebuchet MS"/>
              </a:rPr>
              <a:t>                </a:t>
            </a:r>
            <a:endParaRPr sz="2400">
              <a:solidFill>
                <a:srgbClr val="0033CC"/>
              </a:solidFill>
              <a:latin typeface="Trebuchet MS"/>
              <a:ea typeface="Trebuchet MS"/>
              <a:cs typeface="Trebuchet MS"/>
              <a:sym typeface="Trebuchet MS"/>
            </a:endParaRPr>
          </a:p>
          <a:p>
            <a:pPr indent="0" lvl="0" marL="0" rtl="0" algn="l">
              <a:spcBef>
                <a:spcPts val="0"/>
              </a:spcBef>
              <a:spcAft>
                <a:spcPts val="0"/>
              </a:spcAft>
              <a:buNone/>
            </a:pPr>
            <a:r>
              <a:rPr lang="en" sz="2400">
                <a:solidFill>
                  <a:srgbClr val="0033CC"/>
                </a:solidFill>
                <a:latin typeface="Trebuchet MS"/>
                <a:ea typeface="Trebuchet MS"/>
                <a:cs typeface="Trebuchet MS"/>
                <a:sym typeface="Trebuchet MS"/>
              </a:rPr>
              <a:t> </a:t>
            </a:r>
            <a:endParaRPr/>
          </a:p>
        </p:txBody>
      </p:sp>
      <p:pic>
        <p:nvPicPr>
          <p:cNvPr id="147" name="Google Shape;147;p26"/>
          <p:cNvPicPr preferRelativeResize="0"/>
          <p:nvPr/>
        </p:nvPicPr>
        <p:blipFill>
          <a:blip r:embed="rId3">
            <a:alphaModFix/>
          </a:blip>
          <a:stretch>
            <a:fillRect/>
          </a:stretch>
        </p:blipFill>
        <p:spPr>
          <a:xfrm>
            <a:off x="7531213" y="261875"/>
            <a:ext cx="1504950" cy="533400"/>
          </a:xfrm>
          <a:prstGeom prst="rect">
            <a:avLst/>
          </a:prstGeom>
          <a:noFill/>
          <a:ln>
            <a:noFill/>
          </a:ln>
        </p:spPr>
      </p:pic>
      <p:sp>
        <p:nvSpPr>
          <p:cNvPr id="148" name="Google Shape;148;p26"/>
          <p:cNvSpPr/>
          <p:nvPr/>
        </p:nvSpPr>
        <p:spPr>
          <a:xfrm>
            <a:off x="0" y="66425"/>
            <a:ext cx="7620000" cy="924300"/>
          </a:xfrm>
          <a:prstGeom prst="roundRect">
            <a:avLst>
              <a:gd fmla="val 17934" name="adj"/>
            </a:avLst>
          </a:prstGeom>
          <a:solidFill>
            <a:schemeClr val="lt1"/>
          </a:solidFill>
          <a:ln>
            <a:noFill/>
          </a:ln>
        </p:spPr>
        <p:txBody>
          <a:bodyPr anchorCtr="0" anchor="ctr" bIns="91425" lIns="91425" spcFirstLastPara="1" rIns="91425" wrap="square" tIns="91425">
            <a:noAutofit/>
          </a:bodyPr>
          <a:lstStyle/>
          <a:p>
            <a:pPr indent="0" lvl="0" marL="342900" rtl="0" algn="l">
              <a:lnSpc>
                <a:spcPct val="115000"/>
              </a:lnSpc>
              <a:spcBef>
                <a:spcPts val="0"/>
              </a:spcBef>
              <a:spcAft>
                <a:spcPts val="0"/>
              </a:spcAft>
              <a:buNone/>
            </a:pPr>
            <a:r>
              <a:rPr b="1" lang="en" sz="2800">
                <a:latin typeface="Trebuchet MS"/>
                <a:ea typeface="Trebuchet MS"/>
                <a:cs typeface="Trebuchet MS"/>
                <a:sym typeface="Trebuchet MS"/>
              </a:rPr>
              <a:t>UE23CS320A</a:t>
            </a:r>
            <a:r>
              <a:rPr lang="en" sz="2800"/>
              <a:t> </a:t>
            </a:r>
            <a:r>
              <a:rPr b="1" lang="en" sz="2800">
                <a:latin typeface="Trebuchet MS"/>
                <a:ea typeface="Trebuchet MS"/>
                <a:cs typeface="Trebuchet MS"/>
                <a:sym typeface="Trebuchet MS"/>
              </a:rPr>
              <a:t>– Project Phase -1  Review-2</a:t>
            </a:r>
            <a:endParaRPr b="1" sz="28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2" name="Shape 152"/>
        <p:cNvGrpSpPr/>
        <p:nvPr/>
      </p:nvGrpSpPr>
      <p:grpSpPr>
        <a:xfrm>
          <a:off x="0" y="0"/>
          <a:ext cx="0" cy="0"/>
          <a:chOff x="0" y="0"/>
          <a:chExt cx="0" cy="0"/>
        </a:xfrm>
      </p:grpSpPr>
      <p:sp>
        <p:nvSpPr>
          <p:cNvPr id="153" name="Google Shape;153;p27"/>
          <p:cNvSpPr/>
          <p:nvPr/>
        </p:nvSpPr>
        <p:spPr>
          <a:xfrm>
            <a:off x="5057950" y="1382750"/>
            <a:ext cx="3029400" cy="2370300"/>
          </a:xfrm>
          <a:prstGeom prst="roundRect">
            <a:avLst>
              <a:gd fmla="val 147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 name="Google Shape;154;p27"/>
          <p:cNvGrpSpPr/>
          <p:nvPr/>
        </p:nvGrpSpPr>
        <p:grpSpPr>
          <a:xfrm>
            <a:off x="4969574" y="1120650"/>
            <a:ext cx="3029365" cy="2547136"/>
            <a:chOff x="4741999" y="986350"/>
            <a:chExt cx="3029365" cy="2547136"/>
          </a:xfrm>
        </p:grpSpPr>
        <p:sp>
          <p:nvSpPr>
            <p:cNvPr id="155" name="Google Shape;155;p27"/>
            <p:cNvSpPr/>
            <p:nvPr/>
          </p:nvSpPr>
          <p:spPr>
            <a:xfrm>
              <a:off x="4742978" y="1175558"/>
              <a:ext cx="3028387" cy="2357928"/>
            </a:xfrm>
            <a:custGeom>
              <a:rect b="b" l="l" r="r" t="t"/>
              <a:pathLst>
                <a:path extrusionOk="0" h="53745" w="69027">
                  <a:moveTo>
                    <a:pt x="1" y="1"/>
                  </a:moveTo>
                  <a:lnTo>
                    <a:pt x="1" y="62"/>
                  </a:lnTo>
                  <a:cubicBezTo>
                    <a:pt x="1" y="19391"/>
                    <a:pt x="5" y="37676"/>
                    <a:pt x="5" y="53688"/>
                  </a:cubicBezTo>
                  <a:lnTo>
                    <a:pt x="5" y="53744"/>
                  </a:lnTo>
                  <a:lnTo>
                    <a:pt x="57" y="53744"/>
                  </a:lnTo>
                  <a:cubicBezTo>
                    <a:pt x="40966" y="53710"/>
                    <a:pt x="68520" y="53692"/>
                    <a:pt x="68978" y="53692"/>
                  </a:cubicBezTo>
                  <a:cubicBezTo>
                    <a:pt x="68520" y="53688"/>
                    <a:pt x="40990" y="53671"/>
                    <a:pt x="110" y="53639"/>
                  </a:cubicBezTo>
                  <a:lnTo>
                    <a:pt x="110" y="53639"/>
                  </a:lnTo>
                  <a:cubicBezTo>
                    <a:pt x="114" y="37655"/>
                    <a:pt x="114" y="19407"/>
                    <a:pt x="118" y="118"/>
                  </a:cubicBezTo>
                  <a:lnTo>
                    <a:pt x="118" y="118"/>
                  </a:lnTo>
                  <a:cubicBezTo>
                    <a:pt x="25637" y="114"/>
                    <a:pt x="49338" y="110"/>
                    <a:pt x="68928" y="110"/>
                  </a:cubicBezTo>
                  <a:lnTo>
                    <a:pt x="68930" y="110"/>
                  </a:lnTo>
                  <a:cubicBezTo>
                    <a:pt x="68961" y="32457"/>
                    <a:pt x="68978" y="53290"/>
                    <a:pt x="68978" y="53692"/>
                  </a:cubicBezTo>
                  <a:cubicBezTo>
                    <a:pt x="68978" y="53290"/>
                    <a:pt x="69000" y="32436"/>
                    <a:pt x="69026" y="62"/>
                  </a:cubicBezTo>
                  <a:lnTo>
                    <a:pt x="69026" y="14"/>
                  </a:lnTo>
                  <a:lnTo>
                    <a:pt x="68978" y="14"/>
                  </a:lnTo>
                  <a:cubicBezTo>
                    <a:pt x="49365" y="9"/>
                    <a:pt x="25627" y="5"/>
                    <a:pt x="66"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7"/>
            <p:cNvSpPr/>
            <p:nvPr/>
          </p:nvSpPr>
          <p:spPr>
            <a:xfrm>
              <a:off x="5574260" y="2190926"/>
              <a:ext cx="5265" cy="1142615"/>
            </a:xfrm>
            <a:custGeom>
              <a:rect b="b" l="l" r="r" t="t"/>
              <a:pathLst>
                <a:path extrusionOk="0" h="26044" w="120">
                  <a:moveTo>
                    <a:pt x="63" y="1"/>
                  </a:moveTo>
                  <a:cubicBezTo>
                    <a:pt x="27" y="1"/>
                    <a:pt x="1" y="5831"/>
                    <a:pt x="1" y="13024"/>
                  </a:cubicBezTo>
                  <a:cubicBezTo>
                    <a:pt x="1" y="20213"/>
                    <a:pt x="27" y="26043"/>
                    <a:pt x="63" y="26043"/>
                  </a:cubicBezTo>
                  <a:cubicBezTo>
                    <a:pt x="93" y="26043"/>
                    <a:pt x="119" y="20213"/>
                    <a:pt x="119" y="13024"/>
                  </a:cubicBezTo>
                  <a:cubicBezTo>
                    <a:pt x="119" y="5831"/>
                    <a:pt x="93" y="1"/>
                    <a:pt x="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7"/>
            <p:cNvSpPr/>
            <p:nvPr/>
          </p:nvSpPr>
          <p:spPr>
            <a:xfrm>
              <a:off x="6886640" y="2190926"/>
              <a:ext cx="5001" cy="1142615"/>
            </a:xfrm>
            <a:custGeom>
              <a:rect b="b" l="l" r="r" t="t"/>
              <a:pathLst>
                <a:path extrusionOk="0" h="26044" w="114">
                  <a:moveTo>
                    <a:pt x="57" y="1"/>
                  </a:moveTo>
                  <a:cubicBezTo>
                    <a:pt x="27" y="1"/>
                    <a:pt x="1" y="5831"/>
                    <a:pt x="1" y="13024"/>
                  </a:cubicBezTo>
                  <a:cubicBezTo>
                    <a:pt x="1" y="20213"/>
                    <a:pt x="27" y="26043"/>
                    <a:pt x="57" y="26043"/>
                  </a:cubicBezTo>
                  <a:cubicBezTo>
                    <a:pt x="88" y="26043"/>
                    <a:pt x="114" y="20213"/>
                    <a:pt x="114" y="13024"/>
                  </a:cubicBezTo>
                  <a:cubicBezTo>
                    <a:pt x="114" y="5831"/>
                    <a:pt x="88" y="1"/>
                    <a:pt x="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7"/>
            <p:cNvSpPr/>
            <p:nvPr/>
          </p:nvSpPr>
          <p:spPr>
            <a:xfrm>
              <a:off x="6022366" y="1872856"/>
              <a:ext cx="5177" cy="1460691"/>
            </a:xfrm>
            <a:custGeom>
              <a:rect b="b" l="l" r="r" t="t"/>
              <a:pathLst>
                <a:path extrusionOk="0" h="33294" w="118">
                  <a:moveTo>
                    <a:pt x="57" y="1"/>
                  </a:moveTo>
                  <a:cubicBezTo>
                    <a:pt x="27" y="1"/>
                    <a:pt x="0" y="7452"/>
                    <a:pt x="0" y="16647"/>
                  </a:cubicBezTo>
                  <a:cubicBezTo>
                    <a:pt x="0" y="25841"/>
                    <a:pt x="27" y="33293"/>
                    <a:pt x="57" y="33293"/>
                  </a:cubicBezTo>
                  <a:cubicBezTo>
                    <a:pt x="92" y="33293"/>
                    <a:pt x="118" y="25841"/>
                    <a:pt x="118" y="16647"/>
                  </a:cubicBezTo>
                  <a:cubicBezTo>
                    <a:pt x="118" y="7452"/>
                    <a:pt x="92" y="1"/>
                    <a:pt x="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7"/>
            <p:cNvSpPr/>
            <p:nvPr/>
          </p:nvSpPr>
          <p:spPr>
            <a:xfrm>
              <a:off x="7401651" y="1872856"/>
              <a:ext cx="5177" cy="1460691"/>
            </a:xfrm>
            <a:custGeom>
              <a:rect b="b" l="l" r="r" t="t"/>
              <a:pathLst>
                <a:path extrusionOk="0" h="33294" w="118">
                  <a:moveTo>
                    <a:pt x="57" y="1"/>
                  </a:moveTo>
                  <a:cubicBezTo>
                    <a:pt x="26" y="1"/>
                    <a:pt x="0" y="7452"/>
                    <a:pt x="0" y="16647"/>
                  </a:cubicBezTo>
                  <a:cubicBezTo>
                    <a:pt x="0" y="25841"/>
                    <a:pt x="26" y="33293"/>
                    <a:pt x="57" y="33293"/>
                  </a:cubicBezTo>
                  <a:cubicBezTo>
                    <a:pt x="91" y="33293"/>
                    <a:pt x="118" y="25841"/>
                    <a:pt x="118" y="16647"/>
                  </a:cubicBezTo>
                  <a:cubicBezTo>
                    <a:pt x="118" y="7452"/>
                    <a:pt x="91" y="1"/>
                    <a:pt x="5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7"/>
            <p:cNvSpPr/>
            <p:nvPr/>
          </p:nvSpPr>
          <p:spPr>
            <a:xfrm>
              <a:off x="6415194" y="1647223"/>
              <a:ext cx="5221" cy="1686327"/>
            </a:xfrm>
            <a:custGeom>
              <a:rect b="b" l="l" r="r" t="t"/>
              <a:pathLst>
                <a:path extrusionOk="0" h="38437" w="119">
                  <a:moveTo>
                    <a:pt x="57" y="0"/>
                  </a:moveTo>
                  <a:cubicBezTo>
                    <a:pt x="27" y="0"/>
                    <a:pt x="0" y="8601"/>
                    <a:pt x="0" y="19216"/>
                  </a:cubicBezTo>
                  <a:cubicBezTo>
                    <a:pt x="0" y="29830"/>
                    <a:pt x="27" y="38436"/>
                    <a:pt x="57" y="38436"/>
                  </a:cubicBezTo>
                  <a:cubicBezTo>
                    <a:pt x="93" y="38436"/>
                    <a:pt x="119" y="29830"/>
                    <a:pt x="119" y="19216"/>
                  </a:cubicBezTo>
                  <a:cubicBezTo>
                    <a:pt x="119" y="8601"/>
                    <a:pt x="93" y="0"/>
                    <a:pt x="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7"/>
            <p:cNvSpPr/>
            <p:nvPr/>
          </p:nvSpPr>
          <p:spPr>
            <a:xfrm>
              <a:off x="6406946" y="1636475"/>
              <a:ext cx="21541" cy="21322"/>
            </a:xfrm>
            <a:custGeom>
              <a:rect b="b" l="l" r="r" t="t"/>
              <a:pathLst>
                <a:path extrusionOk="0" h="486" w="491">
                  <a:moveTo>
                    <a:pt x="245" y="0"/>
                  </a:moveTo>
                  <a:cubicBezTo>
                    <a:pt x="110" y="0"/>
                    <a:pt x="1" y="110"/>
                    <a:pt x="1" y="245"/>
                  </a:cubicBezTo>
                  <a:cubicBezTo>
                    <a:pt x="1" y="377"/>
                    <a:pt x="110" y="486"/>
                    <a:pt x="245" y="486"/>
                  </a:cubicBezTo>
                  <a:cubicBezTo>
                    <a:pt x="381" y="486"/>
                    <a:pt x="490" y="377"/>
                    <a:pt x="490" y="245"/>
                  </a:cubicBezTo>
                  <a:cubicBezTo>
                    <a:pt x="490" y="110"/>
                    <a:pt x="381" y="0"/>
                    <a:pt x="2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7"/>
            <p:cNvSpPr/>
            <p:nvPr/>
          </p:nvSpPr>
          <p:spPr>
            <a:xfrm>
              <a:off x="4916447" y="2115949"/>
              <a:ext cx="2589355" cy="652691"/>
            </a:xfrm>
            <a:custGeom>
              <a:rect b="b" l="l" r="r" t="t"/>
              <a:pathLst>
                <a:path extrusionOk="0" h="14877" w="59020">
                  <a:moveTo>
                    <a:pt x="33314" y="1"/>
                  </a:moveTo>
                  <a:cubicBezTo>
                    <a:pt x="32852" y="1"/>
                    <a:pt x="32390" y="48"/>
                    <a:pt x="31929" y="142"/>
                  </a:cubicBezTo>
                  <a:cubicBezTo>
                    <a:pt x="31261" y="285"/>
                    <a:pt x="30614" y="535"/>
                    <a:pt x="30011" y="870"/>
                  </a:cubicBezTo>
                  <a:cubicBezTo>
                    <a:pt x="28805" y="1557"/>
                    <a:pt x="27847" y="2558"/>
                    <a:pt x="27061" y="3619"/>
                  </a:cubicBezTo>
                  <a:cubicBezTo>
                    <a:pt x="26266" y="4682"/>
                    <a:pt x="25628" y="5818"/>
                    <a:pt x="25007" y="6927"/>
                  </a:cubicBezTo>
                  <a:cubicBezTo>
                    <a:pt x="24400" y="8042"/>
                    <a:pt x="23766" y="9104"/>
                    <a:pt x="23067" y="10096"/>
                  </a:cubicBezTo>
                  <a:cubicBezTo>
                    <a:pt x="22363" y="11084"/>
                    <a:pt x="21607" y="12006"/>
                    <a:pt x="20741" y="12766"/>
                  </a:cubicBezTo>
                  <a:cubicBezTo>
                    <a:pt x="19881" y="13518"/>
                    <a:pt x="18915" y="14130"/>
                    <a:pt x="17867" y="14392"/>
                  </a:cubicBezTo>
                  <a:cubicBezTo>
                    <a:pt x="17609" y="14475"/>
                    <a:pt x="17342" y="14505"/>
                    <a:pt x="17084" y="14545"/>
                  </a:cubicBezTo>
                  <a:cubicBezTo>
                    <a:pt x="16953" y="14571"/>
                    <a:pt x="16818" y="14563"/>
                    <a:pt x="16687" y="14567"/>
                  </a:cubicBezTo>
                  <a:cubicBezTo>
                    <a:pt x="16581" y="14571"/>
                    <a:pt x="16475" y="14577"/>
                    <a:pt x="16371" y="14577"/>
                  </a:cubicBezTo>
                  <a:cubicBezTo>
                    <a:pt x="16346" y="14577"/>
                    <a:pt x="16322" y="14576"/>
                    <a:pt x="16298" y="14576"/>
                  </a:cubicBezTo>
                  <a:cubicBezTo>
                    <a:pt x="15773" y="14554"/>
                    <a:pt x="15267" y="14453"/>
                    <a:pt x="14781" y="14305"/>
                  </a:cubicBezTo>
                  <a:cubicBezTo>
                    <a:pt x="13811" y="13995"/>
                    <a:pt x="12950" y="13483"/>
                    <a:pt x="12155" y="12950"/>
                  </a:cubicBezTo>
                  <a:cubicBezTo>
                    <a:pt x="11364" y="12417"/>
                    <a:pt x="10630" y="11853"/>
                    <a:pt x="9908" y="11342"/>
                  </a:cubicBezTo>
                  <a:cubicBezTo>
                    <a:pt x="9188" y="10830"/>
                    <a:pt x="8466" y="10368"/>
                    <a:pt x="7723" y="10048"/>
                  </a:cubicBezTo>
                  <a:cubicBezTo>
                    <a:pt x="6989" y="9725"/>
                    <a:pt x="6247" y="9523"/>
                    <a:pt x="5533" y="9458"/>
                  </a:cubicBezTo>
                  <a:cubicBezTo>
                    <a:pt x="5331" y="9439"/>
                    <a:pt x="5131" y="9430"/>
                    <a:pt x="4936" y="9430"/>
                  </a:cubicBezTo>
                  <a:cubicBezTo>
                    <a:pt x="4448" y="9430"/>
                    <a:pt x="3985" y="9489"/>
                    <a:pt x="3567" y="9611"/>
                  </a:cubicBezTo>
                  <a:cubicBezTo>
                    <a:pt x="3419" y="9642"/>
                    <a:pt x="3284" y="9712"/>
                    <a:pt x="3143" y="9755"/>
                  </a:cubicBezTo>
                  <a:cubicBezTo>
                    <a:pt x="3008" y="9812"/>
                    <a:pt x="2868" y="9847"/>
                    <a:pt x="2750" y="9922"/>
                  </a:cubicBezTo>
                  <a:cubicBezTo>
                    <a:pt x="2510" y="10057"/>
                    <a:pt x="2261" y="10158"/>
                    <a:pt x="2068" y="10319"/>
                  </a:cubicBezTo>
                  <a:cubicBezTo>
                    <a:pt x="1644" y="10590"/>
                    <a:pt x="1334" y="10909"/>
                    <a:pt x="1055" y="11167"/>
                  </a:cubicBezTo>
                  <a:cubicBezTo>
                    <a:pt x="932" y="11316"/>
                    <a:pt x="814" y="11447"/>
                    <a:pt x="709" y="11569"/>
                  </a:cubicBezTo>
                  <a:cubicBezTo>
                    <a:pt x="609" y="11695"/>
                    <a:pt x="508" y="11800"/>
                    <a:pt x="438" y="11915"/>
                  </a:cubicBezTo>
                  <a:cubicBezTo>
                    <a:pt x="294" y="12129"/>
                    <a:pt x="184" y="12290"/>
                    <a:pt x="111" y="12403"/>
                  </a:cubicBezTo>
                  <a:cubicBezTo>
                    <a:pt x="36" y="12518"/>
                    <a:pt x="1" y="12574"/>
                    <a:pt x="6" y="12579"/>
                  </a:cubicBezTo>
                  <a:cubicBezTo>
                    <a:pt x="6" y="12579"/>
                    <a:pt x="6" y="12579"/>
                    <a:pt x="7" y="12579"/>
                  </a:cubicBezTo>
                  <a:cubicBezTo>
                    <a:pt x="14" y="12579"/>
                    <a:pt x="61" y="12526"/>
                    <a:pt x="137" y="12425"/>
                  </a:cubicBezTo>
                  <a:cubicBezTo>
                    <a:pt x="220" y="12316"/>
                    <a:pt x="337" y="12159"/>
                    <a:pt x="495" y="11958"/>
                  </a:cubicBezTo>
                  <a:cubicBezTo>
                    <a:pt x="569" y="11849"/>
                    <a:pt x="670" y="11744"/>
                    <a:pt x="779" y="11626"/>
                  </a:cubicBezTo>
                  <a:cubicBezTo>
                    <a:pt x="884" y="11508"/>
                    <a:pt x="1002" y="11381"/>
                    <a:pt x="1128" y="11241"/>
                  </a:cubicBezTo>
                  <a:cubicBezTo>
                    <a:pt x="1413" y="10992"/>
                    <a:pt x="1723" y="10691"/>
                    <a:pt x="2143" y="10433"/>
                  </a:cubicBezTo>
                  <a:cubicBezTo>
                    <a:pt x="2334" y="10280"/>
                    <a:pt x="2580" y="10188"/>
                    <a:pt x="2816" y="10057"/>
                  </a:cubicBezTo>
                  <a:cubicBezTo>
                    <a:pt x="2929" y="9991"/>
                    <a:pt x="3069" y="9961"/>
                    <a:pt x="3200" y="9908"/>
                  </a:cubicBezTo>
                  <a:cubicBezTo>
                    <a:pt x="3336" y="9864"/>
                    <a:pt x="3462" y="9799"/>
                    <a:pt x="3611" y="9773"/>
                  </a:cubicBezTo>
                  <a:cubicBezTo>
                    <a:pt x="3999" y="9668"/>
                    <a:pt x="4425" y="9617"/>
                    <a:pt x="4875" y="9617"/>
                  </a:cubicBezTo>
                  <a:cubicBezTo>
                    <a:pt x="5085" y="9617"/>
                    <a:pt x="5299" y="9628"/>
                    <a:pt x="5517" y="9650"/>
                  </a:cubicBezTo>
                  <a:cubicBezTo>
                    <a:pt x="6198" y="9725"/>
                    <a:pt x="6919" y="9930"/>
                    <a:pt x="7636" y="10253"/>
                  </a:cubicBezTo>
                  <a:cubicBezTo>
                    <a:pt x="8353" y="10572"/>
                    <a:pt x="9052" y="11027"/>
                    <a:pt x="9764" y="11542"/>
                  </a:cubicBezTo>
                  <a:cubicBezTo>
                    <a:pt x="10477" y="12058"/>
                    <a:pt x="11207" y="12627"/>
                    <a:pt x="12006" y="13177"/>
                  </a:cubicBezTo>
                  <a:cubicBezTo>
                    <a:pt x="12806" y="13719"/>
                    <a:pt x="13684" y="14253"/>
                    <a:pt x="14694" y="14580"/>
                  </a:cubicBezTo>
                  <a:cubicBezTo>
                    <a:pt x="15200" y="14737"/>
                    <a:pt x="15733" y="14851"/>
                    <a:pt x="16284" y="14872"/>
                  </a:cubicBezTo>
                  <a:cubicBezTo>
                    <a:pt x="16326" y="14875"/>
                    <a:pt x="16369" y="14876"/>
                    <a:pt x="16412" y="14876"/>
                  </a:cubicBezTo>
                  <a:cubicBezTo>
                    <a:pt x="16507" y="14876"/>
                    <a:pt x="16603" y="14871"/>
                    <a:pt x="16699" y="14868"/>
                  </a:cubicBezTo>
                  <a:cubicBezTo>
                    <a:pt x="16835" y="14864"/>
                    <a:pt x="16975" y="14872"/>
                    <a:pt x="17115" y="14846"/>
                  </a:cubicBezTo>
                  <a:cubicBezTo>
                    <a:pt x="17390" y="14807"/>
                    <a:pt x="17674" y="14777"/>
                    <a:pt x="17945" y="14689"/>
                  </a:cubicBezTo>
                  <a:cubicBezTo>
                    <a:pt x="18500" y="14563"/>
                    <a:pt x="19025" y="14318"/>
                    <a:pt x="19531" y="14039"/>
                  </a:cubicBezTo>
                  <a:cubicBezTo>
                    <a:pt x="19781" y="13885"/>
                    <a:pt x="20033" y="13741"/>
                    <a:pt x="20265" y="13557"/>
                  </a:cubicBezTo>
                  <a:cubicBezTo>
                    <a:pt x="20505" y="13391"/>
                    <a:pt x="20729" y="13200"/>
                    <a:pt x="20956" y="13007"/>
                  </a:cubicBezTo>
                  <a:cubicBezTo>
                    <a:pt x="21852" y="12229"/>
                    <a:pt x="22625" y="11290"/>
                    <a:pt x="23343" y="10293"/>
                  </a:cubicBezTo>
                  <a:cubicBezTo>
                    <a:pt x="24051" y="9287"/>
                    <a:pt x="24697" y="8208"/>
                    <a:pt x="25309" y="7094"/>
                  </a:cubicBezTo>
                  <a:cubicBezTo>
                    <a:pt x="25929" y="5989"/>
                    <a:pt x="26562" y="4865"/>
                    <a:pt x="27341" y="3825"/>
                  </a:cubicBezTo>
                  <a:cubicBezTo>
                    <a:pt x="28109" y="2790"/>
                    <a:pt x="29041" y="1828"/>
                    <a:pt x="30186" y="1177"/>
                  </a:cubicBezTo>
                  <a:cubicBezTo>
                    <a:pt x="30754" y="854"/>
                    <a:pt x="31370" y="622"/>
                    <a:pt x="32004" y="487"/>
                  </a:cubicBezTo>
                  <a:cubicBezTo>
                    <a:pt x="32439" y="396"/>
                    <a:pt x="32886" y="349"/>
                    <a:pt x="33328" y="349"/>
                  </a:cubicBezTo>
                  <a:cubicBezTo>
                    <a:pt x="33526" y="349"/>
                    <a:pt x="33723" y="358"/>
                    <a:pt x="33918" y="377"/>
                  </a:cubicBezTo>
                  <a:cubicBezTo>
                    <a:pt x="34551" y="438"/>
                    <a:pt x="35163" y="622"/>
                    <a:pt x="35719" y="906"/>
                  </a:cubicBezTo>
                  <a:cubicBezTo>
                    <a:pt x="36278" y="1185"/>
                    <a:pt x="36780" y="1566"/>
                    <a:pt x="37234" y="1990"/>
                  </a:cubicBezTo>
                  <a:cubicBezTo>
                    <a:pt x="38139" y="2851"/>
                    <a:pt x="38847" y="3873"/>
                    <a:pt x="39495" y="4900"/>
                  </a:cubicBezTo>
                  <a:cubicBezTo>
                    <a:pt x="40136" y="5931"/>
                    <a:pt x="40713" y="6980"/>
                    <a:pt x="41334" y="7976"/>
                  </a:cubicBezTo>
                  <a:cubicBezTo>
                    <a:pt x="41972" y="8956"/>
                    <a:pt x="42527" y="9934"/>
                    <a:pt x="43065" y="10905"/>
                  </a:cubicBezTo>
                  <a:cubicBezTo>
                    <a:pt x="43331" y="11385"/>
                    <a:pt x="43611" y="11862"/>
                    <a:pt x="43921" y="12312"/>
                  </a:cubicBezTo>
                  <a:cubicBezTo>
                    <a:pt x="44231" y="12762"/>
                    <a:pt x="44608" y="13168"/>
                    <a:pt x="45044" y="13483"/>
                  </a:cubicBezTo>
                  <a:cubicBezTo>
                    <a:pt x="45481" y="13797"/>
                    <a:pt x="45984" y="14007"/>
                    <a:pt x="46482" y="14117"/>
                  </a:cubicBezTo>
                  <a:cubicBezTo>
                    <a:pt x="46984" y="14243"/>
                    <a:pt x="47482" y="14279"/>
                    <a:pt x="47972" y="14301"/>
                  </a:cubicBezTo>
                  <a:cubicBezTo>
                    <a:pt x="48081" y="14306"/>
                    <a:pt x="48190" y="14309"/>
                    <a:pt x="48298" y="14309"/>
                  </a:cubicBezTo>
                  <a:cubicBezTo>
                    <a:pt x="49159" y="14309"/>
                    <a:pt x="49997" y="14144"/>
                    <a:pt x="50734" y="13837"/>
                  </a:cubicBezTo>
                  <a:cubicBezTo>
                    <a:pt x="51153" y="13666"/>
                    <a:pt x="51534" y="13444"/>
                    <a:pt x="51888" y="13208"/>
                  </a:cubicBezTo>
                  <a:cubicBezTo>
                    <a:pt x="52233" y="12958"/>
                    <a:pt x="52561" y="12696"/>
                    <a:pt x="52845" y="12417"/>
                  </a:cubicBezTo>
                  <a:cubicBezTo>
                    <a:pt x="53430" y="11857"/>
                    <a:pt x="53898" y="11263"/>
                    <a:pt x="54322" y="10703"/>
                  </a:cubicBezTo>
                  <a:cubicBezTo>
                    <a:pt x="55157" y="9572"/>
                    <a:pt x="55825" y="8567"/>
                    <a:pt x="56494" y="7845"/>
                  </a:cubicBezTo>
                  <a:cubicBezTo>
                    <a:pt x="57150" y="7120"/>
                    <a:pt x="57801" y="6697"/>
                    <a:pt x="58273" y="6495"/>
                  </a:cubicBezTo>
                  <a:cubicBezTo>
                    <a:pt x="58509" y="6399"/>
                    <a:pt x="58697" y="6334"/>
                    <a:pt x="58828" y="6308"/>
                  </a:cubicBezTo>
                  <a:cubicBezTo>
                    <a:pt x="58955" y="6272"/>
                    <a:pt x="59020" y="6251"/>
                    <a:pt x="59020" y="6242"/>
                  </a:cubicBezTo>
                  <a:cubicBezTo>
                    <a:pt x="59019" y="6241"/>
                    <a:pt x="59017" y="6241"/>
                    <a:pt x="59013" y="6241"/>
                  </a:cubicBezTo>
                  <a:cubicBezTo>
                    <a:pt x="58993" y="6241"/>
                    <a:pt x="58929" y="6250"/>
                    <a:pt x="58819" y="6272"/>
                  </a:cubicBezTo>
                  <a:cubicBezTo>
                    <a:pt x="58683" y="6290"/>
                    <a:pt x="58491" y="6342"/>
                    <a:pt x="58247" y="6429"/>
                  </a:cubicBezTo>
                  <a:cubicBezTo>
                    <a:pt x="57757" y="6613"/>
                    <a:pt x="57075" y="7028"/>
                    <a:pt x="56393" y="7754"/>
                  </a:cubicBezTo>
                  <a:cubicBezTo>
                    <a:pt x="55699" y="8470"/>
                    <a:pt x="55012" y="9476"/>
                    <a:pt x="54165" y="10586"/>
                  </a:cubicBezTo>
                  <a:cubicBezTo>
                    <a:pt x="53737" y="11136"/>
                    <a:pt x="53269" y="11718"/>
                    <a:pt x="52692" y="12256"/>
                  </a:cubicBezTo>
                  <a:cubicBezTo>
                    <a:pt x="52408" y="12526"/>
                    <a:pt x="52089" y="12775"/>
                    <a:pt x="51752" y="13011"/>
                  </a:cubicBezTo>
                  <a:cubicBezTo>
                    <a:pt x="51407" y="13238"/>
                    <a:pt x="51040" y="13448"/>
                    <a:pt x="50638" y="13610"/>
                  </a:cubicBezTo>
                  <a:cubicBezTo>
                    <a:pt x="49935" y="13890"/>
                    <a:pt x="49147" y="14042"/>
                    <a:pt x="48323" y="14042"/>
                  </a:cubicBezTo>
                  <a:cubicBezTo>
                    <a:pt x="48210" y="14042"/>
                    <a:pt x="48095" y="14039"/>
                    <a:pt x="47981" y="14033"/>
                  </a:cubicBezTo>
                  <a:cubicBezTo>
                    <a:pt x="47509" y="14007"/>
                    <a:pt x="47024" y="13968"/>
                    <a:pt x="46552" y="13841"/>
                  </a:cubicBezTo>
                  <a:cubicBezTo>
                    <a:pt x="46076" y="13737"/>
                    <a:pt x="45617" y="13540"/>
                    <a:pt x="45215" y="13247"/>
                  </a:cubicBezTo>
                  <a:cubicBezTo>
                    <a:pt x="44393" y="12666"/>
                    <a:pt x="43868" y="11709"/>
                    <a:pt x="43331" y="10752"/>
                  </a:cubicBezTo>
                  <a:cubicBezTo>
                    <a:pt x="42807" y="9786"/>
                    <a:pt x="42238" y="8785"/>
                    <a:pt x="41609" y="7802"/>
                  </a:cubicBezTo>
                  <a:cubicBezTo>
                    <a:pt x="40998" y="6818"/>
                    <a:pt x="40425" y="5765"/>
                    <a:pt x="39778" y="4725"/>
                  </a:cubicBezTo>
                  <a:cubicBezTo>
                    <a:pt x="39127" y="3686"/>
                    <a:pt x="38410" y="2637"/>
                    <a:pt x="37470" y="1741"/>
                  </a:cubicBezTo>
                  <a:cubicBezTo>
                    <a:pt x="36998" y="1299"/>
                    <a:pt x="36470" y="897"/>
                    <a:pt x="35876" y="596"/>
                  </a:cubicBezTo>
                  <a:cubicBezTo>
                    <a:pt x="35281" y="294"/>
                    <a:pt x="34630" y="93"/>
                    <a:pt x="33953" y="31"/>
                  </a:cubicBezTo>
                  <a:cubicBezTo>
                    <a:pt x="33740" y="11"/>
                    <a:pt x="33527" y="1"/>
                    <a:pt x="333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7"/>
            <p:cNvSpPr/>
            <p:nvPr/>
          </p:nvSpPr>
          <p:spPr>
            <a:xfrm>
              <a:off x="5106104" y="1442255"/>
              <a:ext cx="527304" cy="29395"/>
            </a:xfrm>
            <a:custGeom>
              <a:rect b="b" l="l" r="r" t="t"/>
              <a:pathLst>
                <a:path extrusionOk="0" h="670" w="12019">
                  <a:moveTo>
                    <a:pt x="0" y="1"/>
                  </a:moveTo>
                  <a:lnTo>
                    <a:pt x="0" y="669"/>
                  </a:lnTo>
                  <a:lnTo>
                    <a:pt x="12019" y="669"/>
                  </a:lnTo>
                  <a:lnTo>
                    <a:pt x="120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7"/>
            <p:cNvSpPr/>
            <p:nvPr/>
          </p:nvSpPr>
          <p:spPr>
            <a:xfrm>
              <a:off x="5106104" y="1510870"/>
              <a:ext cx="260603" cy="29395"/>
            </a:xfrm>
            <a:custGeom>
              <a:rect b="b" l="l" r="r" t="t"/>
              <a:pathLst>
                <a:path extrusionOk="0" h="670" w="5940">
                  <a:moveTo>
                    <a:pt x="0" y="1"/>
                  </a:moveTo>
                  <a:lnTo>
                    <a:pt x="0" y="670"/>
                  </a:lnTo>
                  <a:lnTo>
                    <a:pt x="5940" y="670"/>
                  </a:lnTo>
                  <a:lnTo>
                    <a:pt x="594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7"/>
            <p:cNvSpPr/>
            <p:nvPr/>
          </p:nvSpPr>
          <p:spPr>
            <a:xfrm>
              <a:off x="4741999" y="986350"/>
              <a:ext cx="3028454" cy="191920"/>
            </a:xfrm>
            <a:custGeom>
              <a:rect b="b" l="l" r="r" t="t"/>
              <a:pathLst>
                <a:path extrusionOk="0" h="4375" w="69001">
                  <a:moveTo>
                    <a:pt x="79" y="0"/>
                  </a:moveTo>
                  <a:cubicBezTo>
                    <a:pt x="35" y="0"/>
                    <a:pt x="1" y="36"/>
                    <a:pt x="1" y="79"/>
                  </a:cubicBezTo>
                  <a:lnTo>
                    <a:pt x="1" y="4375"/>
                  </a:lnTo>
                  <a:lnTo>
                    <a:pt x="69000" y="4375"/>
                  </a:lnTo>
                  <a:lnTo>
                    <a:pt x="69000" y="79"/>
                  </a:lnTo>
                  <a:cubicBezTo>
                    <a:pt x="69000" y="36"/>
                    <a:pt x="68966" y="0"/>
                    <a:pt x="689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7"/>
            <p:cNvSpPr/>
            <p:nvPr/>
          </p:nvSpPr>
          <p:spPr>
            <a:xfrm>
              <a:off x="4857439" y="1065308"/>
              <a:ext cx="41460" cy="41284"/>
            </a:xfrm>
            <a:custGeom>
              <a:rect b="b" l="l" r="r" t="t"/>
              <a:pathLst>
                <a:path extrusionOk="0" h="941" w="945">
                  <a:moveTo>
                    <a:pt x="472" y="1"/>
                  </a:moveTo>
                  <a:cubicBezTo>
                    <a:pt x="214" y="1"/>
                    <a:pt x="0" y="211"/>
                    <a:pt x="0" y="473"/>
                  </a:cubicBezTo>
                  <a:cubicBezTo>
                    <a:pt x="0" y="731"/>
                    <a:pt x="214" y="941"/>
                    <a:pt x="472" y="941"/>
                  </a:cubicBezTo>
                  <a:cubicBezTo>
                    <a:pt x="734" y="941"/>
                    <a:pt x="944" y="731"/>
                    <a:pt x="944" y="473"/>
                  </a:cubicBezTo>
                  <a:cubicBezTo>
                    <a:pt x="944" y="211"/>
                    <a:pt x="734" y="1"/>
                    <a:pt x="47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7"/>
            <p:cNvSpPr/>
            <p:nvPr/>
          </p:nvSpPr>
          <p:spPr>
            <a:xfrm>
              <a:off x="4947727" y="1065308"/>
              <a:ext cx="41240" cy="41284"/>
            </a:xfrm>
            <a:custGeom>
              <a:rect b="b" l="l" r="r" t="t"/>
              <a:pathLst>
                <a:path extrusionOk="0" h="941" w="940">
                  <a:moveTo>
                    <a:pt x="468" y="1"/>
                  </a:moveTo>
                  <a:cubicBezTo>
                    <a:pt x="211" y="1"/>
                    <a:pt x="1" y="211"/>
                    <a:pt x="1" y="473"/>
                  </a:cubicBezTo>
                  <a:cubicBezTo>
                    <a:pt x="1" y="731"/>
                    <a:pt x="211" y="941"/>
                    <a:pt x="468" y="941"/>
                  </a:cubicBezTo>
                  <a:cubicBezTo>
                    <a:pt x="730" y="941"/>
                    <a:pt x="940" y="731"/>
                    <a:pt x="940" y="473"/>
                  </a:cubicBezTo>
                  <a:cubicBezTo>
                    <a:pt x="940" y="211"/>
                    <a:pt x="730" y="1"/>
                    <a:pt x="4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p:nvPr/>
          </p:nvSpPr>
          <p:spPr>
            <a:xfrm>
              <a:off x="5037840" y="1065308"/>
              <a:ext cx="41284" cy="41284"/>
            </a:xfrm>
            <a:custGeom>
              <a:rect b="b" l="l" r="r" t="t"/>
              <a:pathLst>
                <a:path extrusionOk="0" h="941" w="941">
                  <a:moveTo>
                    <a:pt x="468" y="1"/>
                  </a:moveTo>
                  <a:cubicBezTo>
                    <a:pt x="210" y="1"/>
                    <a:pt x="1" y="211"/>
                    <a:pt x="1" y="473"/>
                  </a:cubicBezTo>
                  <a:cubicBezTo>
                    <a:pt x="1" y="731"/>
                    <a:pt x="210" y="941"/>
                    <a:pt x="468" y="941"/>
                  </a:cubicBezTo>
                  <a:cubicBezTo>
                    <a:pt x="731" y="941"/>
                    <a:pt x="940" y="731"/>
                    <a:pt x="940" y="473"/>
                  </a:cubicBezTo>
                  <a:cubicBezTo>
                    <a:pt x="940" y="211"/>
                    <a:pt x="731" y="1"/>
                    <a:pt x="4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p:nvPr/>
          </p:nvSpPr>
          <p:spPr>
            <a:xfrm>
              <a:off x="5988347" y="1835302"/>
              <a:ext cx="75197" cy="75197"/>
            </a:xfrm>
            <a:custGeom>
              <a:rect b="b" l="l" r="r" t="t"/>
              <a:pathLst>
                <a:path extrusionOk="0" h="1714" w="1714">
                  <a:moveTo>
                    <a:pt x="857" y="57"/>
                  </a:moveTo>
                  <a:cubicBezTo>
                    <a:pt x="1299" y="57"/>
                    <a:pt x="1662" y="415"/>
                    <a:pt x="1662" y="857"/>
                  </a:cubicBezTo>
                  <a:cubicBezTo>
                    <a:pt x="1662" y="1299"/>
                    <a:pt x="1299" y="1661"/>
                    <a:pt x="857" y="1661"/>
                  </a:cubicBezTo>
                  <a:cubicBezTo>
                    <a:pt x="415" y="1661"/>
                    <a:pt x="57" y="1299"/>
                    <a:pt x="57" y="857"/>
                  </a:cubicBezTo>
                  <a:cubicBezTo>
                    <a:pt x="57" y="415"/>
                    <a:pt x="415" y="57"/>
                    <a:pt x="857" y="57"/>
                  </a:cubicBezTo>
                  <a:close/>
                  <a:moveTo>
                    <a:pt x="857" y="0"/>
                  </a:moveTo>
                  <a:cubicBezTo>
                    <a:pt x="385" y="0"/>
                    <a:pt x="0" y="385"/>
                    <a:pt x="0" y="857"/>
                  </a:cubicBezTo>
                  <a:cubicBezTo>
                    <a:pt x="0" y="1333"/>
                    <a:pt x="385" y="1714"/>
                    <a:pt x="857" y="1714"/>
                  </a:cubicBezTo>
                  <a:cubicBezTo>
                    <a:pt x="1329" y="1714"/>
                    <a:pt x="1714" y="1333"/>
                    <a:pt x="1714" y="857"/>
                  </a:cubicBezTo>
                  <a:cubicBezTo>
                    <a:pt x="1714" y="385"/>
                    <a:pt x="1329" y="0"/>
                    <a:pt x="8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7"/>
          <p:cNvSpPr/>
          <p:nvPr/>
        </p:nvSpPr>
        <p:spPr>
          <a:xfrm>
            <a:off x="5989825" y="1384119"/>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7"/>
          <p:cNvSpPr txBox="1"/>
          <p:nvPr>
            <p:ph idx="1" type="subTitle"/>
          </p:nvPr>
        </p:nvSpPr>
        <p:spPr>
          <a:xfrm>
            <a:off x="368800" y="672375"/>
            <a:ext cx="3510900" cy="344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u="sng">
                <a:latin typeface="Staatliches"/>
                <a:ea typeface="Staatliches"/>
                <a:cs typeface="Staatliches"/>
                <a:sym typeface="Staatliches"/>
              </a:rPr>
              <a:t>Drishti</a:t>
            </a:r>
            <a:r>
              <a:rPr lang="en" sz="4300">
                <a:latin typeface="Staatliches"/>
                <a:ea typeface="Staatliches"/>
                <a:cs typeface="Staatliches"/>
                <a:sym typeface="Staatliches"/>
              </a:rPr>
              <a:t>:</a:t>
            </a:r>
            <a:endParaRPr sz="4300">
              <a:latin typeface="Staatliches"/>
              <a:ea typeface="Staatliches"/>
              <a:cs typeface="Staatliches"/>
              <a:sym typeface="Staatliches"/>
            </a:endParaRPr>
          </a:p>
          <a:p>
            <a:pPr indent="0" lvl="0" marL="0" rtl="0" algn="l">
              <a:spcBef>
                <a:spcPts val="0"/>
              </a:spcBef>
              <a:spcAft>
                <a:spcPts val="0"/>
              </a:spcAft>
              <a:buNone/>
            </a:pPr>
            <a:r>
              <a:rPr lang="en" sz="4300">
                <a:latin typeface="Staatliches"/>
                <a:ea typeface="Staatliches"/>
                <a:cs typeface="Staatliches"/>
                <a:sym typeface="Staatliches"/>
              </a:rPr>
              <a:t>ai -powered early crisis prediction and </a:t>
            </a:r>
            <a:r>
              <a:rPr lang="en" sz="4300">
                <a:latin typeface="Staatliches"/>
                <a:ea typeface="Staatliches"/>
                <a:cs typeface="Staatliches"/>
                <a:sym typeface="Staatliches"/>
              </a:rPr>
              <a:t>advisory</a:t>
            </a:r>
            <a:r>
              <a:rPr lang="en" sz="4300">
                <a:latin typeface="Staatliches"/>
                <a:ea typeface="Staatliches"/>
                <a:cs typeface="Staatliches"/>
                <a:sym typeface="Staatliches"/>
              </a:rPr>
              <a:t> system</a:t>
            </a:r>
            <a:endParaRPr sz="4300">
              <a:solidFill>
                <a:schemeClr val="accent2"/>
              </a:solidFill>
            </a:endParaRPr>
          </a:p>
        </p:txBody>
      </p:sp>
      <p:grpSp>
        <p:nvGrpSpPr>
          <p:cNvPr id="172" name="Google Shape;172;p27"/>
          <p:cNvGrpSpPr/>
          <p:nvPr/>
        </p:nvGrpSpPr>
        <p:grpSpPr>
          <a:xfrm>
            <a:off x="5765433" y="3973585"/>
            <a:ext cx="203088" cy="412126"/>
            <a:chOff x="7764635" y="2404362"/>
            <a:chExt cx="353565" cy="717489"/>
          </a:xfrm>
        </p:grpSpPr>
        <p:sp>
          <p:nvSpPr>
            <p:cNvPr id="173" name="Google Shape;173;p27"/>
            <p:cNvSpPr/>
            <p:nvPr/>
          </p:nvSpPr>
          <p:spPr>
            <a:xfrm>
              <a:off x="7764635" y="2517069"/>
              <a:ext cx="238359" cy="604782"/>
            </a:xfrm>
            <a:custGeom>
              <a:rect b="b" l="l" r="r" t="t"/>
              <a:pathLst>
                <a:path extrusionOk="0" h="13785" w="5433">
                  <a:moveTo>
                    <a:pt x="1893" y="1"/>
                  </a:moveTo>
                  <a:lnTo>
                    <a:pt x="1875" y="9077"/>
                  </a:lnTo>
                  <a:lnTo>
                    <a:pt x="1" y="9073"/>
                  </a:lnTo>
                  <a:lnTo>
                    <a:pt x="1351" y="11429"/>
                  </a:lnTo>
                  <a:lnTo>
                    <a:pt x="2706" y="13784"/>
                  </a:lnTo>
                  <a:lnTo>
                    <a:pt x="4069" y="11433"/>
                  </a:lnTo>
                  <a:lnTo>
                    <a:pt x="5433" y="9081"/>
                  </a:lnTo>
                  <a:lnTo>
                    <a:pt x="3553" y="9081"/>
                  </a:lnTo>
                  <a:lnTo>
                    <a:pt x="3571" y="1"/>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7"/>
            <p:cNvSpPr/>
            <p:nvPr/>
          </p:nvSpPr>
          <p:spPr>
            <a:xfrm>
              <a:off x="7976141" y="2404362"/>
              <a:ext cx="142059" cy="360456"/>
            </a:xfrm>
            <a:custGeom>
              <a:rect b="b" l="l" r="r" t="t"/>
              <a:pathLst>
                <a:path extrusionOk="0" h="8216" w="3238">
                  <a:moveTo>
                    <a:pt x="1128" y="0"/>
                  </a:moveTo>
                  <a:lnTo>
                    <a:pt x="1118" y="5410"/>
                  </a:lnTo>
                  <a:lnTo>
                    <a:pt x="0" y="5410"/>
                  </a:lnTo>
                  <a:lnTo>
                    <a:pt x="804" y="6813"/>
                  </a:lnTo>
                  <a:lnTo>
                    <a:pt x="1612" y="8216"/>
                  </a:lnTo>
                  <a:lnTo>
                    <a:pt x="2425" y="6817"/>
                  </a:lnTo>
                  <a:lnTo>
                    <a:pt x="3238" y="5414"/>
                  </a:lnTo>
                  <a:lnTo>
                    <a:pt x="2120" y="5414"/>
                  </a:lnTo>
                  <a:lnTo>
                    <a:pt x="2128"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 name="Google Shape;175;p27"/>
          <p:cNvSpPr/>
          <p:nvPr/>
        </p:nvSpPr>
        <p:spPr>
          <a:xfrm>
            <a:off x="4577856" y="957875"/>
            <a:ext cx="238359" cy="604739"/>
          </a:xfrm>
          <a:custGeom>
            <a:rect b="b" l="l" r="r" t="t"/>
            <a:pathLst>
              <a:path extrusionOk="0" h="13784" w="5433">
                <a:moveTo>
                  <a:pt x="2728" y="0"/>
                </a:moveTo>
                <a:lnTo>
                  <a:pt x="1364" y="2351"/>
                </a:lnTo>
                <a:lnTo>
                  <a:pt x="1" y="4698"/>
                </a:lnTo>
                <a:lnTo>
                  <a:pt x="1880" y="4702"/>
                </a:lnTo>
                <a:lnTo>
                  <a:pt x="1863" y="13779"/>
                </a:lnTo>
                <a:lnTo>
                  <a:pt x="3537" y="13783"/>
                </a:lnTo>
                <a:lnTo>
                  <a:pt x="3554" y="4706"/>
                </a:lnTo>
                <a:lnTo>
                  <a:pt x="5433" y="4711"/>
                </a:lnTo>
                <a:lnTo>
                  <a:pt x="5433" y="4711"/>
                </a:lnTo>
                <a:lnTo>
                  <a:pt x="4079" y="2356"/>
                </a:lnTo>
                <a:lnTo>
                  <a:pt x="2728"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7"/>
          <p:cNvSpPr/>
          <p:nvPr/>
        </p:nvSpPr>
        <p:spPr>
          <a:xfrm>
            <a:off x="4437554" y="1301654"/>
            <a:ext cx="144253" cy="365414"/>
          </a:xfrm>
          <a:custGeom>
            <a:rect b="b" l="l" r="r" t="t"/>
            <a:pathLst>
              <a:path extrusionOk="0" h="8329" w="3288">
                <a:moveTo>
                  <a:pt x="1648" y="0"/>
                </a:moveTo>
                <a:lnTo>
                  <a:pt x="827" y="1420"/>
                </a:lnTo>
                <a:lnTo>
                  <a:pt x="0" y="2840"/>
                </a:lnTo>
                <a:lnTo>
                  <a:pt x="1137" y="2840"/>
                </a:lnTo>
                <a:lnTo>
                  <a:pt x="1123" y="8329"/>
                </a:lnTo>
                <a:lnTo>
                  <a:pt x="2138" y="8329"/>
                </a:lnTo>
                <a:lnTo>
                  <a:pt x="2150" y="2845"/>
                </a:lnTo>
                <a:lnTo>
                  <a:pt x="3287" y="2845"/>
                </a:lnTo>
                <a:lnTo>
                  <a:pt x="2465" y="1420"/>
                </a:lnTo>
                <a:lnTo>
                  <a:pt x="1648" y="0"/>
                </a:lnTo>
                <a:close/>
              </a:path>
            </a:pathLst>
          </a:cu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 name="Google Shape;177;p27"/>
          <p:cNvGrpSpPr/>
          <p:nvPr/>
        </p:nvGrpSpPr>
        <p:grpSpPr>
          <a:xfrm>
            <a:off x="8071692" y="3374463"/>
            <a:ext cx="777728" cy="1334382"/>
            <a:chOff x="7825967" y="3240163"/>
            <a:chExt cx="777728" cy="1334382"/>
          </a:xfrm>
        </p:grpSpPr>
        <p:sp>
          <p:nvSpPr>
            <p:cNvPr id="178" name="Google Shape;178;p27"/>
            <p:cNvSpPr/>
            <p:nvPr/>
          </p:nvSpPr>
          <p:spPr>
            <a:xfrm>
              <a:off x="7825967" y="3240163"/>
              <a:ext cx="777728" cy="1015297"/>
            </a:xfrm>
            <a:custGeom>
              <a:rect b="b" l="l" r="r" t="t"/>
              <a:pathLst>
                <a:path extrusionOk="0" h="23142" w="17727">
                  <a:moveTo>
                    <a:pt x="15489" y="1"/>
                  </a:moveTo>
                  <a:cubicBezTo>
                    <a:pt x="15432" y="1"/>
                    <a:pt x="15375" y="3"/>
                    <a:pt x="15318" y="7"/>
                  </a:cubicBezTo>
                  <a:cubicBezTo>
                    <a:pt x="14405" y="82"/>
                    <a:pt x="13593" y="649"/>
                    <a:pt x="13011" y="1357"/>
                  </a:cubicBezTo>
                  <a:cubicBezTo>
                    <a:pt x="12429" y="2065"/>
                    <a:pt x="12046" y="2908"/>
                    <a:pt x="11647" y="3735"/>
                  </a:cubicBezTo>
                  <a:cubicBezTo>
                    <a:pt x="11250" y="4556"/>
                    <a:pt x="10822" y="5387"/>
                    <a:pt x="10179" y="6042"/>
                  </a:cubicBezTo>
                  <a:cubicBezTo>
                    <a:pt x="10021" y="6204"/>
                    <a:pt x="9812" y="6362"/>
                    <a:pt x="9595" y="6362"/>
                  </a:cubicBezTo>
                  <a:cubicBezTo>
                    <a:pt x="9560" y="6362"/>
                    <a:pt x="9524" y="6358"/>
                    <a:pt x="9489" y="6349"/>
                  </a:cubicBezTo>
                  <a:cubicBezTo>
                    <a:pt x="9235" y="6278"/>
                    <a:pt x="9104" y="5994"/>
                    <a:pt x="9077" y="5732"/>
                  </a:cubicBezTo>
                  <a:cubicBezTo>
                    <a:pt x="9056" y="5470"/>
                    <a:pt x="9099" y="5203"/>
                    <a:pt x="9043" y="4950"/>
                  </a:cubicBezTo>
                  <a:cubicBezTo>
                    <a:pt x="8926" y="4449"/>
                    <a:pt x="8401" y="4138"/>
                    <a:pt x="7885" y="4138"/>
                  </a:cubicBezTo>
                  <a:cubicBezTo>
                    <a:pt x="7767" y="4138"/>
                    <a:pt x="7648" y="4155"/>
                    <a:pt x="7536" y="4189"/>
                  </a:cubicBezTo>
                  <a:cubicBezTo>
                    <a:pt x="6933" y="4373"/>
                    <a:pt x="6508" y="4937"/>
                    <a:pt x="6324" y="5540"/>
                  </a:cubicBezTo>
                  <a:cubicBezTo>
                    <a:pt x="6141" y="6143"/>
                    <a:pt x="6159" y="6785"/>
                    <a:pt x="6176" y="7414"/>
                  </a:cubicBezTo>
                  <a:cubicBezTo>
                    <a:pt x="6211" y="8590"/>
                    <a:pt x="6251" y="9762"/>
                    <a:pt x="6285" y="10937"/>
                  </a:cubicBezTo>
                  <a:cubicBezTo>
                    <a:pt x="6303" y="11567"/>
                    <a:pt x="6259" y="12322"/>
                    <a:pt x="5713" y="12636"/>
                  </a:cubicBezTo>
                  <a:cubicBezTo>
                    <a:pt x="5557" y="12727"/>
                    <a:pt x="5385" y="12764"/>
                    <a:pt x="5207" y="12764"/>
                  </a:cubicBezTo>
                  <a:cubicBezTo>
                    <a:pt x="4931" y="12764"/>
                    <a:pt x="4643" y="12674"/>
                    <a:pt x="4393" y="12554"/>
                  </a:cubicBezTo>
                  <a:cubicBezTo>
                    <a:pt x="3760" y="12248"/>
                    <a:pt x="3222" y="11763"/>
                    <a:pt x="2850" y="11168"/>
                  </a:cubicBezTo>
                  <a:cubicBezTo>
                    <a:pt x="2575" y="10722"/>
                    <a:pt x="2352" y="10181"/>
                    <a:pt x="1872" y="9971"/>
                  </a:cubicBezTo>
                  <a:cubicBezTo>
                    <a:pt x="1749" y="9918"/>
                    <a:pt x="1620" y="9893"/>
                    <a:pt x="1491" y="9893"/>
                  </a:cubicBezTo>
                  <a:cubicBezTo>
                    <a:pt x="1011" y="9893"/>
                    <a:pt x="525" y="10234"/>
                    <a:pt x="293" y="10679"/>
                  </a:cubicBezTo>
                  <a:cubicBezTo>
                    <a:pt x="1" y="11238"/>
                    <a:pt x="89" y="11908"/>
                    <a:pt x="84" y="12541"/>
                  </a:cubicBezTo>
                  <a:cubicBezTo>
                    <a:pt x="45" y="16339"/>
                    <a:pt x="897" y="20543"/>
                    <a:pt x="4253" y="22737"/>
                  </a:cubicBezTo>
                  <a:cubicBezTo>
                    <a:pt x="5087" y="23016"/>
                    <a:pt x="5896" y="23142"/>
                    <a:pt x="6699" y="23142"/>
                  </a:cubicBezTo>
                  <a:cubicBezTo>
                    <a:pt x="7856" y="23142"/>
                    <a:pt x="9000" y="22880"/>
                    <a:pt x="10192" y="22439"/>
                  </a:cubicBezTo>
                  <a:cubicBezTo>
                    <a:pt x="12207" y="21696"/>
                    <a:pt x="13976" y="20341"/>
                    <a:pt x="15340" y="18681"/>
                  </a:cubicBezTo>
                  <a:cubicBezTo>
                    <a:pt x="15733" y="18205"/>
                    <a:pt x="16100" y="17689"/>
                    <a:pt x="16271" y="17099"/>
                  </a:cubicBezTo>
                  <a:cubicBezTo>
                    <a:pt x="16441" y="16509"/>
                    <a:pt x="16393" y="15827"/>
                    <a:pt x="16013" y="15342"/>
                  </a:cubicBezTo>
                  <a:cubicBezTo>
                    <a:pt x="15660" y="14896"/>
                    <a:pt x="15103" y="14708"/>
                    <a:pt x="14524" y="14708"/>
                  </a:cubicBezTo>
                  <a:cubicBezTo>
                    <a:pt x="14152" y="14708"/>
                    <a:pt x="13771" y="14786"/>
                    <a:pt x="13430" y="14923"/>
                  </a:cubicBezTo>
                  <a:cubicBezTo>
                    <a:pt x="12963" y="15111"/>
                    <a:pt x="12530" y="15381"/>
                    <a:pt x="12040" y="15486"/>
                  </a:cubicBezTo>
                  <a:cubicBezTo>
                    <a:pt x="11936" y="15508"/>
                    <a:pt x="11828" y="15519"/>
                    <a:pt x="11719" y="15519"/>
                  </a:cubicBezTo>
                  <a:cubicBezTo>
                    <a:pt x="11316" y="15519"/>
                    <a:pt x="10910" y="15366"/>
                    <a:pt x="10721" y="15018"/>
                  </a:cubicBezTo>
                  <a:cubicBezTo>
                    <a:pt x="10481" y="14582"/>
                    <a:pt x="10695" y="14009"/>
                    <a:pt x="11066" y="13673"/>
                  </a:cubicBezTo>
                  <a:cubicBezTo>
                    <a:pt x="11437" y="13340"/>
                    <a:pt x="11927" y="13179"/>
                    <a:pt x="12395" y="12999"/>
                  </a:cubicBezTo>
                  <a:cubicBezTo>
                    <a:pt x="13692" y="12493"/>
                    <a:pt x="14904" y="11767"/>
                    <a:pt x="15957" y="10853"/>
                  </a:cubicBezTo>
                  <a:cubicBezTo>
                    <a:pt x="16481" y="10399"/>
                    <a:pt x="17010" y="9713"/>
                    <a:pt x="16734" y="9076"/>
                  </a:cubicBezTo>
                  <a:cubicBezTo>
                    <a:pt x="16534" y="8616"/>
                    <a:pt x="15987" y="8411"/>
                    <a:pt x="15489" y="8362"/>
                  </a:cubicBezTo>
                  <a:cubicBezTo>
                    <a:pt x="14991" y="8319"/>
                    <a:pt x="14475" y="8380"/>
                    <a:pt x="13994" y="8237"/>
                  </a:cubicBezTo>
                  <a:cubicBezTo>
                    <a:pt x="13575" y="8105"/>
                    <a:pt x="13159" y="7699"/>
                    <a:pt x="13286" y="7275"/>
                  </a:cubicBezTo>
                  <a:cubicBezTo>
                    <a:pt x="13361" y="7043"/>
                    <a:pt x="13575" y="6881"/>
                    <a:pt x="13771" y="6737"/>
                  </a:cubicBezTo>
                  <a:cubicBezTo>
                    <a:pt x="14868" y="5929"/>
                    <a:pt x="15848" y="4963"/>
                    <a:pt x="16669" y="3874"/>
                  </a:cubicBezTo>
                  <a:cubicBezTo>
                    <a:pt x="17224" y="3144"/>
                    <a:pt x="17726" y="2232"/>
                    <a:pt x="17473" y="1349"/>
                  </a:cubicBezTo>
                  <a:cubicBezTo>
                    <a:pt x="17235" y="521"/>
                    <a:pt x="16351" y="1"/>
                    <a:pt x="15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a:off x="8008869" y="3262319"/>
              <a:ext cx="542308" cy="1312226"/>
            </a:xfrm>
            <a:custGeom>
              <a:rect b="b" l="l" r="r" t="t"/>
              <a:pathLst>
                <a:path extrusionOk="0" h="29910" w="12361">
                  <a:moveTo>
                    <a:pt x="12360" y="1"/>
                  </a:moveTo>
                  <a:lnTo>
                    <a:pt x="12360" y="1"/>
                  </a:lnTo>
                  <a:cubicBezTo>
                    <a:pt x="12360" y="1"/>
                    <a:pt x="12334" y="17"/>
                    <a:pt x="12290" y="53"/>
                  </a:cubicBezTo>
                  <a:cubicBezTo>
                    <a:pt x="12246" y="92"/>
                    <a:pt x="12181" y="148"/>
                    <a:pt x="12098" y="219"/>
                  </a:cubicBezTo>
                  <a:cubicBezTo>
                    <a:pt x="11931" y="364"/>
                    <a:pt x="11687" y="577"/>
                    <a:pt x="11377" y="866"/>
                  </a:cubicBezTo>
                  <a:cubicBezTo>
                    <a:pt x="10761" y="1443"/>
                    <a:pt x="9900" y="2316"/>
                    <a:pt x="8973" y="3505"/>
                  </a:cubicBezTo>
                  <a:cubicBezTo>
                    <a:pt x="8506" y="4099"/>
                    <a:pt x="8024" y="4773"/>
                    <a:pt x="7522" y="5503"/>
                  </a:cubicBezTo>
                  <a:cubicBezTo>
                    <a:pt x="7020" y="6232"/>
                    <a:pt x="6491" y="7018"/>
                    <a:pt x="5962" y="7867"/>
                  </a:cubicBezTo>
                  <a:cubicBezTo>
                    <a:pt x="5438" y="8714"/>
                    <a:pt x="4914" y="9619"/>
                    <a:pt x="4446" y="10602"/>
                  </a:cubicBezTo>
                  <a:cubicBezTo>
                    <a:pt x="4210" y="11092"/>
                    <a:pt x="4000" y="11603"/>
                    <a:pt x="3790" y="12123"/>
                  </a:cubicBezTo>
                  <a:cubicBezTo>
                    <a:pt x="3576" y="12643"/>
                    <a:pt x="3367" y="13168"/>
                    <a:pt x="3147" y="13700"/>
                  </a:cubicBezTo>
                  <a:cubicBezTo>
                    <a:pt x="2292" y="15838"/>
                    <a:pt x="1544" y="17905"/>
                    <a:pt x="1028" y="19832"/>
                  </a:cubicBezTo>
                  <a:cubicBezTo>
                    <a:pt x="503" y="21760"/>
                    <a:pt x="211" y="23543"/>
                    <a:pt x="110" y="25046"/>
                  </a:cubicBezTo>
                  <a:cubicBezTo>
                    <a:pt x="1" y="26553"/>
                    <a:pt x="75" y="27777"/>
                    <a:pt x="172" y="28616"/>
                  </a:cubicBezTo>
                  <a:cubicBezTo>
                    <a:pt x="267" y="29455"/>
                    <a:pt x="372" y="29909"/>
                    <a:pt x="372" y="29909"/>
                  </a:cubicBezTo>
                  <a:cubicBezTo>
                    <a:pt x="372" y="29909"/>
                    <a:pt x="372" y="29879"/>
                    <a:pt x="364" y="29822"/>
                  </a:cubicBezTo>
                  <a:cubicBezTo>
                    <a:pt x="355" y="29761"/>
                    <a:pt x="346" y="29683"/>
                    <a:pt x="329" y="29574"/>
                  </a:cubicBezTo>
                  <a:cubicBezTo>
                    <a:pt x="294" y="29354"/>
                    <a:pt x="251" y="29031"/>
                    <a:pt x="206" y="28612"/>
                  </a:cubicBezTo>
                  <a:cubicBezTo>
                    <a:pt x="124" y="27773"/>
                    <a:pt x="63" y="26553"/>
                    <a:pt x="176" y="25050"/>
                  </a:cubicBezTo>
                  <a:cubicBezTo>
                    <a:pt x="289" y="23551"/>
                    <a:pt x="587" y="21777"/>
                    <a:pt x="1112" y="19854"/>
                  </a:cubicBezTo>
                  <a:cubicBezTo>
                    <a:pt x="1636" y="17932"/>
                    <a:pt x="2383" y="15873"/>
                    <a:pt x="3236" y="13736"/>
                  </a:cubicBezTo>
                  <a:cubicBezTo>
                    <a:pt x="3454" y="13202"/>
                    <a:pt x="3668" y="12678"/>
                    <a:pt x="3877" y="12158"/>
                  </a:cubicBezTo>
                  <a:cubicBezTo>
                    <a:pt x="4087" y="11638"/>
                    <a:pt x="4293" y="11131"/>
                    <a:pt x="4529" y="10642"/>
                  </a:cubicBezTo>
                  <a:cubicBezTo>
                    <a:pt x="4992" y="9667"/>
                    <a:pt x="5517" y="8758"/>
                    <a:pt x="6041" y="7910"/>
                  </a:cubicBezTo>
                  <a:cubicBezTo>
                    <a:pt x="6560" y="7067"/>
                    <a:pt x="7090" y="6280"/>
                    <a:pt x="7588" y="5546"/>
                  </a:cubicBezTo>
                  <a:cubicBezTo>
                    <a:pt x="8086" y="4816"/>
                    <a:pt x="8567" y="4144"/>
                    <a:pt x="9025" y="3549"/>
                  </a:cubicBezTo>
                  <a:cubicBezTo>
                    <a:pt x="9943" y="2351"/>
                    <a:pt x="10795" y="1477"/>
                    <a:pt x="11403" y="892"/>
                  </a:cubicBezTo>
                  <a:cubicBezTo>
                    <a:pt x="11705" y="604"/>
                    <a:pt x="11949" y="380"/>
                    <a:pt x="12111" y="232"/>
                  </a:cubicBezTo>
                  <a:cubicBezTo>
                    <a:pt x="12194" y="158"/>
                    <a:pt x="12255" y="101"/>
                    <a:pt x="12298" y="61"/>
                  </a:cubicBezTo>
                  <a:cubicBezTo>
                    <a:pt x="12338" y="23"/>
                    <a:pt x="12360" y="1"/>
                    <a:pt x="12360"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7"/>
            <p:cNvSpPr/>
            <p:nvPr/>
          </p:nvSpPr>
          <p:spPr>
            <a:xfrm>
              <a:off x="8156322" y="3423942"/>
              <a:ext cx="48962" cy="303159"/>
            </a:xfrm>
            <a:custGeom>
              <a:rect b="b" l="l" r="r" t="t"/>
              <a:pathLst>
                <a:path extrusionOk="0" h="6910" w="1116">
                  <a:moveTo>
                    <a:pt x="6" y="0"/>
                  </a:moveTo>
                  <a:cubicBezTo>
                    <a:pt x="0" y="0"/>
                    <a:pt x="14" y="97"/>
                    <a:pt x="53" y="272"/>
                  </a:cubicBezTo>
                  <a:cubicBezTo>
                    <a:pt x="88" y="446"/>
                    <a:pt x="137" y="695"/>
                    <a:pt x="198" y="1006"/>
                  </a:cubicBezTo>
                  <a:cubicBezTo>
                    <a:pt x="311" y="1630"/>
                    <a:pt x="442" y="2491"/>
                    <a:pt x="565" y="3453"/>
                  </a:cubicBezTo>
                  <a:cubicBezTo>
                    <a:pt x="692" y="4409"/>
                    <a:pt x="805" y="5275"/>
                    <a:pt x="910" y="5900"/>
                  </a:cubicBezTo>
                  <a:cubicBezTo>
                    <a:pt x="962" y="6214"/>
                    <a:pt x="1006" y="6468"/>
                    <a:pt x="1041" y="6638"/>
                  </a:cubicBezTo>
                  <a:cubicBezTo>
                    <a:pt x="1075" y="6813"/>
                    <a:pt x="1102" y="6910"/>
                    <a:pt x="1107" y="6910"/>
                  </a:cubicBezTo>
                  <a:cubicBezTo>
                    <a:pt x="1115" y="6906"/>
                    <a:pt x="1102" y="6809"/>
                    <a:pt x="1081" y="6634"/>
                  </a:cubicBezTo>
                  <a:cubicBezTo>
                    <a:pt x="1054" y="6442"/>
                    <a:pt x="1019" y="6192"/>
                    <a:pt x="976" y="5891"/>
                  </a:cubicBezTo>
                  <a:cubicBezTo>
                    <a:pt x="892" y="5248"/>
                    <a:pt x="783" y="4388"/>
                    <a:pt x="661" y="3439"/>
                  </a:cubicBezTo>
                  <a:cubicBezTo>
                    <a:pt x="538" y="2479"/>
                    <a:pt x="394" y="1613"/>
                    <a:pt x="263" y="992"/>
                  </a:cubicBezTo>
                  <a:cubicBezTo>
                    <a:pt x="198" y="682"/>
                    <a:pt x="137" y="433"/>
                    <a:pt x="88" y="262"/>
                  </a:cubicBezTo>
                  <a:cubicBezTo>
                    <a:pt x="40" y="92"/>
                    <a:pt x="10" y="0"/>
                    <a:pt x="6"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7"/>
            <p:cNvSpPr/>
            <p:nvPr/>
          </p:nvSpPr>
          <p:spPr>
            <a:xfrm>
              <a:off x="8204844" y="3651900"/>
              <a:ext cx="358394" cy="75197"/>
            </a:xfrm>
            <a:custGeom>
              <a:rect b="b" l="l" r="r" t="t"/>
              <a:pathLst>
                <a:path extrusionOk="0" h="1714" w="8169">
                  <a:moveTo>
                    <a:pt x="8085" y="0"/>
                  </a:moveTo>
                  <a:cubicBezTo>
                    <a:pt x="8019" y="0"/>
                    <a:pt x="7936" y="5"/>
                    <a:pt x="7841" y="9"/>
                  </a:cubicBezTo>
                  <a:cubicBezTo>
                    <a:pt x="7631" y="18"/>
                    <a:pt x="7325" y="40"/>
                    <a:pt x="6944" y="84"/>
                  </a:cubicBezTo>
                  <a:cubicBezTo>
                    <a:pt x="6193" y="163"/>
                    <a:pt x="5157" y="324"/>
                    <a:pt x="4025" y="560"/>
                  </a:cubicBezTo>
                  <a:cubicBezTo>
                    <a:pt x="2894" y="800"/>
                    <a:pt x="1879" y="1075"/>
                    <a:pt x="1159" y="1303"/>
                  </a:cubicBezTo>
                  <a:cubicBezTo>
                    <a:pt x="796" y="1412"/>
                    <a:pt x="503" y="1517"/>
                    <a:pt x="306" y="1587"/>
                  </a:cubicBezTo>
                  <a:cubicBezTo>
                    <a:pt x="215" y="1622"/>
                    <a:pt x="140" y="1652"/>
                    <a:pt x="80" y="1674"/>
                  </a:cubicBezTo>
                  <a:cubicBezTo>
                    <a:pt x="27" y="1696"/>
                    <a:pt x="1" y="1710"/>
                    <a:pt x="1" y="1714"/>
                  </a:cubicBezTo>
                  <a:cubicBezTo>
                    <a:pt x="1" y="1714"/>
                    <a:pt x="31" y="1710"/>
                    <a:pt x="84" y="1696"/>
                  </a:cubicBezTo>
                  <a:cubicBezTo>
                    <a:pt x="149" y="1674"/>
                    <a:pt x="227" y="1652"/>
                    <a:pt x="320" y="1622"/>
                  </a:cubicBezTo>
                  <a:cubicBezTo>
                    <a:pt x="520" y="1561"/>
                    <a:pt x="814" y="1468"/>
                    <a:pt x="1176" y="1369"/>
                  </a:cubicBezTo>
                  <a:cubicBezTo>
                    <a:pt x="1901" y="1154"/>
                    <a:pt x="2916" y="892"/>
                    <a:pt x="4043" y="651"/>
                  </a:cubicBezTo>
                  <a:cubicBezTo>
                    <a:pt x="5175" y="415"/>
                    <a:pt x="6206" y="245"/>
                    <a:pt x="6954" y="149"/>
                  </a:cubicBezTo>
                  <a:cubicBezTo>
                    <a:pt x="7329" y="97"/>
                    <a:pt x="7635" y="66"/>
                    <a:pt x="7845" y="44"/>
                  </a:cubicBezTo>
                  <a:cubicBezTo>
                    <a:pt x="7941" y="36"/>
                    <a:pt x="8019" y="26"/>
                    <a:pt x="8085" y="18"/>
                  </a:cubicBezTo>
                  <a:cubicBezTo>
                    <a:pt x="8142" y="14"/>
                    <a:pt x="8168" y="5"/>
                    <a:pt x="8168" y="5"/>
                  </a:cubicBezTo>
                  <a:cubicBezTo>
                    <a:pt x="8168" y="0"/>
                    <a:pt x="8142" y="0"/>
                    <a:pt x="8085"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7"/>
            <p:cNvSpPr/>
            <p:nvPr/>
          </p:nvSpPr>
          <p:spPr>
            <a:xfrm>
              <a:off x="7865277" y="3676029"/>
              <a:ext cx="192556" cy="449649"/>
            </a:xfrm>
            <a:custGeom>
              <a:rect b="b" l="l" r="r" t="t"/>
              <a:pathLst>
                <a:path extrusionOk="0" h="10249" w="4389">
                  <a:moveTo>
                    <a:pt x="1" y="1"/>
                  </a:moveTo>
                  <a:cubicBezTo>
                    <a:pt x="1" y="6"/>
                    <a:pt x="14" y="41"/>
                    <a:pt x="40" y="111"/>
                  </a:cubicBezTo>
                  <a:cubicBezTo>
                    <a:pt x="75" y="184"/>
                    <a:pt x="119" y="285"/>
                    <a:pt x="171" y="408"/>
                  </a:cubicBezTo>
                  <a:cubicBezTo>
                    <a:pt x="289" y="678"/>
                    <a:pt x="452" y="1045"/>
                    <a:pt x="648" y="1501"/>
                  </a:cubicBezTo>
                  <a:cubicBezTo>
                    <a:pt x="1049" y="2427"/>
                    <a:pt x="1574" y="3716"/>
                    <a:pt x="2151" y="5145"/>
                  </a:cubicBezTo>
                  <a:cubicBezTo>
                    <a:pt x="2723" y="6570"/>
                    <a:pt x="3261" y="7859"/>
                    <a:pt x="3677" y="8776"/>
                  </a:cubicBezTo>
                  <a:cubicBezTo>
                    <a:pt x="3886" y="9236"/>
                    <a:pt x="4061" y="9607"/>
                    <a:pt x="4183" y="9860"/>
                  </a:cubicBezTo>
                  <a:cubicBezTo>
                    <a:pt x="4244" y="9978"/>
                    <a:pt x="4292" y="10075"/>
                    <a:pt x="4332" y="10148"/>
                  </a:cubicBezTo>
                  <a:cubicBezTo>
                    <a:pt x="4367" y="10214"/>
                    <a:pt x="4385" y="10249"/>
                    <a:pt x="4389" y="10249"/>
                  </a:cubicBezTo>
                  <a:cubicBezTo>
                    <a:pt x="4389" y="10245"/>
                    <a:pt x="4375" y="10210"/>
                    <a:pt x="4349" y="10140"/>
                  </a:cubicBezTo>
                  <a:cubicBezTo>
                    <a:pt x="4314" y="10065"/>
                    <a:pt x="4270" y="9965"/>
                    <a:pt x="4218" y="9843"/>
                  </a:cubicBezTo>
                  <a:cubicBezTo>
                    <a:pt x="4100" y="9571"/>
                    <a:pt x="3939" y="9204"/>
                    <a:pt x="3738" y="8750"/>
                  </a:cubicBezTo>
                  <a:cubicBezTo>
                    <a:pt x="3340" y="7824"/>
                    <a:pt x="2811" y="6535"/>
                    <a:pt x="2239" y="5110"/>
                  </a:cubicBezTo>
                  <a:cubicBezTo>
                    <a:pt x="1666" y="3681"/>
                    <a:pt x="1128" y="2392"/>
                    <a:pt x="708" y="1474"/>
                  </a:cubicBezTo>
                  <a:cubicBezTo>
                    <a:pt x="504" y="1015"/>
                    <a:pt x="329" y="644"/>
                    <a:pt x="206" y="390"/>
                  </a:cubicBezTo>
                  <a:cubicBezTo>
                    <a:pt x="145" y="272"/>
                    <a:pt x="97" y="176"/>
                    <a:pt x="58" y="101"/>
                  </a:cubicBezTo>
                  <a:cubicBezTo>
                    <a:pt x="23" y="36"/>
                    <a:pt x="6" y="1"/>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7"/>
            <p:cNvSpPr/>
            <p:nvPr/>
          </p:nvSpPr>
          <p:spPr>
            <a:xfrm>
              <a:off x="8057610" y="3961942"/>
              <a:ext cx="474920" cy="163732"/>
            </a:xfrm>
            <a:custGeom>
              <a:rect b="b" l="l" r="r" t="t"/>
              <a:pathLst>
                <a:path extrusionOk="0" h="3732" w="10825">
                  <a:moveTo>
                    <a:pt x="10825" y="0"/>
                  </a:moveTo>
                  <a:cubicBezTo>
                    <a:pt x="10820" y="0"/>
                    <a:pt x="10782" y="8"/>
                    <a:pt x="10707" y="26"/>
                  </a:cubicBezTo>
                  <a:cubicBezTo>
                    <a:pt x="10628" y="53"/>
                    <a:pt x="10519" y="83"/>
                    <a:pt x="10388" y="123"/>
                  </a:cubicBezTo>
                  <a:cubicBezTo>
                    <a:pt x="10112" y="206"/>
                    <a:pt x="9711" y="333"/>
                    <a:pt x="9217" y="490"/>
                  </a:cubicBezTo>
                  <a:cubicBezTo>
                    <a:pt x="8234" y="813"/>
                    <a:pt x="6883" y="1285"/>
                    <a:pt x="5397" y="1822"/>
                  </a:cubicBezTo>
                  <a:cubicBezTo>
                    <a:pt x="3912" y="2360"/>
                    <a:pt x="2565" y="2840"/>
                    <a:pt x="1586" y="3177"/>
                  </a:cubicBezTo>
                  <a:cubicBezTo>
                    <a:pt x="1106" y="3343"/>
                    <a:pt x="713" y="3479"/>
                    <a:pt x="424" y="3575"/>
                  </a:cubicBezTo>
                  <a:cubicBezTo>
                    <a:pt x="297" y="3623"/>
                    <a:pt x="193" y="3657"/>
                    <a:pt x="110" y="3684"/>
                  </a:cubicBezTo>
                  <a:cubicBezTo>
                    <a:pt x="39" y="3710"/>
                    <a:pt x="1" y="3728"/>
                    <a:pt x="5" y="3732"/>
                  </a:cubicBezTo>
                  <a:cubicBezTo>
                    <a:pt x="5" y="3732"/>
                    <a:pt x="44" y="3723"/>
                    <a:pt x="118" y="3706"/>
                  </a:cubicBezTo>
                  <a:cubicBezTo>
                    <a:pt x="201" y="3679"/>
                    <a:pt x="306" y="3649"/>
                    <a:pt x="437" y="3610"/>
                  </a:cubicBezTo>
                  <a:cubicBezTo>
                    <a:pt x="717" y="3532"/>
                    <a:pt x="1114" y="3405"/>
                    <a:pt x="1608" y="3243"/>
                  </a:cubicBezTo>
                  <a:cubicBezTo>
                    <a:pt x="2591" y="2919"/>
                    <a:pt x="3942" y="2447"/>
                    <a:pt x="5428" y="1910"/>
                  </a:cubicBezTo>
                  <a:cubicBezTo>
                    <a:pt x="6913" y="1372"/>
                    <a:pt x="8260" y="892"/>
                    <a:pt x="9239" y="555"/>
                  </a:cubicBezTo>
                  <a:cubicBezTo>
                    <a:pt x="9723" y="389"/>
                    <a:pt x="10117" y="254"/>
                    <a:pt x="10401" y="157"/>
                  </a:cubicBezTo>
                  <a:cubicBezTo>
                    <a:pt x="10528" y="113"/>
                    <a:pt x="10633" y="75"/>
                    <a:pt x="10716" y="48"/>
                  </a:cubicBezTo>
                  <a:cubicBezTo>
                    <a:pt x="10786" y="22"/>
                    <a:pt x="10825" y="4"/>
                    <a:pt x="10825"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7"/>
          <p:cNvSpPr/>
          <p:nvPr/>
        </p:nvSpPr>
        <p:spPr>
          <a:xfrm>
            <a:off x="3503875" y="4691494"/>
            <a:ext cx="5958719" cy="5089"/>
          </a:xfrm>
          <a:custGeom>
            <a:rect b="b" l="l" r="r" t="t"/>
            <a:pathLst>
              <a:path extrusionOk="0" h="116" w="135819">
                <a:moveTo>
                  <a:pt x="67912" y="1"/>
                </a:moveTo>
                <a:cubicBezTo>
                  <a:pt x="30398" y="1"/>
                  <a:pt x="0" y="27"/>
                  <a:pt x="0" y="59"/>
                </a:cubicBezTo>
                <a:cubicBezTo>
                  <a:pt x="0" y="89"/>
                  <a:pt x="30398" y="115"/>
                  <a:pt x="67912" y="115"/>
                </a:cubicBezTo>
                <a:cubicBezTo>
                  <a:pt x="105412" y="115"/>
                  <a:pt x="135819" y="89"/>
                  <a:pt x="135819" y="59"/>
                </a:cubicBezTo>
                <a:cubicBezTo>
                  <a:pt x="135819" y="27"/>
                  <a:pt x="105412" y="1"/>
                  <a:pt x="67912"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 name="Google Shape;185;p27"/>
          <p:cNvGrpSpPr/>
          <p:nvPr/>
        </p:nvGrpSpPr>
        <p:grpSpPr>
          <a:xfrm>
            <a:off x="3929256" y="3919614"/>
            <a:ext cx="576962" cy="773332"/>
            <a:chOff x="3429656" y="3785314"/>
            <a:chExt cx="576962" cy="773332"/>
          </a:xfrm>
        </p:grpSpPr>
        <p:sp>
          <p:nvSpPr>
            <p:cNvPr id="186" name="Google Shape;186;p27"/>
            <p:cNvSpPr/>
            <p:nvPr/>
          </p:nvSpPr>
          <p:spPr>
            <a:xfrm>
              <a:off x="3429656" y="4237325"/>
              <a:ext cx="230725" cy="140304"/>
            </a:xfrm>
            <a:custGeom>
              <a:rect b="b" l="l" r="r" t="t"/>
              <a:pathLst>
                <a:path extrusionOk="0" h="3198" w="5259">
                  <a:moveTo>
                    <a:pt x="2536" y="0"/>
                  </a:moveTo>
                  <a:cubicBezTo>
                    <a:pt x="2246" y="0"/>
                    <a:pt x="1955" y="26"/>
                    <a:pt x="1670" y="73"/>
                  </a:cubicBezTo>
                  <a:cubicBezTo>
                    <a:pt x="1198" y="151"/>
                    <a:pt x="704" y="291"/>
                    <a:pt x="381" y="645"/>
                  </a:cubicBezTo>
                  <a:cubicBezTo>
                    <a:pt x="63" y="1004"/>
                    <a:pt x="1" y="1628"/>
                    <a:pt x="368" y="1930"/>
                  </a:cubicBezTo>
                  <a:cubicBezTo>
                    <a:pt x="577" y="2103"/>
                    <a:pt x="860" y="2136"/>
                    <a:pt x="1128" y="2136"/>
                  </a:cubicBezTo>
                  <a:cubicBezTo>
                    <a:pt x="1146" y="2136"/>
                    <a:pt x="1163" y="2136"/>
                    <a:pt x="1181" y="2136"/>
                  </a:cubicBezTo>
                  <a:cubicBezTo>
                    <a:pt x="1442" y="2134"/>
                    <a:pt x="1713" y="2116"/>
                    <a:pt x="1979" y="2116"/>
                  </a:cubicBezTo>
                  <a:cubicBezTo>
                    <a:pt x="2417" y="2116"/>
                    <a:pt x="2840" y="2166"/>
                    <a:pt x="3183" y="2424"/>
                  </a:cubicBezTo>
                  <a:cubicBezTo>
                    <a:pt x="3497" y="2660"/>
                    <a:pt x="3707" y="3054"/>
                    <a:pt x="4083" y="3167"/>
                  </a:cubicBezTo>
                  <a:cubicBezTo>
                    <a:pt x="4150" y="3188"/>
                    <a:pt x="4219" y="3197"/>
                    <a:pt x="4288" y="3197"/>
                  </a:cubicBezTo>
                  <a:cubicBezTo>
                    <a:pt x="4595" y="3197"/>
                    <a:pt x="4900" y="3005"/>
                    <a:pt x="5057" y="2735"/>
                  </a:cubicBezTo>
                  <a:cubicBezTo>
                    <a:pt x="5254" y="2402"/>
                    <a:pt x="5258" y="1987"/>
                    <a:pt x="5166" y="1616"/>
                  </a:cubicBezTo>
                  <a:cubicBezTo>
                    <a:pt x="5166" y="1616"/>
                    <a:pt x="5075" y="803"/>
                    <a:pt x="4275" y="387"/>
                  </a:cubicBezTo>
                  <a:cubicBezTo>
                    <a:pt x="3740" y="113"/>
                    <a:pt x="3140" y="0"/>
                    <a:pt x="2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3554866" y="3785314"/>
              <a:ext cx="162065" cy="334616"/>
            </a:xfrm>
            <a:custGeom>
              <a:rect b="b" l="l" r="r" t="t"/>
              <a:pathLst>
                <a:path extrusionOk="0" h="7627" w="3694">
                  <a:moveTo>
                    <a:pt x="1509" y="1"/>
                  </a:moveTo>
                  <a:cubicBezTo>
                    <a:pt x="1180" y="1"/>
                    <a:pt x="849" y="163"/>
                    <a:pt x="621" y="408"/>
                  </a:cubicBezTo>
                  <a:cubicBezTo>
                    <a:pt x="337" y="709"/>
                    <a:pt x="184" y="1111"/>
                    <a:pt x="97" y="1517"/>
                  </a:cubicBezTo>
                  <a:cubicBezTo>
                    <a:pt x="31" y="1846"/>
                    <a:pt x="0" y="2177"/>
                    <a:pt x="0" y="2509"/>
                  </a:cubicBezTo>
                  <a:cubicBezTo>
                    <a:pt x="0" y="3550"/>
                    <a:pt x="293" y="4599"/>
                    <a:pt x="582" y="5608"/>
                  </a:cubicBezTo>
                  <a:cubicBezTo>
                    <a:pt x="753" y="6194"/>
                    <a:pt x="936" y="6806"/>
                    <a:pt x="1373" y="7229"/>
                  </a:cubicBezTo>
                  <a:cubicBezTo>
                    <a:pt x="1609" y="7457"/>
                    <a:pt x="1993" y="7627"/>
                    <a:pt x="2374" y="7627"/>
                  </a:cubicBezTo>
                  <a:cubicBezTo>
                    <a:pt x="2697" y="7627"/>
                    <a:pt x="3012" y="7505"/>
                    <a:pt x="3235" y="7185"/>
                  </a:cubicBezTo>
                  <a:cubicBezTo>
                    <a:pt x="3611" y="6640"/>
                    <a:pt x="3693" y="5944"/>
                    <a:pt x="3693" y="5281"/>
                  </a:cubicBezTo>
                  <a:lnTo>
                    <a:pt x="3693" y="5250"/>
                  </a:lnTo>
                  <a:cubicBezTo>
                    <a:pt x="3689" y="3808"/>
                    <a:pt x="3357" y="2366"/>
                    <a:pt x="2727" y="1063"/>
                  </a:cubicBezTo>
                  <a:cubicBezTo>
                    <a:pt x="2518" y="622"/>
                    <a:pt x="2221" y="158"/>
                    <a:pt x="1745" y="32"/>
                  </a:cubicBezTo>
                  <a:cubicBezTo>
                    <a:pt x="1666" y="10"/>
                    <a:pt x="1587" y="1"/>
                    <a:pt x="15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a:off x="3727853" y="3883016"/>
              <a:ext cx="278766" cy="276572"/>
            </a:xfrm>
            <a:custGeom>
              <a:rect b="b" l="l" r="r" t="t"/>
              <a:pathLst>
                <a:path extrusionOk="0" h="6304" w="6354">
                  <a:moveTo>
                    <a:pt x="5006" y="0"/>
                  </a:moveTo>
                  <a:cubicBezTo>
                    <a:pt x="4686" y="0"/>
                    <a:pt x="4367" y="87"/>
                    <a:pt x="4064" y="195"/>
                  </a:cubicBezTo>
                  <a:cubicBezTo>
                    <a:pt x="3159" y="514"/>
                    <a:pt x="2320" y="1008"/>
                    <a:pt x="1604" y="1646"/>
                  </a:cubicBezTo>
                  <a:cubicBezTo>
                    <a:pt x="996" y="2188"/>
                    <a:pt x="467" y="2852"/>
                    <a:pt x="231" y="3635"/>
                  </a:cubicBezTo>
                  <a:cubicBezTo>
                    <a:pt x="0" y="4417"/>
                    <a:pt x="95" y="5331"/>
                    <a:pt x="624" y="5955"/>
                  </a:cubicBezTo>
                  <a:lnTo>
                    <a:pt x="555" y="5863"/>
                  </a:lnTo>
                  <a:lnTo>
                    <a:pt x="555" y="5863"/>
                  </a:lnTo>
                  <a:cubicBezTo>
                    <a:pt x="787" y="6167"/>
                    <a:pt x="1151" y="6303"/>
                    <a:pt x="1565" y="6303"/>
                  </a:cubicBezTo>
                  <a:cubicBezTo>
                    <a:pt x="1845" y="6303"/>
                    <a:pt x="2148" y="6241"/>
                    <a:pt x="2447" y="6126"/>
                  </a:cubicBezTo>
                  <a:cubicBezTo>
                    <a:pt x="3185" y="5846"/>
                    <a:pt x="3740" y="5230"/>
                    <a:pt x="4222" y="4605"/>
                  </a:cubicBezTo>
                  <a:cubicBezTo>
                    <a:pt x="4825" y="3831"/>
                    <a:pt x="5366" y="3009"/>
                    <a:pt x="5838" y="2148"/>
                  </a:cubicBezTo>
                  <a:cubicBezTo>
                    <a:pt x="6104" y="1660"/>
                    <a:pt x="6354" y="1061"/>
                    <a:pt x="6096" y="567"/>
                  </a:cubicBezTo>
                  <a:cubicBezTo>
                    <a:pt x="5921" y="234"/>
                    <a:pt x="5541" y="42"/>
                    <a:pt x="5166" y="8"/>
                  </a:cubicBezTo>
                  <a:cubicBezTo>
                    <a:pt x="5112" y="3"/>
                    <a:pt x="5059" y="0"/>
                    <a:pt x="50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3539555" y="4279398"/>
              <a:ext cx="159169" cy="279248"/>
            </a:xfrm>
            <a:custGeom>
              <a:rect b="b" l="l" r="r" t="t"/>
              <a:pathLst>
                <a:path extrusionOk="0" h="6365" w="3628">
                  <a:moveTo>
                    <a:pt x="125" y="1"/>
                  </a:moveTo>
                  <a:cubicBezTo>
                    <a:pt x="44" y="1"/>
                    <a:pt x="0" y="4"/>
                    <a:pt x="0" y="9"/>
                  </a:cubicBezTo>
                  <a:cubicBezTo>
                    <a:pt x="0" y="19"/>
                    <a:pt x="114" y="36"/>
                    <a:pt x="315" y="54"/>
                  </a:cubicBezTo>
                  <a:cubicBezTo>
                    <a:pt x="511" y="84"/>
                    <a:pt x="799" y="145"/>
                    <a:pt x="1124" y="307"/>
                  </a:cubicBezTo>
                  <a:cubicBezTo>
                    <a:pt x="1442" y="459"/>
                    <a:pt x="1787" y="731"/>
                    <a:pt x="2080" y="1102"/>
                  </a:cubicBezTo>
                  <a:cubicBezTo>
                    <a:pt x="2378" y="1474"/>
                    <a:pt x="2631" y="1937"/>
                    <a:pt x="2840" y="2448"/>
                  </a:cubicBezTo>
                  <a:cubicBezTo>
                    <a:pt x="3042" y="2960"/>
                    <a:pt x="3199" y="3466"/>
                    <a:pt x="3300" y="3934"/>
                  </a:cubicBezTo>
                  <a:cubicBezTo>
                    <a:pt x="3395" y="4402"/>
                    <a:pt x="3453" y="4830"/>
                    <a:pt x="3492" y="5193"/>
                  </a:cubicBezTo>
                  <a:cubicBezTo>
                    <a:pt x="3522" y="5534"/>
                    <a:pt x="3553" y="5822"/>
                    <a:pt x="3575" y="6050"/>
                  </a:cubicBezTo>
                  <a:cubicBezTo>
                    <a:pt x="3592" y="6254"/>
                    <a:pt x="3610" y="6364"/>
                    <a:pt x="3619" y="6364"/>
                  </a:cubicBezTo>
                  <a:cubicBezTo>
                    <a:pt x="3627" y="6364"/>
                    <a:pt x="3627" y="6250"/>
                    <a:pt x="3623" y="6044"/>
                  </a:cubicBezTo>
                  <a:cubicBezTo>
                    <a:pt x="3619" y="5844"/>
                    <a:pt x="3610" y="5546"/>
                    <a:pt x="3584" y="5184"/>
                  </a:cubicBezTo>
                  <a:cubicBezTo>
                    <a:pt x="3553" y="4822"/>
                    <a:pt x="3510" y="4384"/>
                    <a:pt x="3413" y="3908"/>
                  </a:cubicBezTo>
                  <a:cubicBezTo>
                    <a:pt x="3317" y="3432"/>
                    <a:pt x="3165" y="2920"/>
                    <a:pt x="2959" y="2400"/>
                  </a:cubicBezTo>
                  <a:cubicBezTo>
                    <a:pt x="2749" y="1881"/>
                    <a:pt x="2487" y="1409"/>
                    <a:pt x="2172" y="1028"/>
                  </a:cubicBezTo>
                  <a:cubicBezTo>
                    <a:pt x="1866" y="648"/>
                    <a:pt x="1503" y="372"/>
                    <a:pt x="1162" y="223"/>
                  </a:cubicBezTo>
                  <a:cubicBezTo>
                    <a:pt x="826" y="71"/>
                    <a:pt x="525" y="19"/>
                    <a:pt x="319" y="5"/>
                  </a:cubicBezTo>
                  <a:cubicBezTo>
                    <a:pt x="241" y="2"/>
                    <a:pt x="176" y="1"/>
                    <a:pt x="125"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3625017" y="3907278"/>
              <a:ext cx="73881" cy="622375"/>
            </a:xfrm>
            <a:custGeom>
              <a:rect b="b" l="l" r="r" t="t"/>
              <a:pathLst>
                <a:path extrusionOk="0" h="14186" w="1684">
                  <a:moveTo>
                    <a:pt x="5" y="0"/>
                  </a:moveTo>
                  <a:lnTo>
                    <a:pt x="5" y="0"/>
                  </a:lnTo>
                  <a:cubicBezTo>
                    <a:pt x="1" y="0"/>
                    <a:pt x="10" y="53"/>
                    <a:pt x="31" y="145"/>
                  </a:cubicBezTo>
                  <a:cubicBezTo>
                    <a:pt x="53" y="250"/>
                    <a:pt x="89" y="385"/>
                    <a:pt x="128" y="551"/>
                  </a:cubicBezTo>
                  <a:cubicBezTo>
                    <a:pt x="172" y="726"/>
                    <a:pt x="220" y="940"/>
                    <a:pt x="277" y="1194"/>
                  </a:cubicBezTo>
                  <a:cubicBezTo>
                    <a:pt x="338" y="1442"/>
                    <a:pt x="398" y="1731"/>
                    <a:pt x="460" y="2045"/>
                  </a:cubicBezTo>
                  <a:cubicBezTo>
                    <a:pt x="723" y="3313"/>
                    <a:pt x="1011" y="5083"/>
                    <a:pt x="1225" y="7045"/>
                  </a:cubicBezTo>
                  <a:cubicBezTo>
                    <a:pt x="1443" y="9007"/>
                    <a:pt x="1552" y="10795"/>
                    <a:pt x="1584" y="12088"/>
                  </a:cubicBezTo>
                  <a:cubicBezTo>
                    <a:pt x="1605" y="12735"/>
                    <a:pt x="1605" y="13259"/>
                    <a:pt x="1605" y="13622"/>
                  </a:cubicBezTo>
                  <a:cubicBezTo>
                    <a:pt x="1605" y="13792"/>
                    <a:pt x="1600" y="13933"/>
                    <a:pt x="1600" y="14042"/>
                  </a:cubicBezTo>
                  <a:cubicBezTo>
                    <a:pt x="1605" y="14133"/>
                    <a:pt x="1605" y="14186"/>
                    <a:pt x="1610" y="14186"/>
                  </a:cubicBezTo>
                  <a:cubicBezTo>
                    <a:pt x="1614" y="14186"/>
                    <a:pt x="1622" y="14138"/>
                    <a:pt x="1627" y="14042"/>
                  </a:cubicBezTo>
                  <a:cubicBezTo>
                    <a:pt x="1636" y="13933"/>
                    <a:pt x="1644" y="13792"/>
                    <a:pt x="1653" y="13622"/>
                  </a:cubicBezTo>
                  <a:cubicBezTo>
                    <a:pt x="1671" y="13264"/>
                    <a:pt x="1683" y="12735"/>
                    <a:pt x="1675" y="12088"/>
                  </a:cubicBezTo>
                  <a:cubicBezTo>
                    <a:pt x="1667" y="10791"/>
                    <a:pt x="1570" y="8999"/>
                    <a:pt x="1356" y="7033"/>
                  </a:cubicBezTo>
                  <a:cubicBezTo>
                    <a:pt x="1138" y="5061"/>
                    <a:pt x="836" y="3296"/>
                    <a:pt x="552" y="2029"/>
                  </a:cubicBezTo>
                  <a:cubicBezTo>
                    <a:pt x="482" y="1710"/>
                    <a:pt x="412" y="1425"/>
                    <a:pt x="346" y="1176"/>
                  </a:cubicBezTo>
                  <a:cubicBezTo>
                    <a:pt x="285" y="927"/>
                    <a:pt x="229" y="713"/>
                    <a:pt x="176" y="538"/>
                  </a:cubicBezTo>
                  <a:cubicBezTo>
                    <a:pt x="128" y="377"/>
                    <a:pt x="89" y="241"/>
                    <a:pt x="53" y="136"/>
                  </a:cubicBezTo>
                  <a:cubicBezTo>
                    <a:pt x="27" y="48"/>
                    <a:pt x="10" y="0"/>
                    <a:pt x="5"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3694861" y="3953650"/>
              <a:ext cx="204183" cy="424379"/>
            </a:xfrm>
            <a:custGeom>
              <a:rect b="b" l="l" r="r" t="t"/>
              <a:pathLst>
                <a:path extrusionOk="0" h="9673" w="4654">
                  <a:moveTo>
                    <a:pt x="4631" y="1"/>
                  </a:moveTo>
                  <a:cubicBezTo>
                    <a:pt x="4614" y="1"/>
                    <a:pt x="4485" y="84"/>
                    <a:pt x="4266" y="237"/>
                  </a:cubicBezTo>
                  <a:cubicBezTo>
                    <a:pt x="4204" y="276"/>
                    <a:pt x="4143" y="320"/>
                    <a:pt x="4073" y="368"/>
                  </a:cubicBezTo>
                  <a:cubicBezTo>
                    <a:pt x="4003" y="421"/>
                    <a:pt x="3937" y="486"/>
                    <a:pt x="3859" y="548"/>
                  </a:cubicBezTo>
                  <a:cubicBezTo>
                    <a:pt x="3715" y="683"/>
                    <a:pt x="3526" y="818"/>
                    <a:pt x="3365" y="1010"/>
                  </a:cubicBezTo>
                  <a:cubicBezTo>
                    <a:pt x="2657" y="1728"/>
                    <a:pt x="1848" y="2886"/>
                    <a:pt x="1250" y="4302"/>
                  </a:cubicBezTo>
                  <a:cubicBezTo>
                    <a:pt x="944" y="5005"/>
                    <a:pt x="704" y="5695"/>
                    <a:pt x="529" y="6337"/>
                  </a:cubicBezTo>
                  <a:cubicBezTo>
                    <a:pt x="345" y="6976"/>
                    <a:pt x="232" y="7561"/>
                    <a:pt x="149" y="8055"/>
                  </a:cubicBezTo>
                  <a:cubicBezTo>
                    <a:pt x="70" y="8554"/>
                    <a:pt x="30" y="8955"/>
                    <a:pt x="13" y="9240"/>
                  </a:cubicBezTo>
                  <a:cubicBezTo>
                    <a:pt x="4" y="9520"/>
                    <a:pt x="0" y="9673"/>
                    <a:pt x="8" y="9673"/>
                  </a:cubicBezTo>
                  <a:cubicBezTo>
                    <a:pt x="18" y="9673"/>
                    <a:pt x="39" y="9520"/>
                    <a:pt x="65" y="9244"/>
                  </a:cubicBezTo>
                  <a:cubicBezTo>
                    <a:pt x="97" y="8965"/>
                    <a:pt x="149" y="8562"/>
                    <a:pt x="236" y="8073"/>
                  </a:cubicBezTo>
                  <a:cubicBezTo>
                    <a:pt x="333" y="7583"/>
                    <a:pt x="458" y="7002"/>
                    <a:pt x="647" y="6369"/>
                  </a:cubicBezTo>
                  <a:cubicBezTo>
                    <a:pt x="825" y="5734"/>
                    <a:pt x="1067" y="5048"/>
                    <a:pt x="1368" y="4354"/>
                  </a:cubicBezTo>
                  <a:cubicBezTo>
                    <a:pt x="1962" y="2946"/>
                    <a:pt x="2749" y="1797"/>
                    <a:pt x="3431" y="1076"/>
                  </a:cubicBezTo>
                  <a:cubicBezTo>
                    <a:pt x="4113" y="346"/>
                    <a:pt x="4654" y="28"/>
                    <a:pt x="4633" y="1"/>
                  </a:cubicBezTo>
                  <a:cubicBezTo>
                    <a:pt x="4632" y="1"/>
                    <a:pt x="4632" y="1"/>
                    <a:pt x="463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27"/>
          <p:cNvSpPr/>
          <p:nvPr/>
        </p:nvSpPr>
        <p:spPr>
          <a:xfrm>
            <a:off x="62416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7105967" y="2325226"/>
            <a:ext cx="21541" cy="21541"/>
          </a:xfrm>
          <a:custGeom>
            <a:rect b="b" l="l" r="r" t="t"/>
            <a:pathLst>
              <a:path extrusionOk="0" h="491" w="491">
                <a:moveTo>
                  <a:pt x="245" y="1"/>
                </a:moveTo>
                <a:cubicBezTo>
                  <a:pt x="110" y="1"/>
                  <a:pt x="1" y="111"/>
                  <a:pt x="1" y="246"/>
                </a:cubicBezTo>
                <a:cubicBezTo>
                  <a:pt x="1" y="381"/>
                  <a:pt x="110" y="490"/>
                  <a:pt x="245" y="490"/>
                </a:cubicBezTo>
                <a:cubicBezTo>
                  <a:pt x="381" y="490"/>
                  <a:pt x="491" y="381"/>
                  <a:pt x="491" y="246"/>
                </a:cubicBezTo>
                <a:cubicBezTo>
                  <a:pt x="491" y="111"/>
                  <a:pt x="381"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6948775" y="3888553"/>
            <a:ext cx="69055" cy="15619"/>
          </a:xfrm>
          <a:custGeom>
            <a:rect b="b" l="l" r="r" t="t"/>
            <a:pathLst>
              <a:path extrusionOk="0" h="356" w="1574">
                <a:moveTo>
                  <a:pt x="0" y="1"/>
                </a:moveTo>
                <a:lnTo>
                  <a:pt x="0" y="355"/>
                </a:lnTo>
                <a:lnTo>
                  <a:pt x="1573" y="355"/>
                </a:lnTo>
                <a:lnTo>
                  <a:pt x="157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7189192" y="3888553"/>
            <a:ext cx="69231" cy="15619"/>
          </a:xfrm>
          <a:custGeom>
            <a:rect b="b" l="l" r="r" t="t"/>
            <a:pathLst>
              <a:path extrusionOk="0" h="356" w="1578">
                <a:moveTo>
                  <a:pt x="0" y="1"/>
                </a:moveTo>
                <a:lnTo>
                  <a:pt x="0" y="355"/>
                </a:lnTo>
                <a:lnTo>
                  <a:pt x="1578" y="355"/>
                </a:lnTo>
                <a:lnTo>
                  <a:pt x="1578" y="1"/>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7429785" y="3888553"/>
            <a:ext cx="69275" cy="15619"/>
          </a:xfrm>
          <a:custGeom>
            <a:rect b="b" l="l" r="r" t="t"/>
            <a:pathLst>
              <a:path extrusionOk="0" h="356" w="1579">
                <a:moveTo>
                  <a:pt x="1" y="1"/>
                </a:moveTo>
                <a:lnTo>
                  <a:pt x="1" y="355"/>
                </a:lnTo>
                <a:lnTo>
                  <a:pt x="1579" y="355"/>
                </a:lnTo>
                <a:lnTo>
                  <a:pt x="15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7670422" y="3888553"/>
            <a:ext cx="69275" cy="15619"/>
          </a:xfrm>
          <a:custGeom>
            <a:rect b="b" l="l" r="r" t="t"/>
            <a:pathLst>
              <a:path extrusionOk="0" h="356" w="1579">
                <a:moveTo>
                  <a:pt x="1" y="1"/>
                </a:moveTo>
                <a:lnTo>
                  <a:pt x="1" y="355"/>
                </a:lnTo>
                <a:lnTo>
                  <a:pt x="1578" y="355"/>
                </a:lnTo>
                <a:lnTo>
                  <a:pt x="157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7103072" y="3160632"/>
            <a:ext cx="24437" cy="23384"/>
          </a:xfrm>
          <a:custGeom>
            <a:rect b="b" l="l" r="r" t="t"/>
            <a:pathLst>
              <a:path extrusionOk="0" h="533" w="557">
                <a:moveTo>
                  <a:pt x="277" y="0"/>
                </a:moveTo>
                <a:cubicBezTo>
                  <a:pt x="124" y="0"/>
                  <a:pt x="1" y="118"/>
                  <a:pt x="1" y="267"/>
                </a:cubicBezTo>
                <a:cubicBezTo>
                  <a:pt x="1" y="414"/>
                  <a:pt x="124" y="533"/>
                  <a:pt x="277" y="533"/>
                </a:cubicBezTo>
                <a:cubicBezTo>
                  <a:pt x="434" y="533"/>
                  <a:pt x="557" y="414"/>
                  <a:pt x="557" y="267"/>
                </a:cubicBezTo>
                <a:cubicBezTo>
                  <a:pt x="557" y="118"/>
                  <a:pt x="434" y="0"/>
                  <a:pt x="2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7"/>
          <p:cNvSpPr/>
          <p:nvPr/>
        </p:nvSpPr>
        <p:spPr>
          <a:xfrm>
            <a:off x="6276325" y="2796625"/>
            <a:ext cx="1613430" cy="1461858"/>
          </a:xfrm>
          <a:custGeom>
            <a:rect b="b" l="l" r="r" t="t"/>
            <a:pathLst>
              <a:path extrusionOk="0" h="15301" w="35998">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p:nvPr/>
        </p:nvSpPr>
        <p:spPr>
          <a:xfrm>
            <a:off x="7388589" y="3109215"/>
            <a:ext cx="24393" cy="23603"/>
          </a:xfrm>
          <a:custGeom>
            <a:rect b="b" l="l" r="r" t="t"/>
            <a:pathLst>
              <a:path extrusionOk="0" h="538" w="556">
                <a:moveTo>
                  <a:pt x="276" y="1"/>
                </a:moveTo>
                <a:cubicBezTo>
                  <a:pt x="122" y="1"/>
                  <a:pt x="1" y="123"/>
                  <a:pt x="1" y="267"/>
                </a:cubicBezTo>
                <a:cubicBezTo>
                  <a:pt x="1" y="416"/>
                  <a:pt x="122" y="538"/>
                  <a:pt x="276" y="538"/>
                </a:cubicBezTo>
                <a:cubicBezTo>
                  <a:pt x="429" y="538"/>
                  <a:pt x="556" y="416"/>
                  <a:pt x="556" y="267"/>
                </a:cubicBezTo>
                <a:cubicBezTo>
                  <a:pt x="556" y="123"/>
                  <a:pt x="429" y="1"/>
                  <a:pt x="27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27"/>
          <p:cNvGrpSpPr/>
          <p:nvPr/>
        </p:nvGrpSpPr>
        <p:grpSpPr>
          <a:xfrm>
            <a:off x="6345231" y="2886609"/>
            <a:ext cx="1407691" cy="1286147"/>
            <a:chOff x="6117656" y="2752309"/>
            <a:chExt cx="1407691" cy="1286147"/>
          </a:xfrm>
        </p:grpSpPr>
        <p:sp>
          <p:nvSpPr>
            <p:cNvPr id="202" name="Google Shape;202;p27"/>
            <p:cNvSpPr/>
            <p:nvPr/>
          </p:nvSpPr>
          <p:spPr>
            <a:xfrm>
              <a:off x="6117656" y="3670896"/>
              <a:ext cx="54095" cy="15750"/>
            </a:xfrm>
            <a:custGeom>
              <a:rect b="b" l="l" r="r" t="t"/>
              <a:pathLst>
                <a:path extrusionOk="0" h="359" w="1233">
                  <a:moveTo>
                    <a:pt x="1" y="0"/>
                  </a:moveTo>
                  <a:lnTo>
                    <a:pt x="1" y="359"/>
                  </a:lnTo>
                  <a:lnTo>
                    <a:pt x="1233" y="359"/>
                  </a:lnTo>
                  <a:lnTo>
                    <a:pt x="123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6239970" y="3754253"/>
              <a:ext cx="69055" cy="15619"/>
            </a:xfrm>
            <a:custGeom>
              <a:rect b="b" l="l" r="r" t="t"/>
              <a:pathLst>
                <a:path extrusionOk="0" h="356" w="1574">
                  <a:moveTo>
                    <a:pt x="0" y="1"/>
                  </a:moveTo>
                  <a:lnTo>
                    <a:pt x="0" y="355"/>
                  </a:lnTo>
                  <a:lnTo>
                    <a:pt x="1574" y="355"/>
                  </a:lnTo>
                  <a:lnTo>
                    <a:pt x="15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7"/>
            <p:cNvSpPr/>
            <p:nvPr/>
          </p:nvSpPr>
          <p:spPr>
            <a:xfrm>
              <a:off x="6480563" y="3754253"/>
              <a:ext cx="69055" cy="15619"/>
            </a:xfrm>
            <a:custGeom>
              <a:rect b="b" l="l" r="r" t="t"/>
              <a:pathLst>
                <a:path extrusionOk="0" h="356" w="1574">
                  <a:moveTo>
                    <a:pt x="1" y="1"/>
                  </a:moveTo>
                  <a:lnTo>
                    <a:pt x="1" y="355"/>
                  </a:lnTo>
                  <a:lnTo>
                    <a:pt x="1574" y="355"/>
                  </a:lnTo>
                  <a:lnTo>
                    <a:pt x="15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7"/>
            <p:cNvSpPr/>
            <p:nvPr/>
          </p:nvSpPr>
          <p:spPr>
            <a:xfrm>
              <a:off x="6117656" y="3463032"/>
              <a:ext cx="54095" cy="15619"/>
            </a:xfrm>
            <a:custGeom>
              <a:rect b="b" l="l" r="r" t="t"/>
              <a:pathLst>
                <a:path extrusionOk="0" h="356" w="1233">
                  <a:moveTo>
                    <a:pt x="1" y="1"/>
                  </a:moveTo>
                  <a:lnTo>
                    <a:pt x="1" y="355"/>
                  </a:lnTo>
                  <a:lnTo>
                    <a:pt x="1233" y="355"/>
                  </a:lnTo>
                  <a:lnTo>
                    <a:pt x="123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p:nvPr/>
          </p:nvSpPr>
          <p:spPr>
            <a:xfrm>
              <a:off x="6117656" y="3071564"/>
              <a:ext cx="54095" cy="15531"/>
            </a:xfrm>
            <a:custGeom>
              <a:rect b="b" l="l" r="r" t="t"/>
              <a:pathLst>
                <a:path extrusionOk="0" h="354" w="1233">
                  <a:moveTo>
                    <a:pt x="1" y="0"/>
                  </a:moveTo>
                  <a:lnTo>
                    <a:pt x="1" y="354"/>
                  </a:lnTo>
                  <a:lnTo>
                    <a:pt x="1233" y="354"/>
                  </a:lnTo>
                  <a:lnTo>
                    <a:pt x="123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a:off x="6117656" y="2874843"/>
              <a:ext cx="54095" cy="15531"/>
            </a:xfrm>
            <a:custGeom>
              <a:rect b="b" l="l" r="r" t="t"/>
              <a:pathLst>
                <a:path extrusionOk="0" h="354" w="1233">
                  <a:moveTo>
                    <a:pt x="1" y="0"/>
                  </a:moveTo>
                  <a:lnTo>
                    <a:pt x="1" y="354"/>
                  </a:lnTo>
                  <a:lnTo>
                    <a:pt x="1233" y="354"/>
                  </a:lnTo>
                  <a:lnTo>
                    <a:pt x="123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7"/>
            <p:cNvSpPr/>
            <p:nvPr/>
          </p:nvSpPr>
          <p:spPr>
            <a:xfrm>
              <a:off x="6120332" y="3267276"/>
              <a:ext cx="54095" cy="15619"/>
            </a:xfrm>
            <a:custGeom>
              <a:rect b="b" l="l" r="r" t="t"/>
              <a:pathLst>
                <a:path extrusionOk="0" h="356" w="1233">
                  <a:moveTo>
                    <a:pt x="0" y="1"/>
                  </a:moveTo>
                  <a:lnTo>
                    <a:pt x="0" y="355"/>
                  </a:lnTo>
                  <a:lnTo>
                    <a:pt x="1233" y="355"/>
                  </a:lnTo>
                  <a:lnTo>
                    <a:pt x="123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a:off x="6197415" y="2752309"/>
              <a:ext cx="1312797" cy="936853"/>
            </a:xfrm>
            <a:custGeom>
              <a:rect b="b" l="l" r="r" t="t"/>
              <a:pathLst>
                <a:path extrusionOk="0" h="21354" w="29923">
                  <a:moveTo>
                    <a:pt x="57" y="0"/>
                  </a:moveTo>
                  <a:cubicBezTo>
                    <a:pt x="57" y="0"/>
                    <a:pt x="53" y="36"/>
                    <a:pt x="53" y="105"/>
                  </a:cubicBezTo>
                  <a:cubicBezTo>
                    <a:pt x="48" y="180"/>
                    <a:pt x="48" y="285"/>
                    <a:pt x="48" y="420"/>
                  </a:cubicBezTo>
                  <a:cubicBezTo>
                    <a:pt x="44" y="700"/>
                    <a:pt x="39" y="1102"/>
                    <a:pt x="35" y="1626"/>
                  </a:cubicBezTo>
                  <a:cubicBezTo>
                    <a:pt x="31" y="2680"/>
                    <a:pt x="26" y="4209"/>
                    <a:pt x="18" y="6110"/>
                  </a:cubicBezTo>
                  <a:cubicBezTo>
                    <a:pt x="13" y="9925"/>
                    <a:pt x="9" y="15248"/>
                    <a:pt x="0" y="21297"/>
                  </a:cubicBezTo>
                  <a:lnTo>
                    <a:pt x="0" y="21354"/>
                  </a:lnTo>
                  <a:lnTo>
                    <a:pt x="4344" y="21354"/>
                  </a:lnTo>
                  <a:cubicBezTo>
                    <a:pt x="11402" y="21344"/>
                    <a:pt x="17796" y="21340"/>
                    <a:pt x="22427" y="21336"/>
                  </a:cubicBezTo>
                  <a:cubicBezTo>
                    <a:pt x="24739" y="21327"/>
                    <a:pt x="26610" y="21323"/>
                    <a:pt x="27912" y="21318"/>
                  </a:cubicBezTo>
                  <a:cubicBezTo>
                    <a:pt x="28555" y="21314"/>
                    <a:pt x="29057" y="21310"/>
                    <a:pt x="29402" y="21305"/>
                  </a:cubicBezTo>
                  <a:cubicBezTo>
                    <a:pt x="29569" y="21305"/>
                    <a:pt x="29695" y="21301"/>
                    <a:pt x="29787" y="21301"/>
                  </a:cubicBezTo>
                  <a:cubicBezTo>
                    <a:pt x="29874" y="21301"/>
                    <a:pt x="29922" y="21297"/>
                    <a:pt x="29922" y="21297"/>
                  </a:cubicBezTo>
                  <a:cubicBezTo>
                    <a:pt x="29922" y="21297"/>
                    <a:pt x="29874" y="21292"/>
                    <a:pt x="29787" y="21287"/>
                  </a:cubicBezTo>
                  <a:cubicBezTo>
                    <a:pt x="29695" y="21287"/>
                    <a:pt x="29569" y="21283"/>
                    <a:pt x="29402" y="21283"/>
                  </a:cubicBezTo>
                  <a:cubicBezTo>
                    <a:pt x="29057" y="21279"/>
                    <a:pt x="28555" y="21275"/>
                    <a:pt x="27912" y="21271"/>
                  </a:cubicBezTo>
                  <a:cubicBezTo>
                    <a:pt x="26610" y="21265"/>
                    <a:pt x="24739" y="21261"/>
                    <a:pt x="22427" y="21253"/>
                  </a:cubicBezTo>
                  <a:cubicBezTo>
                    <a:pt x="17796" y="21249"/>
                    <a:pt x="11402" y="21244"/>
                    <a:pt x="4344" y="21235"/>
                  </a:cubicBezTo>
                  <a:lnTo>
                    <a:pt x="113" y="21235"/>
                  </a:lnTo>
                  <a:cubicBezTo>
                    <a:pt x="105" y="15212"/>
                    <a:pt x="101" y="9912"/>
                    <a:pt x="97" y="6110"/>
                  </a:cubicBezTo>
                  <a:cubicBezTo>
                    <a:pt x="87" y="4209"/>
                    <a:pt x="83" y="2680"/>
                    <a:pt x="79" y="1626"/>
                  </a:cubicBezTo>
                  <a:cubicBezTo>
                    <a:pt x="75" y="1102"/>
                    <a:pt x="70" y="700"/>
                    <a:pt x="65" y="420"/>
                  </a:cubicBezTo>
                  <a:cubicBezTo>
                    <a:pt x="65" y="285"/>
                    <a:pt x="61" y="180"/>
                    <a:pt x="61" y="105"/>
                  </a:cubicBezTo>
                  <a:cubicBezTo>
                    <a:pt x="61" y="36"/>
                    <a:pt x="57" y="0"/>
                    <a:pt x="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6267425" y="3272494"/>
              <a:ext cx="1244945" cy="5177"/>
            </a:xfrm>
            <a:custGeom>
              <a:rect b="b" l="l" r="r" t="t"/>
              <a:pathLst>
                <a:path extrusionOk="0" h="118" w="29018">
                  <a:moveTo>
                    <a:pt x="14509" y="0"/>
                  </a:moveTo>
                  <a:cubicBezTo>
                    <a:pt x="6494" y="0"/>
                    <a:pt x="0" y="27"/>
                    <a:pt x="0" y="57"/>
                  </a:cubicBezTo>
                  <a:cubicBezTo>
                    <a:pt x="0" y="92"/>
                    <a:pt x="6494" y="118"/>
                    <a:pt x="14509" y="118"/>
                  </a:cubicBezTo>
                  <a:cubicBezTo>
                    <a:pt x="22519" y="118"/>
                    <a:pt x="29017" y="92"/>
                    <a:pt x="29017" y="57"/>
                  </a:cubicBezTo>
                  <a:cubicBezTo>
                    <a:pt x="29017" y="27"/>
                    <a:pt x="22519" y="0"/>
                    <a:pt x="145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6267425" y="3076695"/>
              <a:ext cx="1244945" cy="5265"/>
            </a:xfrm>
            <a:custGeom>
              <a:rect b="b" l="l" r="r" t="t"/>
              <a:pathLst>
                <a:path extrusionOk="0" h="120" w="29018">
                  <a:moveTo>
                    <a:pt x="14509" y="1"/>
                  </a:moveTo>
                  <a:cubicBezTo>
                    <a:pt x="6494" y="1"/>
                    <a:pt x="0" y="27"/>
                    <a:pt x="0" y="58"/>
                  </a:cubicBezTo>
                  <a:cubicBezTo>
                    <a:pt x="0" y="93"/>
                    <a:pt x="6494" y="119"/>
                    <a:pt x="14509" y="119"/>
                  </a:cubicBezTo>
                  <a:cubicBezTo>
                    <a:pt x="22519" y="119"/>
                    <a:pt x="29017" y="93"/>
                    <a:pt x="29017" y="58"/>
                  </a:cubicBezTo>
                  <a:cubicBezTo>
                    <a:pt x="29017" y="27"/>
                    <a:pt x="22519" y="1"/>
                    <a:pt x="145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6267425" y="2879975"/>
              <a:ext cx="1244945" cy="5265"/>
            </a:xfrm>
            <a:custGeom>
              <a:rect b="b" l="l" r="r" t="t"/>
              <a:pathLst>
                <a:path extrusionOk="0" h="120" w="29018">
                  <a:moveTo>
                    <a:pt x="14509" y="1"/>
                  </a:moveTo>
                  <a:cubicBezTo>
                    <a:pt x="6494" y="1"/>
                    <a:pt x="0" y="27"/>
                    <a:pt x="0" y="59"/>
                  </a:cubicBezTo>
                  <a:cubicBezTo>
                    <a:pt x="0" y="93"/>
                    <a:pt x="6494" y="119"/>
                    <a:pt x="14509" y="119"/>
                  </a:cubicBezTo>
                  <a:cubicBezTo>
                    <a:pt x="22519" y="119"/>
                    <a:pt x="29017" y="93"/>
                    <a:pt x="29017" y="59"/>
                  </a:cubicBezTo>
                  <a:cubicBezTo>
                    <a:pt x="29017" y="27"/>
                    <a:pt x="22519" y="1"/>
                    <a:pt x="1450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6267425" y="3468249"/>
              <a:ext cx="1244945" cy="5001"/>
            </a:xfrm>
            <a:custGeom>
              <a:rect b="b" l="l" r="r" t="t"/>
              <a:pathLst>
                <a:path extrusionOk="0" h="114" w="29018">
                  <a:moveTo>
                    <a:pt x="14509" y="0"/>
                  </a:moveTo>
                  <a:cubicBezTo>
                    <a:pt x="6494" y="0"/>
                    <a:pt x="0" y="26"/>
                    <a:pt x="0" y="57"/>
                  </a:cubicBezTo>
                  <a:cubicBezTo>
                    <a:pt x="0" y="87"/>
                    <a:pt x="6494" y="113"/>
                    <a:pt x="14509" y="113"/>
                  </a:cubicBezTo>
                  <a:cubicBezTo>
                    <a:pt x="22519" y="113"/>
                    <a:pt x="29017" y="87"/>
                    <a:pt x="29017" y="57"/>
                  </a:cubicBezTo>
                  <a:cubicBezTo>
                    <a:pt x="29017" y="26"/>
                    <a:pt x="22519" y="0"/>
                    <a:pt x="1450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7"/>
            <p:cNvSpPr/>
            <p:nvPr/>
          </p:nvSpPr>
          <p:spPr>
            <a:xfrm>
              <a:off x="6265284" y="2766699"/>
              <a:ext cx="1244926" cy="877801"/>
            </a:xfrm>
            <a:custGeom>
              <a:rect b="b" l="l" r="r" t="t"/>
              <a:pathLst>
                <a:path extrusionOk="0" h="20008" w="28376">
                  <a:moveTo>
                    <a:pt x="18153" y="1"/>
                  </a:moveTo>
                  <a:lnTo>
                    <a:pt x="14714" y="6534"/>
                  </a:lnTo>
                  <a:lnTo>
                    <a:pt x="12425" y="4668"/>
                  </a:lnTo>
                  <a:lnTo>
                    <a:pt x="9605" y="9593"/>
                  </a:lnTo>
                  <a:lnTo>
                    <a:pt x="7578" y="8164"/>
                  </a:lnTo>
                  <a:lnTo>
                    <a:pt x="4143" y="13504"/>
                  </a:lnTo>
                  <a:lnTo>
                    <a:pt x="2469" y="12220"/>
                  </a:lnTo>
                  <a:lnTo>
                    <a:pt x="0" y="16048"/>
                  </a:lnTo>
                  <a:lnTo>
                    <a:pt x="0" y="20007"/>
                  </a:lnTo>
                  <a:lnTo>
                    <a:pt x="28375" y="20007"/>
                  </a:lnTo>
                  <a:lnTo>
                    <a:pt x="28375" y="2641"/>
                  </a:lnTo>
                  <a:lnTo>
                    <a:pt x="24849" y="3649"/>
                  </a:lnTo>
                  <a:lnTo>
                    <a:pt x="21855" y="7303"/>
                  </a:lnTo>
                  <a:lnTo>
                    <a:pt x="181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6265284" y="2819433"/>
              <a:ext cx="1260062" cy="709243"/>
            </a:xfrm>
            <a:custGeom>
              <a:rect b="b" l="l" r="r" t="t"/>
              <a:pathLst>
                <a:path extrusionOk="0" h="16166" w="28721">
                  <a:moveTo>
                    <a:pt x="25041" y="1"/>
                  </a:moveTo>
                  <a:lnTo>
                    <a:pt x="25027" y="13"/>
                  </a:lnTo>
                  <a:cubicBezTo>
                    <a:pt x="24240" y="1036"/>
                    <a:pt x="23252" y="2306"/>
                    <a:pt x="22122" y="3767"/>
                  </a:cubicBezTo>
                  <a:lnTo>
                    <a:pt x="22122" y="3767"/>
                  </a:lnTo>
                  <a:cubicBezTo>
                    <a:pt x="20021" y="3763"/>
                    <a:pt x="17561" y="3759"/>
                    <a:pt x="14889" y="3759"/>
                  </a:cubicBezTo>
                  <a:lnTo>
                    <a:pt x="14859" y="3759"/>
                  </a:lnTo>
                  <a:lnTo>
                    <a:pt x="14841" y="3785"/>
                  </a:lnTo>
                  <a:cubicBezTo>
                    <a:pt x="13884" y="5376"/>
                    <a:pt x="12853" y="7089"/>
                    <a:pt x="11786" y="8863"/>
                  </a:cubicBezTo>
                  <a:cubicBezTo>
                    <a:pt x="10766" y="10563"/>
                    <a:pt x="9777" y="12212"/>
                    <a:pt x="8840" y="13769"/>
                  </a:cubicBezTo>
                  <a:lnTo>
                    <a:pt x="8840" y="13769"/>
                  </a:lnTo>
                  <a:cubicBezTo>
                    <a:pt x="7421" y="11828"/>
                    <a:pt x="6105" y="10033"/>
                    <a:pt x="4942" y="8444"/>
                  </a:cubicBezTo>
                  <a:lnTo>
                    <a:pt x="4903" y="8387"/>
                  </a:lnTo>
                  <a:lnTo>
                    <a:pt x="4864" y="8444"/>
                  </a:lnTo>
                  <a:cubicBezTo>
                    <a:pt x="3387" y="10782"/>
                    <a:pt x="2168" y="12704"/>
                    <a:pt x="1315" y="14055"/>
                  </a:cubicBezTo>
                  <a:cubicBezTo>
                    <a:pt x="896" y="14723"/>
                    <a:pt x="563" y="15247"/>
                    <a:pt x="337" y="15610"/>
                  </a:cubicBezTo>
                  <a:cubicBezTo>
                    <a:pt x="228" y="15790"/>
                    <a:pt x="144" y="15925"/>
                    <a:pt x="83" y="16022"/>
                  </a:cubicBezTo>
                  <a:cubicBezTo>
                    <a:pt x="26" y="16117"/>
                    <a:pt x="0" y="16165"/>
                    <a:pt x="0" y="16165"/>
                  </a:cubicBezTo>
                  <a:cubicBezTo>
                    <a:pt x="0" y="16165"/>
                    <a:pt x="35" y="16122"/>
                    <a:pt x="97" y="16030"/>
                  </a:cubicBezTo>
                  <a:cubicBezTo>
                    <a:pt x="158" y="15933"/>
                    <a:pt x="245" y="15798"/>
                    <a:pt x="359" y="15628"/>
                  </a:cubicBezTo>
                  <a:cubicBezTo>
                    <a:pt x="595" y="15265"/>
                    <a:pt x="931" y="14745"/>
                    <a:pt x="1359" y="14081"/>
                  </a:cubicBezTo>
                  <a:cubicBezTo>
                    <a:pt x="2213" y="12751"/>
                    <a:pt x="3432" y="10853"/>
                    <a:pt x="4909" y="8556"/>
                  </a:cubicBezTo>
                  <a:lnTo>
                    <a:pt x="4909" y="8556"/>
                  </a:lnTo>
                  <a:cubicBezTo>
                    <a:pt x="6070" y="10150"/>
                    <a:pt x="7380" y="11954"/>
                    <a:pt x="8797" y="13902"/>
                  </a:cubicBezTo>
                  <a:lnTo>
                    <a:pt x="8849" y="13972"/>
                  </a:lnTo>
                  <a:lnTo>
                    <a:pt x="8893" y="13898"/>
                  </a:lnTo>
                  <a:cubicBezTo>
                    <a:pt x="9841" y="12320"/>
                    <a:pt x="10847" y="10650"/>
                    <a:pt x="11887" y="8920"/>
                  </a:cubicBezTo>
                  <a:cubicBezTo>
                    <a:pt x="12947" y="7155"/>
                    <a:pt x="13973" y="5451"/>
                    <a:pt x="14922" y="3868"/>
                  </a:cubicBezTo>
                  <a:lnTo>
                    <a:pt x="14922" y="3868"/>
                  </a:lnTo>
                  <a:cubicBezTo>
                    <a:pt x="17592" y="3863"/>
                    <a:pt x="20050" y="3863"/>
                    <a:pt x="22148" y="3859"/>
                  </a:cubicBezTo>
                  <a:lnTo>
                    <a:pt x="22169" y="3859"/>
                  </a:lnTo>
                  <a:lnTo>
                    <a:pt x="22183" y="3841"/>
                  </a:lnTo>
                  <a:cubicBezTo>
                    <a:pt x="23306" y="2371"/>
                    <a:pt x="24285" y="1094"/>
                    <a:pt x="25070" y="65"/>
                  </a:cubicBezTo>
                  <a:lnTo>
                    <a:pt x="25070" y="65"/>
                  </a:lnTo>
                  <a:cubicBezTo>
                    <a:pt x="26221" y="57"/>
                    <a:pt x="27133" y="53"/>
                    <a:pt x="27760" y="49"/>
                  </a:cubicBezTo>
                  <a:cubicBezTo>
                    <a:pt x="28069" y="49"/>
                    <a:pt x="28310" y="44"/>
                    <a:pt x="28476" y="44"/>
                  </a:cubicBezTo>
                  <a:cubicBezTo>
                    <a:pt x="28555" y="39"/>
                    <a:pt x="28611" y="39"/>
                    <a:pt x="28660" y="39"/>
                  </a:cubicBezTo>
                  <a:cubicBezTo>
                    <a:pt x="28698" y="35"/>
                    <a:pt x="28720" y="35"/>
                    <a:pt x="28720" y="35"/>
                  </a:cubicBezTo>
                  <a:cubicBezTo>
                    <a:pt x="28720" y="31"/>
                    <a:pt x="28698" y="31"/>
                    <a:pt x="28660" y="31"/>
                  </a:cubicBezTo>
                  <a:cubicBezTo>
                    <a:pt x="28611" y="27"/>
                    <a:pt x="28555" y="27"/>
                    <a:pt x="28476" y="27"/>
                  </a:cubicBezTo>
                  <a:cubicBezTo>
                    <a:pt x="28310" y="23"/>
                    <a:pt x="28069" y="17"/>
                    <a:pt x="27760" y="17"/>
                  </a:cubicBezTo>
                  <a:cubicBezTo>
                    <a:pt x="27130" y="13"/>
                    <a:pt x="26213" y="9"/>
                    <a:pt x="250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6508159" y="3234899"/>
              <a:ext cx="24569" cy="23603"/>
            </a:xfrm>
            <a:custGeom>
              <a:rect b="b" l="l" r="r" t="t"/>
              <a:pathLst>
                <a:path extrusionOk="0" h="538" w="560">
                  <a:moveTo>
                    <a:pt x="281" y="1"/>
                  </a:moveTo>
                  <a:cubicBezTo>
                    <a:pt x="128" y="1"/>
                    <a:pt x="1" y="123"/>
                    <a:pt x="1" y="271"/>
                  </a:cubicBezTo>
                  <a:cubicBezTo>
                    <a:pt x="1" y="416"/>
                    <a:pt x="128" y="538"/>
                    <a:pt x="281" y="538"/>
                  </a:cubicBezTo>
                  <a:cubicBezTo>
                    <a:pt x="434" y="538"/>
                    <a:pt x="560" y="416"/>
                    <a:pt x="560" y="271"/>
                  </a:cubicBezTo>
                  <a:cubicBezTo>
                    <a:pt x="560" y="123"/>
                    <a:pt x="434" y="1"/>
                    <a:pt x="2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
            <p:cNvSpPr/>
            <p:nvPr/>
          </p:nvSpPr>
          <p:spPr>
            <a:xfrm>
              <a:off x="6239970" y="3886175"/>
              <a:ext cx="157985" cy="152281"/>
            </a:xfrm>
            <a:custGeom>
              <a:rect b="b" l="l" r="r" t="t"/>
              <a:pathLst>
                <a:path extrusionOk="0" h="3471" w="3601">
                  <a:moveTo>
                    <a:pt x="1801" y="1"/>
                  </a:moveTo>
                  <a:cubicBezTo>
                    <a:pt x="805" y="1"/>
                    <a:pt x="0" y="779"/>
                    <a:pt x="0" y="1735"/>
                  </a:cubicBezTo>
                  <a:cubicBezTo>
                    <a:pt x="0" y="2693"/>
                    <a:pt x="805" y="3470"/>
                    <a:pt x="1801" y="3470"/>
                  </a:cubicBezTo>
                  <a:cubicBezTo>
                    <a:pt x="2792" y="3470"/>
                    <a:pt x="3601" y="2693"/>
                    <a:pt x="3601" y="1735"/>
                  </a:cubicBezTo>
                  <a:cubicBezTo>
                    <a:pt x="3601" y="779"/>
                    <a:pt x="2792" y="1"/>
                    <a:pt x="18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a:off x="6515090" y="3911314"/>
              <a:ext cx="927816" cy="28605"/>
            </a:xfrm>
            <a:custGeom>
              <a:rect b="b" l="l" r="r" t="t"/>
              <a:pathLst>
                <a:path extrusionOk="0" h="652" w="21148">
                  <a:moveTo>
                    <a:pt x="0" y="0"/>
                  </a:moveTo>
                  <a:lnTo>
                    <a:pt x="0" y="652"/>
                  </a:lnTo>
                  <a:lnTo>
                    <a:pt x="21148" y="652"/>
                  </a:lnTo>
                  <a:lnTo>
                    <a:pt x="2114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6515090" y="3982430"/>
              <a:ext cx="385244" cy="28649"/>
            </a:xfrm>
            <a:custGeom>
              <a:rect b="b" l="l" r="r" t="t"/>
              <a:pathLst>
                <a:path extrusionOk="0" h="653" w="8781">
                  <a:moveTo>
                    <a:pt x="0" y="1"/>
                  </a:moveTo>
                  <a:lnTo>
                    <a:pt x="0" y="652"/>
                  </a:lnTo>
                  <a:lnTo>
                    <a:pt x="8780" y="652"/>
                  </a:lnTo>
                  <a:lnTo>
                    <a:pt x="87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27"/>
          <p:cNvGrpSpPr/>
          <p:nvPr/>
        </p:nvGrpSpPr>
        <p:grpSpPr>
          <a:xfrm>
            <a:off x="3940094" y="1807838"/>
            <a:ext cx="1294564" cy="589573"/>
            <a:chOff x="3940094" y="1807838"/>
            <a:chExt cx="1294564" cy="589573"/>
          </a:xfrm>
        </p:grpSpPr>
        <p:grpSp>
          <p:nvGrpSpPr>
            <p:cNvPr id="221" name="Google Shape;221;p27"/>
            <p:cNvGrpSpPr/>
            <p:nvPr/>
          </p:nvGrpSpPr>
          <p:grpSpPr>
            <a:xfrm>
              <a:off x="3940094" y="1807838"/>
              <a:ext cx="1294564" cy="589573"/>
              <a:chOff x="3543907" y="2562740"/>
              <a:chExt cx="1294564" cy="381675"/>
            </a:xfrm>
          </p:grpSpPr>
          <p:sp>
            <p:nvSpPr>
              <p:cNvPr id="222" name="Google Shape;222;p27"/>
              <p:cNvSpPr/>
              <p:nvPr/>
            </p:nvSpPr>
            <p:spPr>
              <a:xfrm>
                <a:off x="3597011" y="2562740"/>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3543907" y="2596242"/>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4" name="Google Shape;224;p27"/>
            <p:cNvSpPr/>
            <p:nvPr/>
          </p:nvSpPr>
          <p:spPr>
            <a:xfrm>
              <a:off x="4099654" y="1961924"/>
              <a:ext cx="114112" cy="114156"/>
            </a:xfrm>
            <a:custGeom>
              <a:rect b="b" l="l" r="r" t="t"/>
              <a:pathLst>
                <a:path extrusionOk="0" h="2602" w="2601">
                  <a:moveTo>
                    <a:pt x="1302" y="1"/>
                  </a:moveTo>
                  <a:cubicBezTo>
                    <a:pt x="582" y="1"/>
                    <a:pt x="1" y="582"/>
                    <a:pt x="1" y="1298"/>
                  </a:cubicBezTo>
                  <a:cubicBezTo>
                    <a:pt x="1" y="2020"/>
                    <a:pt x="582" y="2601"/>
                    <a:pt x="1302" y="2601"/>
                  </a:cubicBezTo>
                  <a:cubicBezTo>
                    <a:pt x="2020" y="2601"/>
                    <a:pt x="2601" y="2020"/>
                    <a:pt x="2601" y="1298"/>
                  </a:cubicBezTo>
                  <a:cubicBezTo>
                    <a:pt x="2601" y="582"/>
                    <a:pt x="2020" y="1"/>
                    <a:pt x="13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7"/>
            <p:cNvSpPr/>
            <p:nvPr/>
          </p:nvSpPr>
          <p:spPr>
            <a:xfrm>
              <a:off x="4270842" y="1979561"/>
              <a:ext cx="397704" cy="22112"/>
            </a:xfrm>
            <a:custGeom>
              <a:rect b="b" l="l" r="r" t="t"/>
              <a:pathLst>
                <a:path extrusionOk="0" h="504" w="9065">
                  <a:moveTo>
                    <a:pt x="0" y="1"/>
                  </a:moveTo>
                  <a:lnTo>
                    <a:pt x="0" y="503"/>
                  </a:lnTo>
                  <a:lnTo>
                    <a:pt x="9064" y="503"/>
                  </a:lnTo>
                  <a:lnTo>
                    <a:pt x="906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7"/>
            <p:cNvSpPr/>
            <p:nvPr/>
          </p:nvSpPr>
          <p:spPr>
            <a:xfrm>
              <a:off x="4270842" y="2029574"/>
              <a:ext cx="773516" cy="22331"/>
            </a:xfrm>
            <a:custGeom>
              <a:rect b="b" l="l" r="r" t="t"/>
              <a:pathLst>
                <a:path extrusionOk="0" h="509" w="17631">
                  <a:moveTo>
                    <a:pt x="0" y="1"/>
                  </a:moveTo>
                  <a:lnTo>
                    <a:pt x="0" y="508"/>
                  </a:lnTo>
                  <a:lnTo>
                    <a:pt x="17630" y="508"/>
                  </a:lnTo>
                  <a:lnTo>
                    <a:pt x="17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7"/>
            <p:cNvSpPr/>
            <p:nvPr/>
          </p:nvSpPr>
          <p:spPr>
            <a:xfrm>
              <a:off x="4099654" y="2137367"/>
              <a:ext cx="114112" cy="114112"/>
            </a:xfrm>
            <a:custGeom>
              <a:rect b="b" l="l" r="r" t="t"/>
              <a:pathLst>
                <a:path extrusionOk="0" h="2601" w="2601">
                  <a:moveTo>
                    <a:pt x="1302" y="0"/>
                  </a:moveTo>
                  <a:cubicBezTo>
                    <a:pt x="582" y="0"/>
                    <a:pt x="1" y="581"/>
                    <a:pt x="1" y="1299"/>
                  </a:cubicBezTo>
                  <a:cubicBezTo>
                    <a:pt x="1" y="2019"/>
                    <a:pt x="582" y="2600"/>
                    <a:pt x="1302" y="2600"/>
                  </a:cubicBezTo>
                  <a:cubicBezTo>
                    <a:pt x="2020" y="2600"/>
                    <a:pt x="2601" y="2019"/>
                    <a:pt x="2601" y="1299"/>
                  </a:cubicBezTo>
                  <a:cubicBezTo>
                    <a:pt x="2601" y="581"/>
                    <a:pt x="2020" y="0"/>
                    <a:pt x="13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
            <p:cNvSpPr/>
            <p:nvPr/>
          </p:nvSpPr>
          <p:spPr>
            <a:xfrm>
              <a:off x="4270842" y="2154960"/>
              <a:ext cx="203086" cy="22156"/>
            </a:xfrm>
            <a:custGeom>
              <a:rect b="b" l="l" r="r" t="t"/>
              <a:pathLst>
                <a:path extrusionOk="0" h="505" w="4629">
                  <a:moveTo>
                    <a:pt x="0" y="1"/>
                  </a:moveTo>
                  <a:lnTo>
                    <a:pt x="0" y="504"/>
                  </a:lnTo>
                  <a:lnTo>
                    <a:pt x="4629" y="504"/>
                  </a:lnTo>
                  <a:lnTo>
                    <a:pt x="462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p:nvPr/>
          </p:nvSpPr>
          <p:spPr>
            <a:xfrm>
              <a:off x="4270842" y="2205018"/>
              <a:ext cx="773516" cy="22287"/>
            </a:xfrm>
            <a:custGeom>
              <a:rect b="b" l="l" r="r" t="t"/>
              <a:pathLst>
                <a:path extrusionOk="0" h="508" w="17631">
                  <a:moveTo>
                    <a:pt x="0" y="1"/>
                  </a:moveTo>
                  <a:lnTo>
                    <a:pt x="0" y="508"/>
                  </a:lnTo>
                  <a:lnTo>
                    <a:pt x="17630" y="508"/>
                  </a:lnTo>
                  <a:lnTo>
                    <a:pt x="17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 name="Google Shape;230;p27"/>
          <p:cNvGrpSpPr/>
          <p:nvPr/>
        </p:nvGrpSpPr>
        <p:grpSpPr>
          <a:xfrm>
            <a:off x="6193917" y="1459403"/>
            <a:ext cx="906007" cy="136663"/>
            <a:chOff x="5966342" y="1378202"/>
            <a:chExt cx="906007" cy="136663"/>
          </a:xfrm>
        </p:grpSpPr>
        <p:sp>
          <p:nvSpPr>
            <p:cNvPr id="231" name="Google Shape;231;p27"/>
            <p:cNvSpPr/>
            <p:nvPr/>
          </p:nvSpPr>
          <p:spPr>
            <a:xfrm>
              <a:off x="5966342" y="1378202"/>
              <a:ext cx="153861" cy="136663"/>
            </a:xfrm>
            <a:custGeom>
              <a:rect b="b" l="l" r="r" t="t"/>
              <a:pathLst>
                <a:path extrusionOk="0" h="3115" w="3507">
                  <a:moveTo>
                    <a:pt x="1755" y="0"/>
                  </a:moveTo>
                  <a:cubicBezTo>
                    <a:pt x="1298" y="0"/>
                    <a:pt x="846" y="200"/>
                    <a:pt x="539" y="582"/>
                  </a:cubicBezTo>
                  <a:cubicBezTo>
                    <a:pt x="1" y="1255"/>
                    <a:pt x="110" y="2234"/>
                    <a:pt x="779" y="2772"/>
                  </a:cubicBezTo>
                  <a:cubicBezTo>
                    <a:pt x="1068" y="3002"/>
                    <a:pt x="1412" y="3115"/>
                    <a:pt x="1754" y="3115"/>
                  </a:cubicBezTo>
                  <a:cubicBezTo>
                    <a:pt x="2210" y="3115"/>
                    <a:pt x="2661" y="2915"/>
                    <a:pt x="2968" y="2531"/>
                  </a:cubicBezTo>
                  <a:cubicBezTo>
                    <a:pt x="3506" y="1863"/>
                    <a:pt x="3401" y="879"/>
                    <a:pt x="2728" y="342"/>
                  </a:cubicBezTo>
                  <a:cubicBezTo>
                    <a:pt x="2440" y="112"/>
                    <a:pt x="2096" y="0"/>
                    <a:pt x="175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7"/>
            <p:cNvSpPr/>
            <p:nvPr/>
          </p:nvSpPr>
          <p:spPr>
            <a:xfrm>
              <a:off x="6003940" y="1423214"/>
              <a:ext cx="78839" cy="50146"/>
            </a:xfrm>
            <a:custGeom>
              <a:rect b="b" l="l" r="r" t="t"/>
              <a:pathLst>
                <a:path extrusionOk="0" h="1143" w="1797">
                  <a:moveTo>
                    <a:pt x="1767" y="1"/>
                  </a:moveTo>
                  <a:cubicBezTo>
                    <a:pt x="1725" y="1"/>
                    <a:pt x="1324" y="360"/>
                    <a:pt x="853" y="819"/>
                  </a:cubicBezTo>
                  <a:cubicBezTo>
                    <a:pt x="797" y="875"/>
                    <a:pt x="741" y="928"/>
                    <a:pt x="686" y="981"/>
                  </a:cubicBezTo>
                  <a:lnTo>
                    <a:pt x="686" y="981"/>
                  </a:lnTo>
                  <a:cubicBezTo>
                    <a:pt x="336" y="636"/>
                    <a:pt x="62" y="394"/>
                    <a:pt x="26" y="394"/>
                  </a:cubicBezTo>
                  <a:cubicBezTo>
                    <a:pt x="25" y="394"/>
                    <a:pt x="24" y="394"/>
                    <a:pt x="23" y="395"/>
                  </a:cubicBezTo>
                  <a:cubicBezTo>
                    <a:pt x="1" y="413"/>
                    <a:pt x="267" y="714"/>
                    <a:pt x="647" y="1099"/>
                  </a:cubicBezTo>
                  <a:lnTo>
                    <a:pt x="687" y="1143"/>
                  </a:lnTo>
                  <a:lnTo>
                    <a:pt x="726" y="1103"/>
                  </a:lnTo>
                  <a:cubicBezTo>
                    <a:pt x="796" y="1038"/>
                    <a:pt x="862" y="972"/>
                    <a:pt x="931" y="902"/>
                  </a:cubicBezTo>
                  <a:cubicBezTo>
                    <a:pt x="1421" y="430"/>
                    <a:pt x="1796" y="28"/>
                    <a:pt x="1770" y="2"/>
                  </a:cubicBezTo>
                  <a:cubicBezTo>
                    <a:pt x="1770" y="1"/>
                    <a:pt x="1769" y="1"/>
                    <a:pt x="17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7"/>
            <p:cNvSpPr/>
            <p:nvPr/>
          </p:nvSpPr>
          <p:spPr>
            <a:xfrm>
              <a:off x="6235364" y="1411237"/>
              <a:ext cx="636985" cy="5177"/>
            </a:xfrm>
            <a:custGeom>
              <a:rect b="b" l="l" r="r" t="t"/>
              <a:pathLst>
                <a:path extrusionOk="0" h="118" w="14519">
                  <a:moveTo>
                    <a:pt x="7259" y="0"/>
                  </a:moveTo>
                  <a:cubicBezTo>
                    <a:pt x="3252" y="0"/>
                    <a:pt x="0" y="26"/>
                    <a:pt x="0" y="61"/>
                  </a:cubicBezTo>
                  <a:cubicBezTo>
                    <a:pt x="0" y="91"/>
                    <a:pt x="3252" y="117"/>
                    <a:pt x="7259" y="117"/>
                  </a:cubicBezTo>
                  <a:cubicBezTo>
                    <a:pt x="11267" y="117"/>
                    <a:pt x="14518" y="91"/>
                    <a:pt x="14518" y="61"/>
                  </a:cubicBezTo>
                  <a:cubicBezTo>
                    <a:pt x="14518" y="26"/>
                    <a:pt x="11267" y="0"/>
                    <a:pt x="72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
            <p:cNvSpPr/>
            <p:nvPr/>
          </p:nvSpPr>
          <p:spPr>
            <a:xfrm>
              <a:off x="6242822" y="1473535"/>
              <a:ext cx="368178" cy="5001"/>
            </a:xfrm>
            <a:custGeom>
              <a:rect b="b" l="l" r="r" t="t"/>
              <a:pathLst>
                <a:path extrusionOk="0" h="114" w="8392">
                  <a:moveTo>
                    <a:pt x="4196" y="0"/>
                  </a:moveTo>
                  <a:cubicBezTo>
                    <a:pt x="1880" y="0"/>
                    <a:pt x="0" y="22"/>
                    <a:pt x="0" y="57"/>
                  </a:cubicBezTo>
                  <a:cubicBezTo>
                    <a:pt x="0" y="87"/>
                    <a:pt x="1880" y="113"/>
                    <a:pt x="4196" y="113"/>
                  </a:cubicBezTo>
                  <a:cubicBezTo>
                    <a:pt x="6513" y="113"/>
                    <a:pt x="8391" y="87"/>
                    <a:pt x="8391" y="57"/>
                  </a:cubicBezTo>
                  <a:cubicBezTo>
                    <a:pt x="8391" y="22"/>
                    <a:pt x="6513" y="0"/>
                    <a:pt x="419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 name="Google Shape;235;p27"/>
          <p:cNvGrpSpPr/>
          <p:nvPr/>
        </p:nvGrpSpPr>
        <p:grpSpPr>
          <a:xfrm>
            <a:off x="8042062" y="2843136"/>
            <a:ext cx="496812" cy="472595"/>
            <a:chOff x="7814487" y="2708836"/>
            <a:chExt cx="496812" cy="472595"/>
          </a:xfrm>
        </p:grpSpPr>
        <p:sp>
          <p:nvSpPr>
            <p:cNvPr id="236" name="Google Shape;236;p27"/>
            <p:cNvSpPr/>
            <p:nvPr/>
          </p:nvSpPr>
          <p:spPr>
            <a:xfrm>
              <a:off x="7814487" y="2708836"/>
              <a:ext cx="496812" cy="472595"/>
            </a:xfrm>
            <a:custGeom>
              <a:rect b="b" l="l" r="r" t="t"/>
              <a:pathLst>
                <a:path extrusionOk="0" h="10772" w="11324">
                  <a:moveTo>
                    <a:pt x="5922" y="1"/>
                  </a:moveTo>
                  <a:cubicBezTo>
                    <a:pt x="5106" y="1"/>
                    <a:pt x="4261" y="192"/>
                    <a:pt x="3483" y="573"/>
                  </a:cubicBezTo>
                  <a:cubicBezTo>
                    <a:pt x="2399" y="1115"/>
                    <a:pt x="1473" y="2063"/>
                    <a:pt x="957" y="3243"/>
                  </a:cubicBezTo>
                  <a:cubicBezTo>
                    <a:pt x="555" y="4152"/>
                    <a:pt x="442" y="5153"/>
                    <a:pt x="555" y="6088"/>
                  </a:cubicBezTo>
                  <a:cubicBezTo>
                    <a:pt x="621" y="6556"/>
                    <a:pt x="743" y="7006"/>
                    <a:pt x="910" y="7430"/>
                  </a:cubicBezTo>
                  <a:cubicBezTo>
                    <a:pt x="1077" y="7838"/>
                    <a:pt x="1295" y="8215"/>
                    <a:pt x="1542" y="8563"/>
                  </a:cubicBezTo>
                  <a:lnTo>
                    <a:pt x="1542" y="8563"/>
                  </a:lnTo>
                  <a:cubicBezTo>
                    <a:pt x="1044" y="9137"/>
                    <a:pt x="560" y="9694"/>
                    <a:pt x="101" y="10223"/>
                  </a:cubicBezTo>
                  <a:lnTo>
                    <a:pt x="0" y="10336"/>
                  </a:lnTo>
                  <a:lnTo>
                    <a:pt x="0" y="10336"/>
                  </a:lnTo>
                  <a:lnTo>
                    <a:pt x="153" y="10306"/>
                  </a:lnTo>
                  <a:cubicBezTo>
                    <a:pt x="1085" y="10128"/>
                    <a:pt x="1978" y="9954"/>
                    <a:pt x="2797" y="9798"/>
                  </a:cubicBezTo>
                  <a:lnTo>
                    <a:pt x="2797" y="9798"/>
                  </a:lnTo>
                  <a:cubicBezTo>
                    <a:pt x="3776" y="10473"/>
                    <a:pt x="4868" y="10768"/>
                    <a:pt x="5822" y="10768"/>
                  </a:cubicBezTo>
                  <a:cubicBezTo>
                    <a:pt x="5831" y="10768"/>
                    <a:pt x="5839" y="10768"/>
                    <a:pt x="5847" y="10768"/>
                  </a:cubicBezTo>
                  <a:cubicBezTo>
                    <a:pt x="5892" y="10770"/>
                    <a:pt x="5938" y="10771"/>
                    <a:pt x="5984" y="10771"/>
                  </a:cubicBezTo>
                  <a:cubicBezTo>
                    <a:pt x="6057" y="10771"/>
                    <a:pt x="6131" y="10768"/>
                    <a:pt x="6201" y="10760"/>
                  </a:cubicBezTo>
                  <a:cubicBezTo>
                    <a:pt x="6319" y="10751"/>
                    <a:pt x="6433" y="10747"/>
                    <a:pt x="6547" y="10734"/>
                  </a:cubicBezTo>
                  <a:cubicBezTo>
                    <a:pt x="6769" y="10695"/>
                    <a:pt x="6983" y="10673"/>
                    <a:pt x="7185" y="10611"/>
                  </a:cubicBezTo>
                  <a:cubicBezTo>
                    <a:pt x="7285" y="10585"/>
                    <a:pt x="7386" y="10558"/>
                    <a:pt x="7481" y="10532"/>
                  </a:cubicBezTo>
                  <a:cubicBezTo>
                    <a:pt x="7574" y="10498"/>
                    <a:pt x="7665" y="10467"/>
                    <a:pt x="7757" y="10432"/>
                  </a:cubicBezTo>
                  <a:cubicBezTo>
                    <a:pt x="7941" y="10375"/>
                    <a:pt x="8098" y="10288"/>
                    <a:pt x="8256" y="10217"/>
                  </a:cubicBezTo>
                  <a:cubicBezTo>
                    <a:pt x="8875" y="9912"/>
                    <a:pt x="9287" y="9558"/>
                    <a:pt x="9557" y="9313"/>
                  </a:cubicBezTo>
                  <a:cubicBezTo>
                    <a:pt x="9688" y="9186"/>
                    <a:pt x="9776" y="9077"/>
                    <a:pt x="9841" y="9011"/>
                  </a:cubicBezTo>
                  <a:cubicBezTo>
                    <a:pt x="9907" y="8942"/>
                    <a:pt x="9934" y="8902"/>
                    <a:pt x="9934" y="8902"/>
                  </a:cubicBezTo>
                  <a:lnTo>
                    <a:pt x="9934" y="8902"/>
                  </a:lnTo>
                  <a:cubicBezTo>
                    <a:pt x="9934" y="8902"/>
                    <a:pt x="9898" y="8933"/>
                    <a:pt x="9833" y="8999"/>
                  </a:cubicBezTo>
                  <a:cubicBezTo>
                    <a:pt x="9763" y="9064"/>
                    <a:pt x="9671" y="9169"/>
                    <a:pt x="9536" y="9291"/>
                  </a:cubicBezTo>
                  <a:cubicBezTo>
                    <a:pt x="9265" y="9527"/>
                    <a:pt x="8849" y="9872"/>
                    <a:pt x="8234" y="10170"/>
                  </a:cubicBezTo>
                  <a:cubicBezTo>
                    <a:pt x="8076" y="10240"/>
                    <a:pt x="7915" y="10322"/>
                    <a:pt x="7735" y="10375"/>
                  </a:cubicBezTo>
                  <a:cubicBezTo>
                    <a:pt x="7648" y="10406"/>
                    <a:pt x="7556" y="10441"/>
                    <a:pt x="7465" y="10471"/>
                  </a:cubicBezTo>
                  <a:cubicBezTo>
                    <a:pt x="7368" y="10498"/>
                    <a:pt x="7268" y="10520"/>
                    <a:pt x="7171" y="10546"/>
                  </a:cubicBezTo>
                  <a:cubicBezTo>
                    <a:pt x="6971" y="10602"/>
                    <a:pt x="6757" y="10624"/>
                    <a:pt x="6538" y="10663"/>
                  </a:cubicBezTo>
                  <a:cubicBezTo>
                    <a:pt x="6428" y="10673"/>
                    <a:pt x="6315" y="10677"/>
                    <a:pt x="6197" y="10685"/>
                  </a:cubicBezTo>
                  <a:cubicBezTo>
                    <a:pt x="6135" y="10693"/>
                    <a:pt x="6071" y="10696"/>
                    <a:pt x="6008" y="10696"/>
                  </a:cubicBezTo>
                  <a:cubicBezTo>
                    <a:pt x="5954" y="10696"/>
                    <a:pt x="5901" y="10694"/>
                    <a:pt x="5847" y="10689"/>
                  </a:cubicBezTo>
                  <a:cubicBezTo>
                    <a:pt x="4895" y="10689"/>
                    <a:pt x="3806" y="10388"/>
                    <a:pt x="2836" y="9707"/>
                  </a:cubicBezTo>
                  <a:lnTo>
                    <a:pt x="2818" y="9693"/>
                  </a:lnTo>
                  <a:lnTo>
                    <a:pt x="2802" y="9698"/>
                  </a:lnTo>
                  <a:cubicBezTo>
                    <a:pt x="2019" y="9847"/>
                    <a:pt x="1171" y="10008"/>
                    <a:pt x="281" y="10176"/>
                  </a:cubicBezTo>
                  <a:lnTo>
                    <a:pt x="281" y="10176"/>
                  </a:lnTo>
                  <a:cubicBezTo>
                    <a:pt x="720" y="9676"/>
                    <a:pt x="1181" y="9146"/>
                    <a:pt x="1652" y="8605"/>
                  </a:cubicBezTo>
                  <a:lnTo>
                    <a:pt x="1682" y="8571"/>
                  </a:lnTo>
                  <a:lnTo>
                    <a:pt x="1656" y="8535"/>
                  </a:lnTo>
                  <a:cubicBezTo>
                    <a:pt x="1408" y="8182"/>
                    <a:pt x="1184" y="7801"/>
                    <a:pt x="1014" y="7391"/>
                  </a:cubicBezTo>
                  <a:cubicBezTo>
                    <a:pt x="852" y="6971"/>
                    <a:pt x="734" y="6530"/>
                    <a:pt x="668" y="6070"/>
                  </a:cubicBezTo>
                  <a:cubicBezTo>
                    <a:pt x="559" y="5157"/>
                    <a:pt x="668" y="4178"/>
                    <a:pt x="1067" y="3291"/>
                  </a:cubicBezTo>
                  <a:cubicBezTo>
                    <a:pt x="1569" y="2137"/>
                    <a:pt x="2478" y="1207"/>
                    <a:pt x="3536" y="673"/>
                  </a:cubicBezTo>
                  <a:cubicBezTo>
                    <a:pt x="4296" y="301"/>
                    <a:pt x="5124" y="110"/>
                    <a:pt x="5925" y="110"/>
                  </a:cubicBezTo>
                  <a:cubicBezTo>
                    <a:pt x="6244" y="110"/>
                    <a:pt x="6558" y="140"/>
                    <a:pt x="6862" y="201"/>
                  </a:cubicBezTo>
                  <a:cubicBezTo>
                    <a:pt x="7394" y="302"/>
                    <a:pt x="7910" y="463"/>
                    <a:pt x="8360" y="713"/>
                  </a:cubicBezTo>
                  <a:cubicBezTo>
                    <a:pt x="8815" y="957"/>
                    <a:pt x="9230" y="1246"/>
                    <a:pt x="9575" y="1591"/>
                  </a:cubicBezTo>
                  <a:cubicBezTo>
                    <a:pt x="10287" y="2256"/>
                    <a:pt x="10733" y="3077"/>
                    <a:pt x="10973" y="3864"/>
                  </a:cubicBezTo>
                  <a:cubicBezTo>
                    <a:pt x="11223" y="4654"/>
                    <a:pt x="11253" y="5419"/>
                    <a:pt x="11170" y="6070"/>
                  </a:cubicBezTo>
                  <a:cubicBezTo>
                    <a:pt x="11096" y="6726"/>
                    <a:pt x="10894" y="7264"/>
                    <a:pt x="10702" y="7683"/>
                  </a:cubicBezTo>
                  <a:cubicBezTo>
                    <a:pt x="10650" y="7788"/>
                    <a:pt x="10602" y="7889"/>
                    <a:pt x="10559" y="7980"/>
                  </a:cubicBezTo>
                  <a:cubicBezTo>
                    <a:pt x="10511" y="8067"/>
                    <a:pt x="10454" y="8151"/>
                    <a:pt x="10410" y="8225"/>
                  </a:cubicBezTo>
                  <a:cubicBezTo>
                    <a:pt x="10318" y="8378"/>
                    <a:pt x="10235" y="8509"/>
                    <a:pt x="10156" y="8601"/>
                  </a:cubicBezTo>
                  <a:cubicBezTo>
                    <a:pt x="10087" y="8697"/>
                    <a:pt x="10029" y="8771"/>
                    <a:pt x="9990" y="8824"/>
                  </a:cubicBezTo>
                  <a:cubicBezTo>
                    <a:pt x="9950" y="8876"/>
                    <a:pt x="9934" y="8902"/>
                    <a:pt x="9934" y="8902"/>
                  </a:cubicBezTo>
                  <a:cubicBezTo>
                    <a:pt x="9938" y="8902"/>
                    <a:pt x="9960" y="8880"/>
                    <a:pt x="9999" y="8833"/>
                  </a:cubicBezTo>
                  <a:cubicBezTo>
                    <a:pt x="10043" y="8781"/>
                    <a:pt x="10099" y="8706"/>
                    <a:pt x="10174" y="8614"/>
                  </a:cubicBezTo>
                  <a:cubicBezTo>
                    <a:pt x="10257" y="8523"/>
                    <a:pt x="10344" y="8396"/>
                    <a:pt x="10436" y="8243"/>
                  </a:cubicBezTo>
                  <a:cubicBezTo>
                    <a:pt x="10484" y="8168"/>
                    <a:pt x="10541" y="8089"/>
                    <a:pt x="10593" y="7998"/>
                  </a:cubicBezTo>
                  <a:cubicBezTo>
                    <a:pt x="10642" y="7906"/>
                    <a:pt x="10690" y="7810"/>
                    <a:pt x="10742" y="7706"/>
                  </a:cubicBezTo>
                  <a:cubicBezTo>
                    <a:pt x="10943" y="7286"/>
                    <a:pt x="11152" y="6744"/>
                    <a:pt x="11235" y="6080"/>
                  </a:cubicBezTo>
                  <a:cubicBezTo>
                    <a:pt x="11323" y="5419"/>
                    <a:pt x="11297" y="4646"/>
                    <a:pt x="11057" y="3842"/>
                  </a:cubicBezTo>
                  <a:cubicBezTo>
                    <a:pt x="10816" y="3038"/>
                    <a:pt x="10362" y="2203"/>
                    <a:pt x="9645" y="1522"/>
                  </a:cubicBezTo>
                  <a:cubicBezTo>
                    <a:pt x="9295" y="1171"/>
                    <a:pt x="8871" y="870"/>
                    <a:pt x="8409" y="626"/>
                  </a:cubicBezTo>
                  <a:cubicBezTo>
                    <a:pt x="7949" y="368"/>
                    <a:pt x="7425" y="197"/>
                    <a:pt x="6878" y="92"/>
                  </a:cubicBezTo>
                  <a:cubicBezTo>
                    <a:pt x="6568" y="31"/>
                    <a:pt x="6247" y="1"/>
                    <a:pt x="5922"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a:off x="7997564" y="2870459"/>
              <a:ext cx="149956" cy="166277"/>
            </a:xfrm>
            <a:custGeom>
              <a:rect b="b" l="l" r="r" t="t"/>
              <a:pathLst>
                <a:path extrusionOk="0" h="3790" w="3418">
                  <a:moveTo>
                    <a:pt x="0" y="0"/>
                  </a:moveTo>
                  <a:lnTo>
                    <a:pt x="192" y="927"/>
                  </a:lnTo>
                  <a:lnTo>
                    <a:pt x="385" y="1858"/>
                  </a:lnTo>
                  <a:lnTo>
                    <a:pt x="874" y="1420"/>
                  </a:lnTo>
                  <a:lnTo>
                    <a:pt x="2981" y="3790"/>
                  </a:lnTo>
                  <a:lnTo>
                    <a:pt x="3418" y="3401"/>
                  </a:lnTo>
                  <a:lnTo>
                    <a:pt x="1312" y="1032"/>
                  </a:lnTo>
                  <a:lnTo>
                    <a:pt x="1801" y="595"/>
                  </a:lnTo>
                  <a:lnTo>
                    <a:pt x="900" y="298"/>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27"/>
          <p:cNvGrpSpPr/>
          <p:nvPr/>
        </p:nvGrpSpPr>
        <p:grpSpPr>
          <a:xfrm>
            <a:off x="7739700" y="1512500"/>
            <a:ext cx="1109728" cy="1002828"/>
            <a:chOff x="7739700" y="1512500"/>
            <a:chExt cx="1109728" cy="1002828"/>
          </a:xfrm>
        </p:grpSpPr>
        <p:sp>
          <p:nvSpPr>
            <p:cNvPr id="239" name="Google Shape;239;p27"/>
            <p:cNvSpPr/>
            <p:nvPr/>
          </p:nvSpPr>
          <p:spPr>
            <a:xfrm>
              <a:off x="7739700" y="1512500"/>
              <a:ext cx="1109728" cy="1002828"/>
            </a:xfrm>
            <a:custGeom>
              <a:rect b="b" l="l" r="r" t="t"/>
              <a:pathLst>
                <a:path extrusionOk="0" h="15301" w="35998">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27"/>
            <p:cNvGrpSpPr/>
            <p:nvPr/>
          </p:nvGrpSpPr>
          <p:grpSpPr>
            <a:xfrm>
              <a:off x="7808309" y="1610467"/>
              <a:ext cx="966993" cy="714803"/>
              <a:chOff x="7183784" y="1476167"/>
              <a:chExt cx="966993" cy="714803"/>
            </a:xfrm>
          </p:grpSpPr>
          <p:sp>
            <p:nvSpPr>
              <p:cNvPr id="241" name="Google Shape;241;p27"/>
              <p:cNvSpPr/>
              <p:nvPr/>
            </p:nvSpPr>
            <p:spPr>
              <a:xfrm>
                <a:off x="7393754" y="1862327"/>
                <a:ext cx="21541" cy="21322"/>
              </a:xfrm>
              <a:custGeom>
                <a:rect b="b" l="l" r="r" t="t"/>
                <a:pathLst>
                  <a:path extrusionOk="0" h="486" w="491">
                    <a:moveTo>
                      <a:pt x="245" y="1"/>
                    </a:moveTo>
                    <a:cubicBezTo>
                      <a:pt x="110" y="1"/>
                      <a:pt x="1" y="110"/>
                      <a:pt x="1" y="241"/>
                    </a:cubicBezTo>
                    <a:cubicBezTo>
                      <a:pt x="1" y="376"/>
                      <a:pt x="110" y="485"/>
                      <a:pt x="245" y="485"/>
                    </a:cubicBezTo>
                    <a:cubicBezTo>
                      <a:pt x="380" y="485"/>
                      <a:pt x="491" y="376"/>
                      <a:pt x="491" y="241"/>
                    </a:cubicBezTo>
                    <a:cubicBezTo>
                      <a:pt x="491" y="110"/>
                      <a:pt x="380"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
              <p:cNvSpPr/>
              <p:nvPr/>
            </p:nvSpPr>
            <p:spPr>
              <a:xfrm>
                <a:off x="7725074" y="1944762"/>
                <a:ext cx="58877" cy="216730"/>
              </a:xfrm>
              <a:custGeom>
                <a:rect b="b" l="l" r="r" t="t"/>
                <a:pathLst>
                  <a:path extrusionOk="0" h="4940" w="1342">
                    <a:moveTo>
                      <a:pt x="0" y="0"/>
                    </a:moveTo>
                    <a:lnTo>
                      <a:pt x="0" y="4939"/>
                    </a:lnTo>
                    <a:lnTo>
                      <a:pt x="1342" y="4939"/>
                    </a:lnTo>
                    <a:lnTo>
                      <a:pt x="134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7"/>
              <p:cNvSpPr/>
              <p:nvPr/>
            </p:nvSpPr>
            <p:spPr>
              <a:xfrm>
                <a:off x="7992132" y="1848727"/>
                <a:ext cx="59096" cy="312767"/>
              </a:xfrm>
              <a:custGeom>
                <a:rect b="b" l="l" r="r" t="t"/>
                <a:pathLst>
                  <a:path extrusionOk="0" h="7129" w="1347">
                    <a:moveTo>
                      <a:pt x="0" y="0"/>
                    </a:moveTo>
                    <a:lnTo>
                      <a:pt x="0" y="7128"/>
                    </a:lnTo>
                    <a:lnTo>
                      <a:pt x="1347" y="7128"/>
                    </a:lnTo>
                    <a:lnTo>
                      <a:pt x="134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
              <p:cNvSpPr/>
              <p:nvPr/>
            </p:nvSpPr>
            <p:spPr>
              <a:xfrm>
                <a:off x="7309959" y="1716409"/>
                <a:ext cx="59096" cy="445087"/>
              </a:xfrm>
              <a:custGeom>
                <a:rect b="b" l="l" r="r" t="t"/>
                <a:pathLst>
                  <a:path extrusionOk="0" h="10145" w="1347">
                    <a:moveTo>
                      <a:pt x="1" y="1"/>
                    </a:moveTo>
                    <a:lnTo>
                      <a:pt x="1" y="10144"/>
                    </a:lnTo>
                    <a:lnTo>
                      <a:pt x="1347" y="10144"/>
                    </a:lnTo>
                    <a:lnTo>
                      <a:pt x="13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7"/>
              <p:cNvSpPr/>
              <p:nvPr/>
            </p:nvSpPr>
            <p:spPr>
              <a:xfrm>
                <a:off x="7450700" y="1848727"/>
                <a:ext cx="59096" cy="312767"/>
              </a:xfrm>
              <a:custGeom>
                <a:rect b="b" l="l" r="r" t="t"/>
                <a:pathLst>
                  <a:path extrusionOk="0" h="7129" w="1347">
                    <a:moveTo>
                      <a:pt x="0" y="0"/>
                    </a:moveTo>
                    <a:lnTo>
                      <a:pt x="0" y="7128"/>
                    </a:lnTo>
                    <a:lnTo>
                      <a:pt x="1347" y="7128"/>
                    </a:lnTo>
                    <a:lnTo>
                      <a:pt x="134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
              <p:cNvSpPr/>
              <p:nvPr/>
            </p:nvSpPr>
            <p:spPr>
              <a:xfrm>
                <a:off x="7577840" y="1680391"/>
                <a:ext cx="59052" cy="481106"/>
              </a:xfrm>
              <a:custGeom>
                <a:rect b="b" l="l" r="r" t="t"/>
                <a:pathLst>
                  <a:path extrusionOk="0" h="10966" w="1346">
                    <a:moveTo>
                      <a:pt x="0" y="1"/>
                    </a:moveTo>
                    <a:lnTo>
                      <a:pt x="0" y="10965"/>
                    </a:lnTo>
                    <a:lnTo>
                      <a:pt x="1346" y="10965"/>
                    </a:lnTo>
                    <a:lnTo>
                      <a:pt x="1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7"/>
              <p:cNvSpPr/>
              <p:nvPr/>
            </p:nvSpPr>
            <p:spPr>
              <a:xfrm>
                <a:off x="7378618" y="1668677"/>
                <a:ext cx="59096" cy="492820"/>
              </a:xfrm>
              <a:custGeom>
                <a:rect b="b" l="l" r="r" t="t"/>
                <a:pathLst>
                  <a:path extrusionOk="0" h="11233" w="1347">
                    <a:moveTo>
                      <a:pt x="1" y="0"/>
                    </a:moveTo>
                    <a:lnTo>
                      <a:pt x="1" y="11232"/>
                    </a:lnTo>
                    <a:lnTo>
                      <a:pt x="1346" y="11232"/>
                    </a:lnTo>
                    <a:lnTo>
                      <a:pt x="134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7"/>
              <p:cNvSpPr/>
              <p:nvPr/>
            </p:nvSpPr>
            <p:spPr>
              <a:xfrm>
                <a:off x="7651457" y="1565534"/>
                <a:ext cx="58877" cy="595964"/>
              </a:xfrm>
              <a:custGeom>
                <a:rect b="b" l="l" r="r" t="t"/>
                <a:pathLst>
                  <a:path extrusionOk="0" h="13584" w="1342">
                    <a:moveTo>
                      <a:pt x="0" y="1"/>
                    </a:moveTo>
                    <a:lnTo>
                      <a:pt x="0" y="13583"/>
                    </a:lnTo>
                    <a:lnTo>
                      <a:pt x="1342" y="13583"/>
                    </a:lnTo>
                    <a:lnTo>
                      <a:pt x="13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
              <p:cNvSpPr/>
              <p:nvPr/>
            </p:nvSpPr>
            <p:spPr>
              <a:xfrm>
                <a:off x="7211248" y="2185793"/>
                <a:ext cx="939530" cy="5177"/>
              </a:xfrm>
              <a:custGeom>
                <a:rect b="b" l="l" r="r" t="t"/>
                <a:pathLst>
                  <a:path extrusionOk="0" h="118" w="21415">
                    <a:moveTo>
                      <a:pt x="10708" y="0"/>
                    </a:moveTo>
                    <a:cubicBezTo>
                      <a:pt x="4794" y="0"/>
                      <a:pt x="0" y="26"/>
                      <a:pt x="0" y="57"/>
                    </a:cubicBezTo>
                    <a:cubicBezTo>
                      <a:pt x="0" y="91"/>
                      <a:pt x="4794" y="118"/>
                      <a:pt x="10708" y="118"/>
                    </a:cubicBezTo>
                    <a:cubicBezTo>
                      <a:pt x="16620" y="118"/>
                      <a:pt x="21414" y="91"/>
                      <a:pt x="21414" y="57"/>
                    </a:cubicBezTo>
                    <a:cubicBezTo>
                      <a:pt x="21414" y="26"/>
                      <a:pt x="16620" y="0"/>
                      <a:pt x="1070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p:nvPr/>
            </p:nvSpPr>
            <p:spPr>
              <a:xfrm>
                <a:off x="7183784" y="2082256"/>
                <a:ext cx="36151" cy="11889"/>
              </a:xfrm>
              <a:custGeom>
                <a:rect b="b" l="l" r="r" t="t"/>
                <a:pathLst>
                  <a:path extrusionOk="0" h="271" w="824">
                    <a:moveTo>
                      <a:pt x="1" y="0"/>
                    </a:moveTo>
                    <a:lnTo>
                      <a:pt x="1" y="271"/>
                    </a:lnTo>
                    <a:lnTo>
                      <a:pt x="823" y="271"/>
                    </a:lnTo>
                    <a:lnTo>
                      <a:pt x="8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7"/>
              <p:cNvSpPr/>
              <p:nvPr/>
            </p:nvSpPr>
            <p:spPr>
              <a:xfrm>
                <a:off x="7183784" y="1923879"/>
                <a:ext cx="36151" cy="11933"/>
              </a:xfrm>
              <a:custGeom>
                <a:rect b="b" l="l" r="r" t="t"/>
                <a:pathLst>
                  <a:path extrusionOk="0" h="272" w="824">
                    <a:moveTo>
                      <a:pt x="1" y="0"/>
                    </a:moveTo>
                    <a:lnTo>
                      <a:pt x="1" y="272"/>
                    </a:lnTo>
                    <a:lnTo>
                      <a:pt x="823" y="272"/>
                    </a:lnTo>
                    <a:lnTo>
                      <a:pt x="82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7"/>
              <p:cNvSpPr/>
              <p:nvPr/>
            </p:nvSpPr>
            <p:spPr>
              <a:xfrm>
                <a:off x="7183784" y="1625902"/>
                <a:ext cx="36151" cy="11758"/>
              </a:xfrm>
              <a:custGeom>
                <a:rect b="b" l="l" r="r" t="t"/>
                <a:pathLst>
                  <a:path extrusionOk="0" h="268" w="824">
                    <a:moveTo>
                      <a:pt x="1" y="1"/>
                    </a:moveTo>
                    <a:lnTo>
                      <a:pt x="1" y="267"/>
                    </a:lnTo>
                    <a:lnTo>
                      <a:pt x="823" y="267"/>
                    </a:lnTo>
                    <a:lnTo>
                      <a:pt x="8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p:nvPr/>
            </p:nvSpPr>
            <p:spPr>
              <a:xfrm>
                <a:off x="7183784" y="1476167"/>
                <a:ext cx="36151" cy="11758"/>
              </a:xfrm>
              <a:custGeom>
                <a:rect b="b" l="l" r="r" t="t"/>
                <a:pathLst>
                  <a:path extrusionOk="0" h="268" w="824">
                    <a:moveTo>
                      <a:pt x="1" y="1"/>
                    </a:moveTo>
                    <a:lnTo>
                      <a:pt x="1" y="267"/>
                    </a:lnTo>
                    <a:lnTo>
                      <a:pt x="823" y="267"/>
                    </a:lnTo>
                    <a:lnTo>
                      <a:pt x="82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7185758" y="1774890"/>
                <a:ext cx="36063" cy="11933"/>
              </a:xfrm>
              <a:custGeom>
                <a:rect b="b" l="l" r="r" t="t"/>
                <a:pathLst>
                  <a:path extrusionOk="0" h="272" w="822">
                    <a:moveTo>
                      <a:pt x="0" y="1"/>
                    </a:moveTo>
                    <a:lnTo>
                      <a:pt x="0" y="272"/>
                    </a:lnTo>
                    <a:lnTo>
                      <a:pt x="821" y="272"/>
                    </a:lnTo>
                    <a:lnTo>
                      <a:pt x="82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7851391" y="1716409"/>
                <a:ext cx="59096" cy="445087"/>
              </a:xfrm>
              <a:custGeom>
                <a:rect b="b" l="l" r="r" t="t"/>
                <a:pathLst>
                  <a:path extrusionOk="0" h="10145" w="1347">
                    <a:moveTo>
                      <a:pt x="1" y="1"/>
                    </a:moveTo>
                    <a:lnTo>
                      <a:pt x="1" y="10144"/>
                    </a:lnTo>
                    <a:lnTo>
                      <a:pt x="1347" y="10144"/>
                    </a:lnTo>
                    <a:lnTo>
                      <a:pt x="13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
              <p:cNvSpPr/>
              <p:nvPr/>
            </p:nvSpPr>
            <p:spPr>
              <a:xfrm>
                <a:off x="7920051" y="1668677"/>
                <a:ext cx="59096" cy="492820"/>
              </a:xfrm>
              <a:custGeom>
                <a:rect b="b" l="l" r="r" t="t"/>
                <a:pathLst>
                  <a:path extrusionOk="0" h="11233" w="1347">
                    <a:moveTo>
                      <a:pt x="1" y="0"/>
                    </a:moveTo>
                    <a:lnTo>
                      <a:pt x="1" y="11232"/>
                    </a:lnTo>
                    <a:lnTo>
                      <a:pt x="1346" y="11232"/>
                    </a:lnTo>
                    <a:lnTo>
                      <a:pt x="134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7" name="Google Shape;257;p27"/>
          <p:cNvGrpSpPr/>
          <p:nvPr/>
        </p:nvGrpSpPr>
        <p:grpSpPr>
          <a:xfrm flipH="1">
            <a:off x="6415607" y="1911354"/>
            <a:ext cx="1520787" cy="2773390"/>
            <a:chOff x="-823767" y="1667843"/>
            <a:chExt cx="1580203" cy="2881743"/>
          </a:xfrm>
        </p:grpSpPr>
        <p:sp>
          <p:nvSpPr>
            <p:cNvPr id="258" name="Google Shape;258;p27"/>
            <p:cNvSpPr/>
            <p:nvPr/>
          </p:nvSpPr>
          <p:spPr>
            <a:xfrm>
              <a:off x="-216393" y="1767355"/>
              <a:ext cx="5288" cy="1517707"/>
            </a:xfrm>
            <a:custGeom>
              <a:rect b="b" l="l" r="r" t="t"/>
              <a:pathLst>
                <a:path extrusionOk="0" h="33294" w="116">
                  <a:moveTo>
                    <a:pt x="58" y="1"/>
                  </a:moveTo>
                  <a:cubicBezTo>
                    <a:pt x="27" y="1"/>
                    <a:pt x="1" y="7452"/>
                    <a:pt x="1" y="16647"/>
                  </a:cubicBezTo>
                  <a:cubicBezTo>
                    <a:pt x="1" y="25841"/>
                    <a:pt x="27" y="33293"/>
                    <a:pt x="58" y="33293"/>
                  </a:cubicBezTo>
                  <a:cubicBezTo>
                    <a:pt x="89" y="33293"/>
                    <a:pt x="115" y="25841"/>
                    <a:pt x="115" y="16647"/>
                  </a:cubicBezTo>
                  <a:cubicBezTo>
                    <a:pt x="115" y="7452"/>
                    <a:pt x="89" y="1"/>
                    <a:pt x="5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
            <p:cNvSpPr/>
            <p:nvPr/>
          </p:nvSpPr>
          <p:spPr>
            <a:xfrm>
              <a:off x="253178" y="2086723"/>
              <a:ext cx="22382" cy="22337"/>
            </a:xfrm>
            <a:custGeom>
              <a:rect b="b" l="l" r="r" t="t"/>
              <a:pathLst>
                <a:path extrusionOk="0" h="490" w="491">
                  <a:moveTo>
                    <a:pt x="246" y="0"/>
                  </a:moveTo>
                  <a:cubicBezTo>
                    <a:pt x="109" y="0"/>
                    <a:pt x="0" y="109"/>
                    <a:pt x="0" y="245"/>
                  </a:cubicBezTo>
                  <a:cubicBezTo>
                    <a:pt x="0" y="381"/>
                    <a:pt x="109" y="490"/>
                    <a:pt x="246" y="490"/>
                  </a:cubicBezTo>
                  <a:cubicBezTo>
                    <a:pt x="381" y="490"/>
                    <a:pt x="490" y="381"/>
                    <a:pt x="490" y="245"/>
                  </a:cubicBezTo>
                  <a:cubicBezTo>
                    <a:pt x="490" y="109"/>
                    <a:pt x="381" y="0"/>
                    <a:pt x="24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p:nvPr/>
          </p:nvSpPr>
          <p:spPr>
            <a:xfrm>
              <a:off x="-224917" y="1767355"/>
              <a:ext cx="22337" cy="22382"/>
            </a:xfrm>
            <a:custGeom>
              <a:rect b="b" l="l" r="r" t="t"/>
              <a:pathLst>
                <a:path extrusionOk="0" h="491" w="490">
                  <a:moveTo>
                    <a:pt x="245" y="1"/>
                  </a:moveTo>
                  <a:cubicBezTo>
                    <a:pt x="109" y="1"/>
                    <a:pt x="0" y="110"/>
                    <a:pt x="0" y="245"/>
                  </a:cubicBezTo>
                  <a:cubicBezTo>
                    <a:pt x="0" y="381"/>
                    <a:pt x="109" y="491"/>
                    <a:pt x="245" y="491"/>
                  </a:cubicBezTo>
                  <a:cubicBezTo>
                    <a:pt x="381" y="491"/>
                    <a:pt x="490" y="381"/>
                    <a:pt x="490" y="245"/>
                  </a:cubicBezTo>
                  <a:cubicBezTo>
                    <a:pt x="490" y="110"/>
                    <a:pt x="381"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7"/>
            <p:cNvSpPr/>
            <p:nvPr/>
          </p:nvSpPr>
          <p:spPr>
            <a:xfrm>
              <a:off x="-235675" y="4406176"/>
              <a:ext cx="327711" cy="143137"/>
            </a:xfrm>
            <a:custGeom>
              <a:rect b="b" l="l" r="r" t="t"/>
              <a:pathLst>
                <a:path extrusionOk="0" h="3140" w="7189">
                  <a:moveTo>
                    <a:pt x="3850" y="0"/>
                  </a:moveTo>
                  <a:lnTo>
                    <a:pt x="0" y="65"/>
                  </a:lnTo>
                  <a:lnTo>
                    <a:pt x="40" y="3077"/>
                  </a:lnTo>
                  <a:lnTo>
                    <a:pt x="280" y="3089"/>
                  </a:lnTo>
                  <a:cubicBezTo>
                    <a:pt x="798" y="3109"/>
                    <a:pt x="2100" y="3139"/>
                    <a:pt x="3379" y="3139"/>
                  </a:cubicBezTo>
                  <a:cubicBezTo>
                    <a:pt x="4722" y="3139"/>
                    <a:pt x="6040" y="3105"/>
                    <a:pt x="6402" y="2989"/>
                  </a:cubicBezTo>
                  <a:cubicBezTo>
                    <a:pt x="7189" y="2736"/>
                    <a:pt x="3903" y="2054"/>
                    <a:pt x="3903" y="2054"/>
                  </a:cubicBezTo>
                  <a:lnTo>
                    <a:pt x="38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a:off x="-235265" y="4494748"/>
              <a:ext cx="64366" cy="49505"/>
            </a:xfrm>
            <a:custGeom>
              <a:rect b="b" l="l" r="r" t="t"/>
              <a:pathLst>
                <a:path extrusionOk="0" h="1086" w="1412">
                  <a:moveTo>
                    <a:pt x="114" y="1"/>
                  </a:moveTo>
                  <a:cubicBezTo>
                    <a:pt x="77" y="1"/>
                    <a:pt x="39" y="2"/>
                    <a:pt x="0" y="6"/>
                  </a:cubicBezTo>
                  <a:lnTo>
                    <a:pt x="17" y="1085"/>
                  </a:lnTo>
                  <a:lnTo>
                    <a:pt x="1411" y="1085"/>
                  </a:lnTo>
                  <a:cubicBezTo>
                    <a:pt x="1350" y="762"/>
                    <a:pt x="1167" y="470"/>
                    <a:pt x="905" y="272"/>
                  </a:cubicBezTo>
                  <a:cubicBezTo>
                    <a:pt x="673" y="99"/>
                    <a:pt x="398" y="1"/>
                    <a:pt x="1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a:off x="-233897" y="4517540"/>
              <a:ext cx="301864" cy="32046"/>
            </a:xfrm>
            <a:custGeom>
              <a:rect b="b" l="l" r="r" t="t"/>
              <a:pathLst>
                <a:path extrusionOk="0" h="703" w="6622">
                  <a:moveTo>
                    <a:pt x="5472" y="0"/>
                  </a:moveTo>
                  <a:cubicBezTo>
                    <a:pt x="5245" y="13"/>
                    <a:pt x="5140" y="502"/>
                    <a:pt x="5140" y="502"/>
                  </a:cubicBezTo>
                  <a:lnTo>
                    <a:pt x="5" y="546"/>
                  </a:lnTo>
                  <a:lnTo>
                    <a:pt x="1" y="634"/>
                  </a:lnTo>
                  <a:cubicBezTo>
                    <a:pt x="680" y="681"/>
                    <a:pt x="1659" y="702"/>
                    <a:pt x="2652" y="702"/>
                  </a:cubicBezTo>
                  <a:cubicBezTo>
                    <a:pt x="4500" y="702"/>
                    <a:pt x="6395" y="627"/>
                    <a:pt x="6486" y="502"/>
                  </a:cubicBezTo>
                  <a:cubicBezTo>
                    <a:pt x="6621" y="310"/>
                    <a:pt x="5472" y="0"/>
                    <a:pt x="54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236450" y="4537415"/>
              <a:ext cx="298217" cy="7020"/>
            </a:xfrm>
            <a:custGeom>
              <a:rect b="b" l="l" r="r" t="t"/>
              <a:pathLst>
                <a:path extrusionOk="0" h="154" w="6542">
                  <a:moveTo>
                    <a:pt x="6472" y="0"/>
                  </a:moveTo>
                  <a:cubicBezTo>
                    <a:pt x="6415" y="6"/>
                    <a:pt x="6354" y="6"/>
                    <a:pt x="6284" y="10"/>
                  </a:cubicBezTo>
                  <a:cubicBezTo>
                    <a:pt x="6092" y="14"/>
                    <a:pt x="5860" y="22"/>
                    <a:pt x="5580" y="36"/>
                  </a:cubicBezTo>
                  <a:cubicBezTo>
                    <a:pt x="4991" y="58"/>
                    <a:pt x="4174" y="84"/>
                    <a:pt x="3268" y="97"/>
                  </a:cubicBezTo>
                  <a:cubicBezTo>
                    <a:pt x="2590" y="107"/>
                    <a:pt x="1959" y="112"/>
                    <a:pt x="1434" y="112"/>
                  </a:cubicBezTo>
                  <a:cubicBezTo>
                    <a:pt x="1263" y="112"/>
                    <a:pt x="1103" y="112"/>
                    <a:pt x="957" y="110"/>
                  </a:cubicBezTo>
                  <a:cubicBezTo>
                    <a:pt x="682" y="110"/>
                    <a:pt x="450" y="105"/>
                    <a:pt x="257" y="105"/>
                  </a:cubicBezTo>
                  <a:lnTo>
                    <a:pt x="65" y="105"/>
                  </a:lnTo>
                  <a:cubicBezTo>
                    <a:pt x="21" y="105"/>
                    <a:pt x="0" y="110"/>
                    <a:pt x="0" y="110"/>
                  </a:cubicBezTo>
                  <a:cubicBezTo>
                    <a:pt x="0" y="110"/>
                    <a:pt x="21" y="115"/>
                    <a:pt x="65" y="115"/>
                  </a:cubicBezTo>
                  <a:cubicBezTo>
                    <a:pt x="122" y="119"/>
                    <a:pt x="188" y="123"/>
                    <a:pt x="257" y="123"/>
                  </a:cubicBezTo>
                  <a:cubicBezTo>
                    <a:pt x="450" y="127"/>
                    <a:pt x="682" y="137"/>
                    <a:pt x="957" y="145"/>
                  </a:cubicBezTo>
                  <a:cubicBezTo>
                    <a:pt x="1283" y="150"/>
                    <a:pt x="1676" y="153"/>
                    <a:pt x="2114" y="153"/>
                  </a:cubicBezTo>
                  <a:cubicBezTo>
                    <a:pt x="2474" y="153"/>
                    <a:pt x="2864" y="151"/>
                    <a:pt x="3273" y="145"/>
                  </a:cubicBezTo>
                  <a:cubicBezTo>
                    <a:pt x="4174" y="127"/>
                    <a:pt x="4991" y="97"/>
                    <a:pt x="5585" y="66"/>
                  </a:cubicBezTo>
                  <a:cubicBezTo>
                    <a:pt x="5860" y="49"/>
                    <a:pt x="6092" y="36"/>
                    <a:pt x="6284" y="27"/>
                  </a:cubicBezTo>
                  <a:cubicBezTo>
                    <a:pt x="6354" y="18"/>
                    <a:pt x="6415" y="14"/>
                    <a:pt x="6472" y="10"/>
                  </a:cubicBezTo>
                  <a:cubicBezTo>
                    <a:pt x="6516" y="10"/>
                    <a:pt x="6542" y="6"/>
                    <a:pt x="6542" y="6"/>
                  </a:cubicBezTo>
                  <a:cubicBezTo>
                    <a:pt x="6542" y="0"/>
                    <a:pt x="6516" y="0"/>
                    <a:pt x="647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730" y="4515443"/>
              <a:ext cx="17915" cy="27807"/>
            </a:xfrm>
            <a:custGeom>
              <a:rect b="b" l="l" r="r" t="t"/>
              <a:pathLst>
                <a:path extrusionOk="0" h="610" w="393">
                  <a:moveTo>
                    <a:pt x="380" y="1"/>
                  </a:moveTo>
                  <a:cubicBezTo>
                    <a:pt x="356" y="1"/>
                    <a:pt x="209" y="76"/>
                    <a:pt x="108" y="252"/>
                  </a:cubicBezTo>
                  <a:cubicBezTo>
                    <a:pt x="0" y="428"/>
                    <a:pt x="11" y="609"/>
                    <a:pt x="25" y="609"/>
                  </a:cubicBezTo>
                  <a:cubicBezTo>
                    <a:pt x="25" y="609"/>
                    <a:pt x="25" y="609"/>
                    <a:pt x="25" y="609"/>
                  </a:cubicBezTo>
                  <a:cubicBezTo>
                    <a:pt x="38" y="609"/>
                    <a:pt x="47" y="444"/>
                    <a:pt x="147" y="273"/>
                  </a:cubicBezTo>
                  <a:cubicBezTo>
                    <a:pt x="248" y="98"/>
                    <a:pt x="392" y="10"/>
                    <a:pt x="383" y="2"/>
                  </a:cubicBezTo>
                  <a:cubicBezTo>
                    <a:pt x="383" y="1"/>
                    <a:pt x="381" y="1"/>
                    <a:pt x="38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a:off x="-52378" y="4502953"/>
              <a:ext cx="9983" cy="14815"/>
            </a:xfrm>
            <a:custGeom>
              <a:rect b="b" l="l" r="r" t="t"/>
              <a:pathLst>
                <a:path extrusionOk="0" h="325" w="219">
                  <a:moveTo>
                    <a:pt x="204" y="1"/>
                  </a:moveTo>
                  <a:cubicBezTo>
                    <a:pt x="192" y="1"/>
                    <a:pt x="142" y="65"/>
                    <a:pt x="87" y="153"/>
                  </a:cubicBezTo>
                  <a:cubicBezTo>
                    <a:pt x="35" y="241"/>
                    <a:pt x="0" y="320"/>
                    <a:pt x="9" y="324"/>
                  </a:cubicBezTo>
                  <a:cubicBezTo>
                    <a:pt x="9" y="325"/>
                    <a:pt x="10" y="325"/>
                    <a:pt x="11" y="325"/>
                  </a:cubicBezTo>
                  <a:cubicBezTo>
                    <a:pt x="27" y="325"/>
                    <a:pt x="77" y="262"/>
                    <a:pt x="126" y="175"/>
                  </a:cubicBezTo>
                  <a:cubicBezTo>
                    <a:pt x="184" y="88"/>
                    <a:pt x="218" y="10"/>
                    <a:pt x="205" y="1"/>
                  </a:cubicBezTo>
                  <a:cubicBezTo>
                    <a:pt x="204" y="1"/>
                    <a:pt x="204" y="1"/>
                    <a:pt x="20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a:off x="-66737" y="4500492"/>
              <a:ext cx="11579" cy="10165"/>
            </a:xfrm>
            <a:custGeom>
              <a:rect b="b" l="l" r="r" t="t"/>
              <a:pathLst>
                <a:path extrusionOk="0" h="223" w="254">
                  <a:moveTo>
                    <a:pt x="240" y="0"/>
                  </a:moveTo>
                  <a:cubicBezTo>
                    <a:pt x="221" y="0"/>
                    <a:pt x="167" y="41"/>
                    <a:pt x="114" y="94"/>
                  </a:cubicBezTo>
                  <a:cubicBezTo>
                    <a:pt x="48" y="155"/>
                    <a:pt x="1" y="213"/>
                    <a:pt x="9" y="221"/>
                  </a:cubicBezTo>
                  <a:cubicBezTo>
                    <a:pt x="10" y="222"/>
                    <a:pt x="11" y="222"/>
                    <a:pt x="13" y="222"/>
                  </a:cubicBezTo>
                  <a:cubicBezTo>
                    <a:pt x="29" y="222"/>
                    <a:pt x="85" y="185"/>
                    <a:pt x="144" y="129"/>
                  </a:cubicBezTo>
                  <a:cubicBezTo>
                    <a:pt x="210" y="68"/>
                    <a:pt x="253" y="11"/>
                    <a:pt x="245" y="3"/>
                  </a:cubicBezTo>
                  <a:cubicBezTo>
                    <a:pt x="244" y="1"/>
                    <a:pt x="242" y="0"/>
                    <a:pt x="24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a:off x="-75718" y="4492970"/>
              <a:ext cx="18599" cy="2279"/>
            </a:xfrm>
            <a:custGeom>
              <a:rect b="b" l="l" r="r" t="t"/>
              <a:pathLst>
                <a:path extrusionOk="0" h="50" w="408">
                  <a:moveTo>
                    <a:pt x="206" y="1"/>
                  </a:moveTo>
                  <a:cubicBezTo>
                    <a:pt x="93" y="1"/>
                    <a:pt x="0" y="10"/>
                    <a:pt x="0" y="23"/>
                  </a:cubicBezTo>
                  <a:cubicBezTo>
                    <a:pt x="5" y="37"/>
                    <a:pt x="93" y="49"/>
                    <a:pt x="206" y="49"/>
                  </a:cubicBezTo>
                  <a:cubicBezTo>
                    <a:pt x="315" y="45"/>
                    <a:pt x="407" y="37"/>
                    <a:pt x="407" y="23"/>
                  </a:cubicBezTo>
                  <a:cubicBezTo>
                    <a:pt x="407" y="10"/>
                    <a:pt x="315" y="1"/>
                    <a:pt x="20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a:off x="-79136" y="4482258"/>
              <a:ext cx="21197" cy="3100"/>
            </a:xfrm>
            <a:custGeom>
              <a:rect b="b" l="l" r="r" t="t"/>
              <a:pathLst>
                <a:path extrusionOk="0" h="68" w="465">
                  <a:moveTo>
                    <a:pt x="21" y="0"/>
                  </a:moveTo>
                  <a:cubicBezTo>
                    <a:pt x="12" y="0"/>
                    <a:pt x="6" y="1"/>
                    <a:pt x="5" y="4"/>
                  </a:cubicBezTo>
                  <a:cubicBezTo>
                    <a:pt x="1" y="18"/>
                    <a:pt x="102" y="57"/>
                    <a:pt x="233" y="66"/>
                  </a:cubicBezTo>
                  <a:cubicBezTo>
                    <a:pt x="248" y="67"/>
                    <a:pt x="263" y="68"/>
                    <a:pt x="278" y="68"/>
                  </a:cubicBezTo>
                  <a:cubicBezTo>
                    <a:pt x="386" y="68"/>
                    <a:pt x="464" y="42"/>
                    <a:pt x="460" y="30"/>
                  </a:cubicBezTo>
                  <a:cubicBezTo>
                    <a:pt x="460" y="18"/>
                    <a:pt x="360" y="26"/>
                    <a:pt x="233" y="18"/>
                  </a:cubicBezTo>
                  <a:cubicBezTo>
                    <a:pt x="137" y="15"/>
                    <a:pt x="55" y="0"/>
                    <a:pt x="21"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p:nvPr/>
          </p:nvSpPr>
          <p:spPr>
            <a:xfrm>
              <a:off x="-46224" y="4486178"/>
              <a:ext cx="33323" cy="19237"/>
            </a:xfrm>
            <a:custGeom>
              <a:rect b="b" l="l" r="r" t="t"/>
              <a:pathLst>
                <a:path extrusionOk="0" h="422" w="731">
                  <a:moveTo>
                    <a:pt x="495" y="46"/>
                  </a:moveTo>
                  <a:cubicBezTo>
                    <a:pt x="551" y="46"/>
                    <a:pt x="607" y="57"/>
                    <a:pt x="652" y="85"/>
                  </a:cubicBezTo>
                  <a:cubicBezTo>
                    <a:pt x="691" y="111"/>
                    <a:pt x="678" y="159"/>
                    <a:pt x="634" y="186"/>
                  </a:cubicBezTo>
                  <a:cubicBezTo>
                    <a:pt x="594" y="212"/>
                    <a:pt x="542" y="229"/>
                    <a:pt x="495" y="246"/>
                  </a:cubicBezTo>
                  <a:cubicBezTo>
                    <a:pt x="402" y="281"/>
                    <a:pt x="315" y="303"/>
                    <a:pt x="241" y="317"/>
                  </a:cubicBezTo>
                  <a:cubicBezTo>
                    <a:pt x="166" y="332"/>
                    <a:pt x="106" y="340"/>
                    <a:pt x="65" y="344"/>
                  </a:cubicBezTo>
                  <a:lnTo>
                    <a:pt x="65" y="344"/>
                  </a:lnTo>
                  <a:cubicBezTo>
                    <a:pt x="80" y="307"/>
                    <a:pt x="104" y="258"/>
                    <a:pt x="144" y="207"/>
                  </a:cubicBezTo>
                  <a:cubicBezTo>
                    <a:pt x="192" y="150"/>
                    <a:pt x="263" y="98"/>
                    <a:pt x="354" y="67"/>
                  </a:cubicBezTo>
                  <a:cubicBezTo>
                    <a:pt x="395" y="55"/>
                    <a:pt x="445" y="46"/>
                    <a:pt x="495" y="46"/>
                  </a:cubicBezTo>
                  <a:close/>
                  <a:moveTo>
                    <a:pt x="490" y="0"/>
                  </a:moveTo>
                  <a:cubicBezTo>
                    <a:pt x="326" y="0"/>
                    <a:pt x="183" y="97"/>
                    <a:pt x="122" y="190"/>
                  </a:cubicBezTo>
                  <a:cubicBezTo>
                    <a:pt x="78" y="247"/>
                    <a:pt x="56" y="303"/>
                    <a:pt x="46" y="347"/>
                  </a:cubicBezTo>
                  <a:lnTo>
                    <a:pt x="46" y="347"/>
                  </a:lnTo>
                  <a:cubicBezTo>
                    <a:pt x="16" y="350"/>
                    <a:pt x="1" y="352"/>
                    <a:pt x="1" y="356"/>
                  </a:cubicBezTo>
                  <a:cubicBezTo>
                    <a:pt x="1" y="357"/>
                    <a:pt x="15" y="360"/>
                    <a:pt x="43" y="361"/>
                  </a:cubicBezTo>
                  <a:lnTo>
                    <a:pt x="43" y="361"/>
                  </a:lnTo>
                  <a:cubicBezTo>
                    <a:pt x="35" y="401"/>
                    <a:pt x="35" y="422"/>
                    <a:pt x="35" y="422"/>
                  </a:cubicBezTo>
                  <a:cubicBezTo>
                    <a:pt x="35" y="422"/>
                    <a:pt x="36" y="422"/>
                    <a:pt x="36" y="422"/>
                  </a:cubicBezTo>
                  <a:cubicBezTo>
                    <a:pt x="40" y="422"/>
                    <a:pt x="44" y="399"/>
                    <a:pt x="58" y="362"/>
                  </a:cubicBezTo>
                  <a:lnTo>
                    <a:pt x="58" y="362"/>
                  </a:lnTo>
                  <a:cubicBezTo>
                    <a:pt x="65" y="362"/>
                    <a:pt x="72" y="362"/>
                    <a:pt x="80" y="362"/>
                  </a:cubicBezTo>
                  <a:cubicBezTo>
                    <a:pt x="121" y="362"/>
                    <a:pt x="177" y="359"/>
                    <a:pt x="245" y="351"/>
                  </a:cubicBezTo>
                  <a:cubicBezTo>
                    <a:pt x="324" y="338"/>
                    <a:pt x="411" y="321"/>
                    <a:pt x="507" y="285"/>
                  </a:cubicBezTo>
                  <a:cubicBezTo>
                    <a:pt x="555" y="269"/>
                    <a:pt x="608" y="255"/>
                    <a:pt x="660" y="224"/>
                  </a:cubicBezTo>
                  <a:cubicBezTo>
                    <a:pt x="682" y="207"/>
                    <a:pt x="709" y="180"/>
                    <a:pt x="717" y="146"/>
                  </a:cubicBezTo>
                  <a:cubicBezTo>
                    <a:pt x="731" y="107"/>
                    <a:pt x="709" y="67"/>
                    <a:pt x="678" y="45"/>
                  </a:cubicBezTo>
                  <a:cubicBezTo>
                    <a:pt x="614" y="13"/>
                    <a:pt x="551" y="0"/>
                    <a:pt x="49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7"/>
            <p:cNvSpPr/>
            <p:nvPr/>
          </p:nvSpPr>
          <p:spPr>
            <a:xfrm>
              <a:off x="-58806" y="4481209"/>
              <a:ext cx="17231" cy="21835"/>
            </a:xfrm>
            <a:custGeom>
              <a:rect b="b" l="l" r="r" t="t"/>
              <a:pathLst>
                <a:path extrusionOk="0" h="479" w="378">
                  <a:moveTo>
                    <a:pt x="100" y="0"/>
                  </a:moveTo>
                  <a:cubicBezTo>
                    <a:pt x="94" y="0"/>
                    <a:pt x="89" y="1"/>
                    <a:pt x="84" y="1"/>
                  </a:cubicBezTo>
                  <a:cubicBezTo>
                    <a:pt x="27" y="10"/>
                    <a:pt x="1" y="75"/>
                    <a:pt x="10" y="115"/>
                  </a:cubicBezTo>
                  <a:cubicBezTo>
                    <a:pt x="19" y="158"/>
                    <a:pt x="36" y="198"/>
                    <a:pt x="53" y="224"/>
                  </a:cubicBezTo>
                  <a:cubicBezTo>
                    <a:pt x="93" y="289"/>
                    <a:pt x="136" y="338"/>
                    <a:pt x="176" y="373"/>
                  </a:cubicBezTo>
                  <a:cubicBezTo>
                    <a:pt x="249" y="442"/>
                    <a:pt x="307" y="474"/>
                    <a:pt x="318" y="474"/>
                  </a:cubicBezTo>
                  <a:cubicBezTo>
                    <a:pt x="319" y="474"/>
                    <a:pt x="319" y="473"/>
                    <a:pt x="320" y="473"/>
                  </a:cubicBezTo>
                  <a:cubicBezTo>
                    <a:pt x="325" y="465"/>
                    <a:pt x="267" y="430"/>
                    <a:pt x="198" y="351"/>
                  </a:cubicBezTo>
                  <a:cubicBezTo>
                    <a:pt x="162" y="311"/>
                    <a:pt x="128" y="263"/>
                    <a:pt x="93" y="202"/>
                  </a:cubicBezTo>
                  <a:cubicBezTo>
                    <a:pt x="57" y="154"/>
                    <a:pt x="31" y="59"/>
                    <a:pt x="93" y="45"/>
                  </a:cubicBezTo>
                  <a:cubicBezTo>
                    <a:pt x="95" y="45"/>
                    <a:pt x="97" y="45"/>
                    <a:pt x="99" y="45"/>
                  </a:cubicBezTo>
                  <a:cubicBezTo>
                    <a:pt x="162" y="45"/>
                    <a:pt x="221" y="103"/>
                    <a:pt x="259" y="150"/>
                  </a:cubicBezTo>
                  <a:cubicBezTo>
                    <a:pt x="299" y="202"/>
                    <a:pt x="320" y="259"/>
                    <a:pt x="333" y="307"/>
                  </a:cubicBezTo>
                  <a:cubicBezTo>
                    <a:pt x="355" y="408"/>
                    <a:pt x="333" y="473"/>
                    <a:pt x="337" y="478"/>
                  </a:cubicBezTo>
                  <a:cubicBezTo>
                    <a:pt x="342" y="478"/>
                    <a:pt x="377" y="416"/>
                    <a:pt x="364" y="303"/>
                  </a:cubicBezTo>
                  <a:cubicBezTo>
                    <a:pt x="359" y="251"/>
                    <a:pt x="337" y="185"/>
                    <a:pt x="293" y="124"/>
                  </a:cubicBezTo>
                  <a:cubicBezTo>
                    <a:pt x="252" y="74"/>
                    <a:pt x="199" y="0"/>
                    <a:pt x="10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7"/>
            <p:cNvSpPr/>
            <p:nvPr/>
          </p:nvSpPr>
          <p:spPr>
            <a:xfrm>
              <a:off x="-233670" y="4492924"/>
              <a:ext cx="63363" cy="49916"/>
            </a:xfrm>
            <a:custGeom>
              <a:rect b="b" l="l" r="r" t="t"/>
              <a:pathLst>
                <a:path extrusionOk="0" h="1095" w="1390">
                  <a:moveTo>
                    <a:pt x="220" y="0"/>
                  </a:moveTo>
                  <a:cubicBezTo>
                    <a:pt x="161" y="0"/>
                    <a:pt x="113" y="4"/>
                    <a:pt x="75" y="11"/>
                  </a:cubicBezTo>
                  <a:cubicBezTo>
                    <a:pt x="26" y="20"/>
                    <a:pt x="0" y="28"/>
                    <a:pt x="0" y="32"/>
                  </a:cubicBezTo>
                  <a:cubicBezTo>
                    <a:pt x="0" y="34"/>
                    <a:pt x="4" y="35"/>
                    <a:pt x="12" y="35"/>
                  </a:cubicBezTo>
                  <a:cubicBezTo>
                    <a:pt x="32" y="35"/>
                    <a:pt x="77" y="30"/>
                    <a:pt x="142" y="30"/>
                  </a:cubicBezTo>
                  <a:cubicBezTo>
                    <a:pt x="182" y="30"/>
                    <a:pt x="230" y="32"/>
                    <a:pt x="284" y="38"/>
                  </a:cubicBezTo>
                  <a:cubicBezTo>
                    <a:pt x="458" y="50"/>
                    <a:pt x="700" y="121"/>
                    <a:pt x="909" y="282"/>
                  </a:cubicBezTo>
                  <a:cubicBezTo>
                    <a:pt x="1123" y="444"/>
                    <a:pt x="1250" y="662"/>
                    <a:pt x="1307" y="824"/>
                  </a:cubicBezTo>
                  <a:cubicBezTo>
                    <a:pt x="1367" y="983"/>
                    <a:pt x="1376" y="1095"/>
                    <a:pt x="1385" y="1095"/>
                  </a:cubicBezTo>
                  <a:cubicBezTo>
                    <a:pt x="1385" y="1095"/>
                    <a:pt x="1385" y="1095"/>
                    <a:pt x="1386" y="1095"/>
                  </a:cubicBezTo>
                  <a:cubicBezTo>
                    <a:pt x="1390" y="1095"/>
                    <a:pt x="1390" y="1069"/>
                    <a:pt x="1386" y="1020"/>
                  </a:cubicBezTo>
                  <a:cubicBezTo>
                    <a:pt x="1381" y="968"/>
                    <a:pt x="1368" y="898"/>
                    <a:pt x="1337" y="811"/>
                  </a:cubicBezTo>
                  <a:cubicBezTo>
                    <a:pt x="1285" y="641"/>
                    <a:pt x="1158" y="413"/>
                    <a:pt x="940" y="242"/>
                  </a:cubicBezTo>
                  <a:cubicBezTo>
                    <a:pt x="716" y="76"/>
                    <a:pt x="468" y="11"/>
                    <a:pt x="289" y="2"/>
                  </a:cubicBezTo>
                  <a:cubicBezTo>
                    <a:pt x="264" y="1"/>
                    <a:pt x="242" y="0"/>
                    <a:pt x="2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7"/>
            <p:cNvSpPr/>
            <p:nvPr/>
          </p:nvSpPr>
          <p:spPr>
            <a:xfrm>
              <a:off x="-217760" y="4420900"/>
              <a:ext cx="2416" cy="72115"/>
            </a:xfrm>
            <a:custGeom>
              <a:rect b="b" l="l" r="r" t="t"/>
              <a:pathLst>
                <a:path extrusionOk="0" h="1582" w="53">
                  <a:moveTo>
                    <a:pt x="22" y="0"/>
                  </a:moveTo>
                  <a:cubicBezTo>
                    <a:pt x="10" y="0"/>
                    <a:pt x="0" y="354"/>
                    <a:pt x="5" y="791"/>
                  </a:cubicBezTo>
                  <a:cubicBezTo>
                    <a:pt x="5" y="1229"/>
                    <a:pt x="18" y="1582"/>
                    <a:pt x="31" y="1582"/>
                  </a:cubicBezTo>
                  <a:cubicBezTo>
                    <a:pt x="44" y="1582"/>
                    <a:pt x="53" y="1229"/>
                    <a:pt x="49" y="791"/>
                  </a:cubicBezTo>
                  <a:cubicBezTo>
                    <a:pt x="49" y="354"/>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7"/>
            <p:cNvSpPr/>
            <p:nvPr/>
          </p:nvSpPr>
          <p:spPr>
            <a:xfrm>
              <a:off x="-148426" y="4525837"/>
              <a:ext cx="51420" cy="2690"/>
            </a:xfrm>
            <a:custGeom>
              <a:rect b="b" l="l" r="r" t="t"/>
              <a:pathLst>
                <a:path extrusionOk="0" h="59" w="1128">
                  <a:moveTo>
                    <a:pt x="1075" y="1"/>
                  </a:moveTo>
                  <a:cubicBezTo>
                    <a:pt x="986" y="1"/>
                    <a:pt x="792" y="11"/>
                    <a:pt x="564" y="14"/>
                  </a:cubicBezTo>
                  <a:cubicBezTo>
                    <a:pt x="357" y="14"/>
                    <a:pt x="176" y="9"/>
                    <a:pt x="77" y="9"/>
                  </a:cubicBezTo>
                  <a:cubicBezTo>
                    <a:pt x="28" y="9"/>
                    <a:pt x="0" y="10"/>
                    <a:pt x="0" y="14"/>
                  </a:cubicBezTo>
                  <a:cubicBezTo>
                    <a:pt x="0" y="23"/>
                    <a:pt x="225" y="59"/>
                    <a:pt x="517" y="59"/>
                  </a:cubicBezTo>
                  <a:cubicBezTo>
                    <a:pt x="533" y="59"/>
                    <a:pt x="548" y="58"/>
                    <a:pt x="564" y="58"/>
                  </a:cubicBezTo>
                  <a:cubicBezTo>
                    <a:pt x="879" y="58"/>
                    <a:pt x="1128" y="14"/>
                    <a:pt x="1128" y="6"/>
                  </a:cubicBezTo>
                  <a:cubicBezTo>
                    <a:pt x="1127" y="2"/>
                    <a:pt x="1108" y="1"/>
                    <a:pt x="1075"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p:nvPr/>
          </p:nvSpPr>
          <p:spPr>
            <a:xfrm>
              <a:off x="-183298" y="4526840"/>
              <a:ext cx="6017" cy="10029"/>
            </a:xfrm>
            <a:custGeom>
              <a:rect b="b" l="l" r="r" t="t"/>
              <a:pathLst>
                <a:path extrusionOk="0" h="220" w="132">
                  <a:moveTo>
                    <a:pt x="13" y="0"/>
                  </a:moveTo>
                  <a:cubicBezTo>
                    <a:pt x="11" y="0"/>
                    <a:pt x="10" y="1"/>
                    <a:pt x="9" y="2"/>
                  </a:cubicBezTo>
                  <a:cubicBezTo>
                    <a:pt x="1" y="14"/>
                    <a:pt x="31" y="54"/>
                    <a:pt x="57" y="115"/>
                  </a:cubicBezTo>
                  <a:cubicBezTo>
                    <a:pt x="88" y="172"/>
                    <a:pt x="101" y="220"/>
                    <a:pt x="114" y="220"/>
                  </a:cubicBezTo>
                  <a:cubicBezTo>
                    <a:pt x="127" y="220"/>
                    <a:pt x="132" y="159"/>
                    <a:pt x="101" y="93"/>
                  </a:cubicBezTo>
                  <a:cubicBezTo>
                    <a:pt x="74" y="35"/>
                    <a:pt x="29" y="0"/>
                    <a:pt x="1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196427" y="4510839"/>
              <a:ext cx="7385" cy="6792"/>
            </a:xfrm>
            <a:custGeom>
              <a:rect b="b" l="l" r="r" t="t"/>
              <a:pathLst>
                <a:path extrusionOk="0" h="149" w="162">
                  <a:moveTo>
                    <a:pt x="13" y="1"/>
                  </a:moveTo>
                  <a:cubicBezTo>
                    <a:pt x="11" y="1"/>
                    <a:pt x="10" y="1"/>
                    <a:pt x="9" y="2"/>
                  </a:cubicBezTo>
                  <a:cubicBezTo>
                    <a:pt x="0" y="16"/>
                    <a:pt x="22" y="55"/>
                    <a:pt x="66" y="95"/>
                  </a:cubicBezTo>
                  <a:cubicBezTo>
                    <a:pt x="99" y="128"/>
                    <a:pt x="134" y="149"/>
                    <a:pt x="148" y="149"/>
                  </a:cubicBezTo>
                  <a:cubicBezTo>
                    <a:pt x="150" y="149"/>
                    <a:pt x="152" y="148"/>
                    <a:pt x="153" y="147"/>
                  </a:cubicBezTo>
                  <a:cubicBezTo>
                    <a:pt x="162" y="138"/>
                    <a:pt x="140" y="99"/>
                    <a:pt x="97" y="59"/>
                  </a:cubicBezTo>
                  <a:cubicBezTo>
                    <a:pt x="62" y="25"/>
                    <a:pt x="28" y="1"/>
                    <a:pt x="1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214889" y="4502953"/>
              <a:ext cx="10485" cy="4285"/>
            </a:xfrm>
            <a:custGeom>
              <a:rect b="b" l="l" r="r" t="t"/>
              <a:pathLst>
                <a:path extrusionOk="0" h="94" w="230">
                  <a:moveTo>
                    <a:pt x="68" y="0"/>
                  </a:moveTo>
                  <a:cubicBezTo>
                    <a:pt x="27" y="0"/>
                    <a:pt x="1" y="13"/>
                    <a:pt x="3" y="22"/>
                  </a:cubicBezTo>
                  <a:cubicBezTo>
                    <a:pt x="8" y="36"/>
                    <a:pt x="56" y="36"/>
                    <a:pt x="113" y="54"/>
                  </a:cubicBezTo>
                  <a:cubicBezTo>
                    <a:pt x="162" y="68"/>
                    <a:pt x="203" y="94"/>
                    <a:pt x="217" y="94"/>
                  </a:cubicBezTo>
                  <a:cubicBezTo>
                    <a:pt x="219" y="94"/>
                    <a:pt x="221" y="93"/>
                    <a:pt x="222" y="92"/>
                  </a:cubicBezTo>
                  <a:cubicBezTo>
                    <a:pt x="230" y="84"/>
                    <a:pt x="200" y="32"/>
                    <a:pt x="130" y="10"/>
                  </a:cubicBezTo>
                  <a:cubicBezTo>
                    <a:pt x="107" y="3"/>
                    <a:pt x="86" y="0"/>
                    <a:pt x="6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7"/>
            <p:cNvSpPr/>
            <p:nvPr/>
          </p:nvSpPr>
          <p:spPr>
            <a:xfrm>
              <a:off x="-228336" y="4500309"/>
              <a:ext cx="5835" cy="2781"/>
            </a:xfrm>
            <a:custGeom>
              <a:rect b="b" l="l" r="r" t="t"/>
              <a:pathLst>
                <a:path extrusionOk="0" h="61" w="128">
                  <a:moveTo>
                    <a:pt x="28" y="1"/>
                  </a:moveTo>
                  <a:cubicBezTo>
                    <a:pt x="17" y="1"/>
                    <a:pt x="8" y="4"/>
                    <a:pt x="6" y="11"/>
                  </a:cubicBezTo>
                  <a:cubicBezTo>
                    <a:pt x="1" y="19"/>
                    <a:pt x="23" y="41"/>
                    <a:pt x="58" y="54"/>
                  </a:cubicBezTo>
                  <a:cubicBezTo>
                    <a:pt x="72" y="58"/>
                    <a:pt x="86" y="61"/>
                    <a:pt x="97" y="61"/>
                  </a:cubicBezTo>
                  <a:cubicBezTo>
                    <a:pt x="111" y="61"/>
                    <a:pt x="121" y="57"/>
                    <a:pt x="123" y="50"/>
                  </a:cubicBezTo>
                  <a:cubicBezTo>
                    <a:pt x="127" y="41"/>
                    <a:pt x="105" y="19"/>
                    <a:pt x="71" y="11"/>
                  </a:cubicBezTo>
                  <a:cubicBezTo>
                    <a:pt x="56" y="4"/>
                    <a:pt x="40" y="1"/>
                    <a:pt x="28"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
            <p:cNvSpPr/>
            <p:nvPr/>
          </p:nvSpPr>
          <p:spPr>
            <a:xfrm>
              <a:off x="557412" y="1720904"/>
              <a:ext cx="199024" cy="228563"/>
            </a:xfrm>
            <a:custGeom>
              <a:rect b="b" l="l" r="r" t="t"/>
              <a:pathLst>
                <a:path extrusionOk="0" h="5014" w="4366">
                  <a:moveTo>
                    <a:pt x="3564" y="1"/>
                  </a:moveTo>
                  <a:cubicBezTo>
                    <a:pt x="3147" y="1"/>
                    <a:pt x="0" y="3253"/>
                    <a:pt x="0" y="3253"/>
                  </a:cubicBezTo>
                  <a:lnTo>
                    <a:pt x="1813" y="5014"/>
                  </a:lnTo>
                  <a:cubicBezTo>
                    <a:pt x="4365" y="3104"/>
                    <a:pt x="2784" y="1898"/>
                    <a:pt x="2582" y="1720"/>
                  </a:cubicBezTo>
                  <a:cubicBezTo>
                    <a:pt x="2382" y="1540"/>
                    <a:pt x="3889" y="159"/>
                    <a:pt x="3588" y="6"/>
                  </a:cubicBezTo>
                  <a:cubicBezTo>
                    <a:pt x="3582" y="2"/>
                    <a:pt x="3574" y="1"/>
                    <a:pt x="3564" y="1"/>
                  </a:cubicBez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640058" y="1808564"/>
              <a:ext cx="46679" cy="60446"/>
            </a:xfrm>
            <a:custGeom>
              <a:rect b="b" l="l" r="r" t="t"/>
              <a:pathLst>
                <a:path extrusionOk="0" h="1326" w="1024">
                  <a:moveTo>
                    <a:pt x="734" y="1"/>
                  </a:moveTo>
                  <a:cubicBezTo>
                    <a:pt x="728" y="1"/>
                    <a:pt x="702" y="36"/>
                    <a:pt x="664" y="89"/>
                  </a:cubicBezTo>
                  <a:cubicBezTo>
                    <a:pt x="608" y="172"/>
                    <a:pt x="551" y="259"/>
                    <a:pt x="494" y="347"/>
                  </a:cubicBezTo>
                  <a:cubicBezTo>
                    <a:pt x="412" y="469"/>
                    <a:pt x="328" y="596"/>
                    <a:pt x="245" y="727"/>
                  </a:cubicBezTo>
                  <a:cubicBezTo>
                    <a:pt x="197" y="801"/>
                    <a:pt x="149" y="872"/>
                    <a:pt x="97" y="954"/>
                  </a:cubicBezTo>
                  <a:cubicBezTo>
                    <a:pt x="53" y="1033"/>
                    <a:pt x="0" y="1151"/>
                    <a:pt x="79" y="1251"/>
                  </a:cubicBezTo>
                  <a:cubicBezTo>
                    <a:pt x="124" y="1304"/>
                    <a:pt x="185" y="1325"/>
                    <a:pt x="246" y="1325"/>
                  </a:cubicBezTo>
                  <a:cubicBezTo>
                    <a:pt x="290" y="1325"/>
                    <a:pt x="335" y="1314"/>
                    <a:pt x="372" y="1295"/>
                  </a:cubicBezTo>
                  <a:cubicBezTo>
                    <a:pt x="464" y="1247"/>
                    <a:pt x="521" y="1168"/>
                    <a:pt x="564" y="1094"/>
                  </a:cubicBezTo>
                  <a:cubicBezTo>
                    <a:pt x="652" y="959"/>
                    <a:pt x="730" y="832"/>
                    <a:pt x="809" y="709"/>
                  </a:cubicBezTo>
                  <a:cubicBezTo>
                    <a:pt x="862" y="618"/>
                    <a:pt x="914" y="531"/>
                    <a:pt x="966" y="443"/>
                  </a:cubicBezTo>
                  <a:cubicBezTo>
                    <a:pt x="1001" y="382"/>
                    <a:pt x="1023" y="347"/>
                    <a:pt x="1019" y="342"/>
                  </a:cubicBezTo>
                  <a:lnTo>
                    <a:pt x="1019" y="342"/>
                  </a:lnTo>
                  <a:cubicBezTo>
                    <a:pt x="1019" y="342"/>
                    <a:pt x="993" y="373"/>
                    <a:pt x="953" y="434"/>
                  </a:cubicBezTo>
                  <a:cubicBezTo>
                    <a:pt x="896" y="517"/>
                    <a:pt x="840" y="600"/>
                    <a:pt x="779" y="692"/>
                  </a:cubicBezTo>
                  <a:cubicBezTo>
                    <a:pt x="700" y="810"/>
                    <a:pt x="616" y="937"/>
                    <a:pt x="529" y="1072"/>
                  </a:cubicBezTo>
                  <a:cubicBezTo>
                    <a:pt x="485" y="1142"/>
                    <a:pt x="428" y="1212"/>
                    <a:pt x="350" y="1251"/>
                  </a:cubicBezTo>
                  <a:cubicBezTo>
                    <a:pt x="321" y="1268"/>
                    <a:pt x="285" y="1277"/>
                    <a:pt x="249" y="1277"/>
                  </a:cubicBezTo>
                  <a:cubicBezTo>
                    <a:pt x="199" y="1277"/>
                    <a:pt x="147" y="1259"/>
                    <a:pt x="114" y="1221"/>
                  </a:cubicBezTo>
                  <a:cubicBezTo>
                    <a:pt x="57" y="1155"/>
                    <a:pt x="92" y="1055"/>
                    <a:pt x="136" y="976"/>
                  </a:cubicBezTo>
                  <a:cubicBezTo>
                    <a:pt x="184" y="902"/>
                    <a:pt x="232" y="823"/>
                    <a:pt x="281" y="749"/>
                  </a:cubicBezTo>
                  <a:cubicBezTo>
                    <a:pt x="363" y="618"/>
                    <a:pt x="442" y="487"/>
                    <a:pt x="521" y="364"/>
                  </a:cubicBezTo>
                  <a:cubicBezTo>
                    <a:pt x="577" y="273"/>
                    <a:pt x="630" y="185"/>
                    <a:pt x="678" y="102"/>
                  </a:cubicBezTo>
                  <a:cubicBezTo>
                    <a:pt x="717" y="37"/>
                    <a:pt x="735" y="1"/>
                    <a:pt x="735" y="1"/>
                  </a:cubicBezTo>
                  <a:cubicBezTo>
                    <a:pt x="734" y="1"/>
                    <a:pt x="734" y="1"/>
                    <a:pt x="734"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7"/>
            <p:cNvSpPr/>
            <p:nvPr/>
          </p:nvSpPr>
          <p:spPr>
            <a:xfrm>
              <a:off x="657152" y="1828895"/>
              <a:ext cx="37106" cy="52104"/>
            </a:xfrm>
            <a:custGeom>
              <a:rect b="b" l="l" r="r" t="t"/>
              <a:pathLst>
                <a:path extrusionOk="0" h="1143" w="814">
                  <a:moveTo>
                    <a:pt x="574" y="1"/>
                  </a:moveTo>
                  <a:cubicBezTo>
                    <a:pt x="574" y="1"/>
                    <a:pt x="547" y="27"/>
                    <a:pt x="513" y="75"/>
                  </a:cubicBezTo>
                  <a:cubicBezTo>
                    <a:pt x="473" y="128"/>
                    <a:pt x="425" y="202"/>
                    <a:pt x="364" y="299"/>
                  </a:cubicBezTo>
                  <a:cubicBezTo>
                    <a:pt x="307" y="390"/>
                    <a:pt x="237" y="508"/>
                    <a:pt x="154" y="626"/>
                  </a:cubicBezTo>
                  <a:cubicBezTo>
                    <a:pt x="115" y="688"/>
                    <a:pt x="63" y="749"/>
                    <a:pt x="31" y="827"/>
                  </a:cubicBezTo>
                  <a:cubicBezTo>
                    <a:pt x="1" y="906"/>
                    <a:pt x="1" y="1011"/>
                    <a:pt x="67" y="1085"/>
                  </a:cubicBezTo>
                  <a:cubicBezTo>
                    <a:pt x="101" y="1127"/>
                    <a:pt x="150" y="1143"/>
                    <a:pt x="199" y="1143"/>
                  </a:cubicBezTo>
                  <a:cubicBezTo>
                    <a:pt x="243" y="1143"/>
                    <a:pt x="287" y="1130"/>
                    <a:pt x="320" y="1112"/>
                  </a:cubicBezTo>
                  <a:cubicBezTo>
                    <a:pt x="398" y="1072"/>
                    <a:pt x="456" y="1011"/>
                    <a:pt x="503" y="954"/>
                  </a:cubicBezTo>
                  <a:cubicBezTo>
                    <a:pt x="600" y="840"/>
                    <a:pt x="670" y="722"/>
                    <a:pt x="713" y="622"/>
                  </a:cubicBezTo>
                  <a:cubicBezTo>
                    <a:pt x="761" y="517"/>
                    <a:pt x="788" y="430"/>
                    <a:pt x="801" y="368"/>
                  </a:cubicBezTo>
                  <a:cubicBezTo>
                    <a:pt x="814" y="307"/>
                    <a:pt x="814" y="272"/>
                    <a:pt x="814" y="272"/>
                  </a:cubicBezTo>
                  <a:cubicBezTo>
                    <a:pt x="814" y="272"/>
                    <a:pt x="814" y="272"/>
                    <a:pt x="813" y="272"/>
                  </a:cubicBezTo>
                  <a:cubicBezTo>
                    <a:pt x="805" y="272"/>
                    <a:pt x="782" y="411"/>
                    <a:pt x="683" y="609"/>
                  </a:cubicBezTo>
                  <a:cubicBezTo>
                    <a:pt x="634" y="705"/>
                    <a:pt x="565" y="819"/>
                    <a:pt x="469" y="928"/>
                  </a:cubicBezTo>
                  <a:cubicBezTo>
                    <a:pt x="421" y="985"/>
                    <a:pt x="368" y="1037"/>
                    <a:pt x="303" y="1072"/>
                  </a:cubicBezTo>
                  <a:cubicBezTo>
                    <a:pt x="272" y="1088"/>
                    <a:pt x="237" y="1098"/>
                    <a:pt x="203" y="1098"/>
                  </a:cubicBezTo>
                  <a:cubicBezTo>
                    <a:pt x="163" y="1098"/>
                    <a:pt x="125" y="1085"/>
                    <a:pt x="97" y="1055"/>
                  </a:cubicBezTo>
                  <a:cubicBezTo>
                    <a:pt x="49" y="997"/>
                    <a:pt x="49" y="910"/>
                    <a:pt x="75" y="845"/>
                  </a:cubicBezTo>
                  <a:cubicBezTo>
                    <a:pt x="102" y="775"/>
                    <a:pt x="150" y="714"/>
                    <a:pt x="189" y="652"/>
                  </a:cubicBezTo>
                  <a:cubicBezTo>
                    <a:pt x="273" y="525"/>
                    <a:pt x="338" y="412"/>
                    <a:pt x="394" y="315"/>
                  </a:cubicBezTo>
                  <a:cubicBezTo>
                    <a:pt x="438" y="237"/>
                    <a:pt x="482" y="163"/>
                    <a:pt x="525" y="85"/>
                  </a:cubicBezTo>
                  <a:cubicBezTo>
                    <a:pt x="561" y="32"/>
                    <a:pt x="578" y="1"/>
                    <a:pt x="574"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590871" y="1833453"/>
              <a:ext cx="74349" cy="34736"/>
            </a:xfrm>
            <a:custGeom>
              <a:rect b="b" l="l" r="r" t="t"/>
              <a:pathLst>
                <a:path extrusionOk="0" h="762" w="1631">
                  <a:moveTo>
                    <a:pt x="1523" y="0"/>
                  </a:moveTo>
                  <a:cubicBezTo>
                    <a:pt x="1512" y="0"/>
                    <a:pt x="1501" y="2"/>
                    <a:pt x="1491" y="2"/>
                  </a:cubicBezTo>
                  <a:cubicBezTo>
                    <a:pt x="1088" y="28"/>
                    <a:pt x="686" y="54"/>
                    <a:pt x="284" y="84"/>
                  </a:cubicBezTo>
                  <a:lnTo>
                    <a:pt x="0" y="762"/>
                  </a:lnTo>
                  <a:cubicBezTo>
                    <a:pt x="192" y="749"/>
                    <a:pt x="384" y="740"/>
                    <a:pt x="577" y="727"/>
                  </a:cubicBezTo>
                  <a:cubicBezTo>
                    <a:pt x="787" y="714"/>
                    <a:pt x="1001" y="701"/>
                    <a:pt x="1193" y="622"/>
                  </a:cubicBezTo>
                  <a:cubicBezTo>
                    <a:pt x="1390" y="544"/>
                    <a:pt x="1569" y="386"/>
                    <a:pt x="1612" y="181"/>
                  </a:cubicBezTo>
                  <a:cubicBezTo>
                    <a:pt x="1630" y="116"/>
                    <a:pt x="1616" y="28"/>
                    <a:pt x="1556" y="6"/>
                  </a:cubicBezTo>
                  <a:cubicBezTo>
                    <a:pt x="1545" y="2"/>
                    <a:pt x="1534" y="0"/>
                    <a:pt x="1523" y="0"/>
                  </a:cubicBez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590689" y="1832405"/>
              <a:ext cx="75534" cy="35967"/>
            </a:xfrm>
            <a:custGeom>
              <a:rect b="b" l="l" r="r" t="t"/>
              <a:pathLst>
                <a:path extrusionOk="0" h="789" w="1657">
                  <a:moveTo>
                    <a:pt x="1505" y="1"/>
                  </a:moveTo>
                  <a:cubicBezTo>
                    <a:pt x="1486" y="1"/>
                    <a:pt x="1469" y="4"/>
                    <a:pt x="1451" y="8"/>
                  </a:cubicBezTo>
                  <a:cubicBezTo>
                    <a:pt x="1398" y="8"/>
                    <a:pt x="1346" y="12"/>
                    <a:pt x="1297" y="16"/>
                  </a:cubicBezTo>
                  <a:cubicBezTo>
                    <a:pt x="1110" y="29"/>
                    <a:pt x="935" y="42"/>
                    <a:pt x="773" y="55"/>
                  </a:cubicBezTo>
                  <a:cubicBezTo>
                    <a:pt x="646" y="69"/>
                    <a:pt x="529" y="77"/>
                    <a:pt x="420" y="86"/>
                  </a:cubicBezTo>
                  <a:cubicBezTo>
                    <a:pt x="336" y="95"/>
                    <a:pt x="288" y="103"/>
                    <a:pt x="288" y="107"/>
                  </a:cubicBezTo>
                  <a:lnTo>
                    <a:pt x="420" y="107"/>
                  </a:lnTo>
                  <a:cubicBezTo>
                    <a:pt x="533" y="99"/>
                    <a:pt x="646" y="95"/>
                    <a:pt x="773" y="91"/>
                  </a:cubicBezTo>
                  <a:cubicBezTo>
                    <a:pt x="939" y="81"/>
                    <a:pt x="1114" y="69"/>
                    <a:pt x="1302" y="60"/>
                  </a:cubicBezTo>
                  <a:cubicBezTo>
                    <a:pt x="1350" y="55"/>
                    <a:pt x="1402" y="51"/>
                    <a:pt x="1451" y="51"/>
                  </a:cubicBezTo>
                  <a:cubicBezTo>
                    <a:pt x="1473" y="49"/>
                    <a:pt x="1495" y="47"/>
                    <a:pt x="1514" y="47"/>
                  </a:cubicBezTo>
                  <a:cubicBezTo>
                    <a:pt x="1542" y="47"/>
                    <a:pt x="1566" y="52"/>
                    <a:pt x="1582" y="73"/>
                  </a:cubicBezTo>
                  <a:cubicBezTo>
                    <a:pt x="1630" y="151"/>
                    <a:pt x="1582" y="270"/>
                    <a:pt x="1525" y="357"/>
                  </a:cubicBezTo>
                  <a:cubicBezTo>
                    <a:pt x="1402" y="545"/>
                    <a:pt x="1193" y="641"/>
                    <a:pt x="1005" y="680"/>
                  </a:cubicBezTo>
                  <a:cubicBezTo>
                    <a:pt x="813" y="720"/>
                    <a:pt x="634" y="728"/>
                    <a:pt x="485" y="737"/>
                  </a:cubicBezTo>
                  <a:cubicBezTo>
                    <a:pt x="358" y="750"/>
                    <a:pt x="244" y="759"/>
                    <a:pt x="131" y="768"/>
                  </a:cubicBezTo>
                  <a:cubicBezTo>
                    <a:pt x="47" y="777"/>
                    <a:pt x="0" y="781"/>
                    <a:pt x="4" y="785"/>
                  </a:cubicBezTo>
                  <a:cubicBezTo>
                    <a:pt x="4" y="787"/>
                    <a:pt x="15" y="788"/>
                    <a:pt x="36" y="788"/>
                  </a:cubicBezTo>
                  <a:cubicBezTo>
                    <a:pt x="57" y="788"/>
                    <a:pt x="89" y="787"/>
                    <a:pt x="131" y="785"/>
                  </a:cubicBezTo>
                  <a:cubicBezTo>
                    <a:pt x="244" y="781"/>
                    <a:pt x="362" y="777"/>
                    <a:pt x="489" y="772"/>
                  </a:cubicBezTo>
                  <a:cubicBezTo>
                    <a:pt x="638" y="763"/>
                    <a:pt x="817" y="763"/>
                    <a:pt x="1013" y="724"/>
                  </a:cubicBezTo>
                  <a:cubicBezTo>
                    <a:pt x="1210" y="684"/>
                    <a:pt x="1433" y="589"/>
                    <a:pt x="1564" y="383"/>
                  </a:cubicBezTo>
                  <a:cubicBezTo>
                    <a:pt x="1600" y="335"/>
                    <a:pt x="1620" y="278"/>
                    <a:pt x="1638" y="222"/>
                  </a:cubicBezTo>
                  <a:cubicBezTo>
                    <a:pt x="1652" y="165"/>
                    <a:pt x="1656" y="99"/>
                    <a:pt x="1616" y="47"/>
                  </a:cubicBezTo>
                  <a:cubicBezTo>
                    <a:pt x="1600" y="16"/>
                    <a:pt x="1560" y="2"/>
                    <a:pt x="1529" y="2"/>
                  </a:cubicBezTo>
                  <a:cubicBezTo>
                    <a:pt x="1521" y="1"/>
                    <a:pt x="1513" y="1"/>
                    <a:pt x="1505"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
            <p:cNvSpPr/>
            <p:nvPr/>
          </p:nvSpPr>
          <p:spPr>
            <a:xfrm>
              <a:off x="676708" y="1844667"/>
              <a:ext cx="26941" cy="45084"/>
            </a:xfrm>
            <a:custGeom>
              <a:rect b="b" l="l" r="r" t="t"/>
              <a:pathLst>
                <a:path extrusionOk="0" h="989" w="591">
                  <a:moveTo>
                    <a:pt x="368" y="1"/>
                  </a:moveTo>
                  <a:cubicBezTo>
                    <a:pt x="359" y="1"/>
                    <a:pt x="310" y="96"/>
                    <a:pt x="237" y="258"/>
                  </a:cubicBezTo>
                  <a:cubicBezTo>
                    <a:pt x="193" y="354"/>
                    <a:pt x="149" y="451"/>
                    <a:pt x="106" y="542"/>
                  </a:cubicBezTo>
                  <a:cubicBezTo>
                    <a:pt x="84" y="595"/>
                    <a:pt x="58" y="647"/>
                    <a:pt x="36" y="713"/>
                  </a:cubicBezTo>
                  <a:cubicBezTo>
                    <a:pt x="14" y="774"/>
                    <a:pt x="1" y="857"/>
                    <a:pt x="48" y="923"/>
                  </a:cubicBezTo>
                  <a:cubicBezTo>
                    <a:pt x="70" y="953"/>
                    <a:pt x="101" y="979"/>
                    <a:pt x="145" y="988"/>
                  </a:cubicBezTo>
                  <a:cubicBezTo>
                    <a:pt x="150" y="988"/>
                    <a:pt x="155" y="989"/>
                    <a:pt x="160" y="989"/>
                  </a:cubicBezTo>
                  <a:cubicBezTo>
                    <a:pt x="194" y="989"/>
                    <a:pt x="227" y="977"/>
                    <a:pt x="250" y="962"/>
                  </a:cubicBezTo>
                  <a:cubicBezTo>
                    <a:pt x="310" y="923"/>
                    <a:pt x="354" y="875"/>
                    <a:pt x="385" y="822"/>
                  </a:cubicBezTo>
                  <a:cubicBezTo>
                    <a:pt x="451" y="717"/>
                    <a:pt x="473" y="612"/>
                    <a:pt x="499" y="530"/>
                  </a:cubicBezTo>
                  <a:cubicBezTo>
                    <a:pt x="520" y="441"/>
                    <a:pt x="542" y="376"/>
                    <a:pt x="560" y="328"/>
                  </a:cubicBezTo>
                  <a:cubicBezTo>
                    <a:pt x="578" y="284"/>
                    <a:pt x="590" y="258"/>
                    <a:pt x="586" y="258"/>
                  </a:cubicBezTo>
                  <a:cubicBezTo>
                    <a:pt x="586" y="258"/>
                    <a:pt x="586" y="258"/>
                    <a:pt x="586" y="258"/>
                  </a:cubicBezTo>
                  <a:cubicBezTo>
                    <a:pt x="579" y="258"/>
                    <a:pt x="515" y="350"/>
                    <a:pt x="468" y="516"/>
                  </a:cubicBezTo>
                  <a:cubicBezTo>
                    <a:pt x="437" y="604"/>
                    <a:pt x="411" y="704"/>
                    <a:pt x="350" y="800"/>
                  </a:cubicBezTo>
                  <a:cubicBezTo>
                    <a:pt x="320" y="844"/>
                    <a:pt x="276" y="892"/>
                    <a:pt x="227" y="923"/>
                  </a:cubicBezTo>
                  <a:cubicBezTo>
                    <a:pt x="208" y="935"/>
                    <a:pt x="186" y="942"/>
                    <a:pt x="165" y="942"/>
                  </a:cubicBezTo>
                  <a:cubicBezTo>
                    <a:pt x="135" y="942"/>
                    <a:pt x="106" y="928"/>
                    <a:pt x="88" y="897"/>
                  </a:cubicBezTo>
                  <a:cubicBezTo>
                    <a:pt x="18" y="792"/>
                    <a:pt x="110" y="665"/>
                    <a:pt x="145" y="560"/>
                  </a:cubicBezTo>
                  <a:cubicBezTo>
                    <a:pt x="184" y="463"/>
                    <a:pt x="223" y="368"/>
                    <a:pt x="267" y="272"/>
                  </a:cubicBezTo>
                  <a:cubicBezTo>
                    <a:pt x="332" y="106"/>
                    <a:pt x="372" y="5"/>
                    <a:pt x="368"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7"/>
            <p:cNvSpPr/>
            <p:nvPr/>
          </p:nvSpPr>
          <p:spPr>
            <a:xfrm>
              <a:off x="633265" y="1865180"/>
              <a:ext cx="6655" cy="46861"/>
            </a:xfrm>
            <a:custGeom>
              <a:rect b="b" l="l" r="r" t="t"/>
              <a:pathLst>
                <a:path extrusionOk="0" h="1028" w="146">
                  <a:moveTo>
                    <a:pt x="80" y="1"/>
                  </a:moveTo>
                  <a:cubicBezTo>
                    <a:pt x="79" y="1"/>
                    <a:pt x="79" y="1"/>
                    <a:pt x="79" y="1"/>
                  </a:cubicBezTo>
                  <a:cubicBezTo>
                    <a:pt x="67" y="1"/>
                    <a:pt x="101" y="233"/>
                    <a:pt x="79" y="516"/>
                  </a:cubicBezTo>
                  <a:cubicBezTo>
                    <a:pt x="62" y="800"/>
                    <a:pt x="1" y="1024"/>
                    <a:pt x="14" y="1028"/>
                  </a:cubicBezTo>
                  <a:cubicBezTo>
                    <a:pt x="14" y="1028"/>
                    <a:pt x="14" y="1028"/>
                    <a:pt x="14" y="1028"/>
                  </a:cubicBezTo>
                  <a:cubicBezTo>
                    <a:pt x="24" y="1028"/>
                    <a:pt x="110" y="807"/>
                    <a:pt x="127" y="521"/>
                  </a:cubicBezTo>
                  <a:cubicBezTo>
                    <a:pt x="145" y="230"/>
                    <a:pt x="94" y="1"/>
                    <a:pt x="80" y="1"/>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274696" y="1817590"/>
              <a:ext cx="294251" cy="305967"/>
            </a:xfrm>
            <a:custGeom>
              <a:rect b="b" l="l" r="r" t="t"/>
              <a:pathLst>
                <a:path extrusionOk="0" h="6712" w="6455">
                  <a:moveTo>
                    <a:pt x="4295" y="0"/>
                  </a:moveTo>
                  <a:lnTo>
                    <a:pt x="0" y="4624"/>
                  </a:lnTo>
                  <a:cubicBezTo>
                    <a:pt x="283" y="5249"/>
                    <a:pt x="686" y="5839"/>
                    <a:pt x="1245" y="6237"/>
                  </a:cubicBezTo>
                  <a:cubicBezTo>
                    <a:pt x="1656" y="6532"/>
                    <a:pt x="2159" y="6711"/>
                    <a:pt x="2661" y="6711"/>
                  </a:cubicBezTo>
                  <a:cubicBezTo>
                    <a:pt x="2842" y="6711"/>
                    <a:pt x="3023" y="6688"/>
                    <a:pt x="3199" y="6638"/>
                  </a:cubicBezTo>
                  <a:cubicBezTo>
                    <a:pt x="3859" y="6451"/>
                    <a:pt x="4405" y="5839"/>
                    <a:pt x="4426" y="5152"/>
                  </a:cubicBezTo>
                  <a:cubicBezTo>
                    <a:pt x="4597" y="5350"/>
                    <a:pt x="4858" y="5452"/>
                    <a:pt x="5119" y="5452"/>
                  </a:cubicBezTo>
                  <a:cubicBezTo>
                    <a:pt x="5348" y="5452"/>
                    <a:pt x="5577" y="5373"/>
                    <a:pt x="5743" y="5214"/>
                  </a:cubicBezTo>
                  <a:cubicBezTo>
                    <a:pt x="6096" y="4873"/>
                    <a:pt x="6092" y="4234"/>
                    <a:pt x="5733" y="3899"/>
                  </a:cubicBezTo>
                  <a:cubicBezTo>
                    <a:pt x="6057" y="3732"/>
                    <a:pt x="6428" y="3496"/>
                    <a:pt x="6445" y="3129"/>
                  </a:cubicBezTo>
                  <a:cubicBezTo>
                    <a:pt x="6455" y="2897"/>
                    <a:pt x="6306" y="2683"/>
                    <a:pt x="6122" y="2535"/>
                  </a:cubicBezTo>
                  <a:cubicBezTo>
                    <a:pt x="5934" y="2391"/>
                    <a:pt x="5716" y="2299"/>
                    <a:pt x="5515" y="2177"/>
                  </a:cubicBezTo>
                  <a:cubicBezTo>
                    <a:pt x="4767" y="1731"/>
                    <a:pt x="4287" y="870"/>
                    <a:pt x="42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318731" y="1708186"/>
              <a:ext cx="235674" cy="401649"/>
            </a:xfrm>
            <a:custGeom>
              <a:rect b="b" l="l" r="r" t="t"/>
              <a:pathLst>
                <a:path extrusionOk="0" h="8811" w="5170">
                  <a:moveTo>
                    <a:pt x="2665" y="1"/>
                  </a:moveTo>
                  <a:lnTo>
                    <a:pt x="0" y="2020"/>
                  </a:lnTo>
                  <a:lnTo>
                    <a:pt x="406" y="8615"/>
                  </a:lnTo>
                  <a:lnTo>
                    <a:pt x="3597" y="8811"/>
                  </a:lnTo>
                  <a:cubicBezTo>
                    <a:pt x="3540" y="8466"/>
                    <a:pt x="3680" y="7007"/>
                    <a:pt x="3680" y="7007"/>
                  </a:cubicBezTo>
                  <a:cubicBezTo>
                    <a:pt x="3680" y="7007"/>
                    <a:pt x="5008" y="6866"/>
                    <a:pt x="5091" y="5547"/>
                  </a:cubicBezTo>
                  <a:cubicBezTo>
                    <a:pt x="5170" y="4227"/>
                    <a:pt x="5091" y="1186"/>
                    <a:pt x="5091" y="1186"/>
                  </a:cubicBezTo>
                  <a:lnTo>
                    <a:pt x="2665" y="1"/>
                  </a:ln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
            <p:cNvSpPr/>
            <p:nvPr/>
          </p:nvSpPr>
          <p:spPr>
            <a:xfrm>
              <a:off x="-114146" y="1855653"/>
              <a:ext cx="15362" cy="15362"/>
            </a:xfrm>
            <a:custGeom>
              <a:rect b="b" l="l" r="r" t="t"/>
              <a:pathLst>
                <a:path extrusionOk="0" h="337" w="337">
                  <a:moveTo>
                    <a:pt x="170" y="0"/>
                  </a:moveTo>
                  <a:cubicBezTo>
                    <a:pt x="75" y="0"/>
                    <a:pt x="0" y="75"/>
                    <a:pt x="0" y="166"/>
                  </a:cubicBezTo>
                  <a:cubicBezTo>
                    <a:pt x="0" y="262"/>
                    <a:pt x="75" y="337"/>
                    <a:pt x="170" y="337"/>
                  </a:cubicBezTo>
                  <a:cubicBezTo>
                    <a:pt x="262" y="337"/>
                    <a:pt x="337" y="262"/>
                    <a:pt x="337" y="166"/>
                  </a:cubicBezTo>
                  <a:cubicBezTo>
                    <a:pt x="337" y="75"/>
                    <a:pt x="262" y="0"/>
                    <a:pt x="17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7"/>
            <p:cNvSpPr/>
            <p:nvPr/>
          </p:nvSpPr>
          <p:spPr>
            <a:xfrm>
              <a:off x="-122123" y="1845579"/>
              <a:ext cx="31271" cy="9436"/>
            </a:xfrm>
            <a:custGeom>
              <a:rect b="b" l="l" r="r" t="t"/>
              <a:pathLst>
                <a:path extrusionOk="0" h="207" w="686">
                  <a:moveTo>
                    <a:pt x="324" y="1"/>
                  </a:moveTo>
                  <a:cubicBezTo>
                    <a:pt x="222" y="1"/>
                    <a:pt x="135" y="37"/>
                    <a:pt x="83" y="72"/>
                  </a:cubicBezTo>
                  <a:cubicBezTo>
                    <a:pt x="22" y="112"/>
                    <a:pt x="0" y="151"/>
                    <a:pt x="9" y="164"/>
                  </a:cubicBezTo>
                  <a:cubicBezTo>
                    <a:pt x="12" y="168"/>
                    <a:pt x="17" y="169"/>
                    <a:pt x="23" y="169"/>
                  </a:cubicBezTo>
                  <a:cubicBezTo>
                    <a:pt x="62" y="169"/>
                    <a:pt x="170" y="111"/>
                    <a:pt x="309" y="111"/>
                  </a:cubicBezTo>
                  <a:cubicBezTo>
                    <a:pt x="321" y="111"/>
                    <a:pt x="333" y="111"/>
                    <a:pt x="345" y="112"/>
                  </a:cubicBezTo>
                  <a:cubicBezTo>
                    <a:pt x="511" y="120"/>
                    <a:pt x="631" y="206"/>
                    <a:pt x="669" y="206"/>
                  </a:cubicBezTo>
                  <a:cubicBezTo>
                    <a:pt x="672" y="206"/>
                    <a:pt x="675" y="205"/>
                    <a:pt x="678" y="203"/>
                  </a:cubicBezTo>
                  <a:cubicBezTo>
                    <a:pt x="686" y="195"/>
                    <a:pt x="669" y="151"/>
                    <a:pt x="617" y="103"/>
                  </a:cubicBezTo>
                  <a:cubicBezTo>
                    <a:pt x="560" y="54"/>
                    <a:pt x="468" y="7"/>
                    <a:pt x="355" y="2"/>
                  </a:cubicBezTo>
                  <a:cubicBezTo>
                    <a:pt x="344" y="1"/>
                    <a:pt x="334" y="1"/>
                    <a:pt x="3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p:nvPr/>
          </p:nvSpPr>
          <p:spPr>
            <a:xfrm>
              <a:off x="-203447" y="1855653"/>
              <a:ext cx="15408" cy="15362"/>
            </a:xfrm>
            <a:custGeom>
              <a:rect b="b" l="l" r="r" t="t"/>
              <a:pathLst>
                <a:path extrusionOk="0" h="337" w="338">
                  <a:moveTo>
                    <a:pt x="172" y="0"/>
                  </a:moveTo>
                  <a:cubicBezTo>
                    <a:pt x="75" y="0"/>
                    <a:pt x="1" y="75"/>
                    <a:pt x="1" y="166"/>
                  </a:cubicBezTo>
                  <a:cubicBezTo>
                    <a:pt x="1" y="262"/>
                    <a:pt x="75" y="337"/>
                    <a:pt x="172" y="337"/>
                  </a:cubicBezTo>
                  <a:cubicBezTo>
                    <a:pt x="263" y="337"/>
                    <a:pt x="338" y="262"/>
                    <a:pt x="338" y="166"/>
                  </a:cubicBezTo>
                  <a:cubicBezTo>
                    <a:pt x="338" y="75"/>
                    <a:pt x="263" y="0"/>
                    <a:pt x="17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213977" y="1845579"/>
              <a:ext cx="31362" cy="9436"/>
            </a:xfrm>
            <a:custGeom>
              <a:rect b="b" l="l" r="r" t="t"/>
              <a:pathLst>
                <a:path extrusionOk="0" h="207" w="688">
                  <a:moveTo>
                    <a:pt x="324" y="1"/>
                  </a:moveTo>
                  <a:cubicBezTo>
                    <a:pt x="223" y="1"/>
                    <a:pt x="136" y="37"/>
                    <a:pt x="84" y="72"/>
                  </a:cubicBezTo>
                  <a:cubicBezTo>
                    <a:pt x="22" y="112"/>
                    <a:pt x="0" y="151"/>
                    <a:pt x="10" y="164"/>
                  </a:cubicBezTo>
                  <a:cubicBezTo>
                    <a:pt x="12" y="168"/>
                    <a:pt x="16" y="169"/>
                    <a:pt x="22" y="169"/>
                  </a:cubicBezTo>
                  <a:cubicBezTo>
                    <a:pt x="59" y="169"/>
                    <a:pt x="170" y="111"/>
                    <a:pt x="310" y="111"/>
                  </a:cubicBezTo>
                  <a:cubicBezTo>
                    <a:pt x="322" y="111"/>
                    <a:pt x="334" y="111"/>
                    <a:pt x="346" y="112"/>
                  </a:cubicBezTo>
                  <a:cubicBezTo>
                    <a:pt x="512" y="120"/>
                    <a:pt x="628" y="206"/>
                    <a:pt x="665" y="206"/>
                  </a:cubicBezTo>
                  <a:cubicBezTo>
                    <a:pt x="668" y="206"/>
                    <a:pt x="671" y="205"/>
                    <a:pt x="674" y="203"/>
                  </a:cubicBezTo>
                  <a:cubicBezTo>
                    <a:pt x="687" y="195"/>
                    <a:pt x="669" y="151"/>
                    <a:pt x="613" y="103"/>
                  </a:cubicBezTo>
                  <a:cubicBezTo>
                    <a:pt x="560" y="54"/>
                    <a:pt x="468" y="7"/>
                    <a:pt x="355" y="2"/>
                  </a:cubicBezTo>
                  <a:cubicBezTo>
                    <a:pt x="344" y="1"/>
                    <a:pt x="334" y="1"/>
                    <a:pt x="32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185669" y="1931689"/>
              <a:ext cx="45084" cy="24525"/>
            </a:xfrm>
            <a:custGeom>
              <a:rect b="b" l="l" r="r" t="t"/>
              <a:pathLst>
                <a:path extrusionOk="0" h="538" w="989">
                  <a:moveTo>
                    <a:pt x="79" y="1"/>
                  </a:moveTo>
                  <a:cubicBezTo>
                    <a:pt x="77" y="1"/>
                    <a:pt x="86" y="8"/>
                    <a:pt x="109" y="23"/>
                  </a:cubicBezTo>
                  <a:cubicBezTo>
                    <a:pt x="109" y="23"/>
                    <a:pt x="0" y="333"/>
                    <a:pt x="385" y="495"/>
                  </a:cubicBezTo>
                  <a:cubicBezTo>
                    <a:pt x="458" y="525"/>
                    <a:pt x="525" y="538"/>
                    <a:pt x="586" y="538"/>
                  </a:cubicBezTo>
                  <a:cubicBezTo>
                    <a:pt x="840" y="538"/>
                    <a:pt x="988" y="325"/>
                    <a:pt x="988" y="325"/>
                  </a:cubicBezTo>
                  <a:cubicBezTo>
                    <a:pt x="663" y="325"/>
                    <a:pt x="94" y="1"/>
                    <a:pt x="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230706" y="2000659"/>
              <a:ext cx="79728" cy="41801"/>
            </a:xfrm>
            <a:custGeom>
              <a:rect b="b" l="l" r="r" t="t"/>
              <a:pathLst>
                <a:path extrusionOk="0" h="917" w="1749">
                  <a:moveTo>
                    <a:pt x="0" y="0"/>
                  </a:moveTo>
                  <a:cubicBezTo>
                    <a:pt x="0" y="0"/>
                    <a:pt x="376" y="916"/>
                    <a:pt x="1608" y="916"/>
                  </a:cubicBezTo>
                  <a:cubicBezTo>
                    <a:pt x="1644" y="916"/>
                    <a:pt x="1681" y="915"/>
                    <a:pt x="1718" y="914"/>
                  </a:cubicBezTo>
                  <a:lnTo>
                    <a:pt x="1749" y="591"/>
                  </a:lnTo>
                  <a:lnTo>
                    <a:pt x="1749" y="591"/>
                  </a:lnTo>
                  <a:cubicBezTo>
                    <a:pt x="1749" y="591"/>
                    <a:pt x="1748" y="591"/>
                    <a:pt x="1747" y="591"/>
                  </a:cubicBezTo>
                  <a:cubicBezTo>
                    <a:pt x="1700" y="591"/>
                    <a:pt x="838" y="583"/>
                    <a:pt x="0" y="0"/>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463782" y="1667843"/>
              <a:ext cx="411450" cy="438026"/>
            </a:xfrm>
            <a:custGeom>
              <a:rect b="b" l="l" r="r" t="t"/>
              <a:pathLst>
                <a:path extrusionOk="0" h="9609" w="9026">
                  <a:moveTo>
                    <a:pt x="5554" y="1"/>
                  </a:moveTo>
                  <a:cubicBezTo>
                    <a:pt x="5335" y="1"/>
                    <a:pt x="5151" y="25"/>
                    <a:pt x="5000" y="25"/>
                  </a:cubicBezTo>
                  <a:cubicBezTo>
                    <a:pt x="4633" y="25"/>
                    <a:pt x="3147" y="322"/>
                    <a:pt x="2142" y="1677"/>
                  </a:cubicBezTo>
                  <a:lnTo>
                    <a:pt x="2138" y="1672"/>
                  </a:lnTo>
                  <a:cubicBezTo>
                    <a:pt x="1775" y="2053"/>
                    <a:pt x="1254" y="3289"/>
                    <a:pt x="1194" y="3727"/>
                  </a:cubicBezTo>
                  <a:cubicBezTo>
                    <a:pt x="1137" y="4163"/>
                    <a:pt x="1211" y="4605"/>
                    <a:pt x="1206" y="5046"/>
                  </a:cubicBezTo>
                  <a:cubicBezTo>
                    <a:pt x="1202" y="5488"/>
                    <a:pt x="1101" y="5960"/>
                    <a:pt x="774" y="6252"/>
                  </a:cubicBezTo>
                  <a:cubicBezTo>
                    <a:pt x="564" y="6440"/>
                    <a:pt x="272" y="6545"/>
                    <a:pt x="145" y="6795"/>
                  </a:cubicBezTo>
                  <a:cubicBezTo>
                    <a:pt x="0" y="7087"/>
                    <a:pt x="163" y="7459"/>
                    <a:pt x="433" y="7642"/>
                  </a:cubicBezTo>
                  <a:cubicBezTo>
                    <a:pt x="669" y="7796"/>
                    <a:pt x="953" y="7837"/>
                    <a:pt x="1237" y="7837"/>
                  </a:cubicBezTo>
                  <a:cubicBezTo>
                    <a:pt x="1284" y="7837"/>
                    <a:pt x="1330" y="7836"/>
                    <a:pt x="1377" y="7834"/>
                  </a:cubicBezTo>
                  <a:lnTo>
                    <a:pt x="1377" y="7834"/>
                  </a:lnTo>
                  <a:cubicBezTo>
                    <a:pt x="1303" y="8485"/>
                    <a:pt x="1805" y="9150"/>
                    <a:pt x="2452" y="9250"/>
                  </a:cubicBezTo>
                  <a:cubicBezTo>
                    <a:pt x="2510" y="9259"/>
                    <a:pt x="2567" y="9263"/>
                    <a:pt x="2625" y="9263"/>
                  </a:cubicBezTo>
                  <a:cubicBezTo>
                    <a:pt x="2901" y="9263"/>
                    <a:pt x="3172" y="9164"/>
                    <a:pt x="3396" y="9001"/>
                  </a:cubicBezTo>
                  <a:cubicBezTo>
                    <a:pt x="3619" y="9215"/>
                    <a:pt x="3850" y="9421"/>
                    <a:pt x="4100" y="9609"/>
                  </a:cubicBezTo>
                  <a:cubicBezTo>
                    <a:pt x="4157" y="7686"/>
                    <a:pt x="4113" y="5763"/>
                    <a:pt x="3977" y="3848"/>
                  </a:cubicBezTo>
                  <a:cubicBezTo>
                    <a:pt x="4860" y="3691"/>
                    <a:pt x="6438" y="3215"/>
                    <a:pt x="6713" y="1808"/>
                  </a:cubicBezTo>
                  <a:cubicBezTo>
                    <a:pt x="7063" y="2608"/>
                    <a:pt x="7600" y="3049"/>
                    <a:pt x="8308" y="3657"/>
                  </a:cubicBezTo>
                  <a:cubicBezTo>
                    <a:pt x="8308" y="3657"/>
                    <a:pt x="9025" y="2459"/>
                    <a:pt x="7718" y="1101"/>
                  </a:cubicBezTo>
                  <a:cubicBezTo>
                    <a:pt x="6794" y="142"/>
                    <a:pt x="6076" y="1"/>
                    <a:pt x="555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277933" y="1746249"/>
              <a:ext cx="120572" cy="78999"/>
            </a:xfrm>
            <a:custGeom>
              <a:rect b="b" l="l" r="r" t="t"/>
              <a:pathLst>
                <a:path extrusionOk="0" h="1733" w="2645">
                  <a:moveTo>
                    <a:pt x="2575" y="0"/>
                  </a:moveTo>
                  <a:cubicBezTo>
                    <a:pt x="2575" y="0"/>
                    <a:pt x="2575" y="0"/>
                    <a:pt x="2575" y="0"/>
                  </a:cubicBezTo>
                  <a:cubicBezTo>
                    <a:pt x="2553" y="0"/>
                    <a:pt x="2583" y="210"/>
                    <a:pt x="2522" y="529"/>
                  </a:cubicBezTo>
                  <a:cubicBezTo>
                    <a:pt x="2488" y="686"/>
                    <a:pt x="2431" y="875"/>
                    <a:pt x="2313" y="1049"/>
                  </a:cubicBezTo>
                  <a:cubicBezTo>
                    <a:pt x="2195" y="1224"/>
                    <a:pt x="2016" y="1378"/>
                    <a:pt x="1788" y="1473"/>
                  </a:cubicBezTo>
                  <a:cubicBezTo>
                    <a:pt x="1485" y="1602"/>
                    <a:pt x="1177" y="1629"/>
                    <a:pt x="907" y="1629"/>
                  </a:cubicBezTo>
                  <a:cubicBezTo>
                    <a:pt x="772" y="1629"/>
                    <a:pt x="647" y="1622"/>
                    <a:pt x="538" y="1618"/>
                  </a:cubicBezTo>
                  <a:cubicBezTo>
                    <a:pt x="372" y="1609"/>
                    <a:pt x="238" y="1604"/>
                    <a:pt x="145" y="1604"/>
                  </a:cubicBezTo>
                  <a:cubicBezTo>
                    <a:pt x="52" y="1604"/>
                    <a:pt x="1" y="1609"/>
                    <a:pt x="1" y="1618"/>
                  </a:cubicBezTo>
                  <a:cubicBezTo>
                    <a:pt x="1" y="1636"/>
                    <a:pt x="202" y="1662"/>
                    <a:pt x="534" y="1701"/>
                  </a:cubicBezTo>
                  <a:cubicBezTo>
                    <a:pt x="670" y="1715"/>
                    <a:pt x="836" y="1733"/>
                    <a:pt x="1018" y="1733"/>
                  </a:cubicBezTo>
                  <a:cubicBezTo>
                    <a:pt x="1269" y="1733"/>
                    <a:pt x="1553" y="1699"/>
                    <a:pt x="1836" y="1578"/>
                  </a:cubicBezTo>
                  <a:cubicBezTo>
                    <a:pt x="2081" y="1478"/>
                    <a:pt x="2282" y="1303"/>
                    <a:pt x="2405" y="1106"/>
                  </a:cubicBezTo>
                  <a:cubicBezTo>
                    <a:pt x="2527" y="914"/>
                    <a:pt x="2579" y="713"/>
                    <a:pt x="2601" y="543"/>
                  </a:cubicBezTo>
                  <a:cubicBezTo>
                    <a:pt x="2645" y="209"/>
                    <a:pt x="2584" y="0"/>
                    <a:pt x="257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434699" y="1751811"/>
              <a:ext cx="83922" cy="216666"/>
            </a:xfrm>
            <a:custGeom>
              <a:rect b="b" l="l" r="r" t="t"/>
              <a:pathLst>
                <a:path extrusionOk="0" h="4753" w="1841">
                  <a:moveTo>
                    <a:pt x="1826" y="1"/>
                  </a:moveTo>
                  <a:cubicBezTo>
                    <a:pt x="1817" y="1"/>
                    <a:pt x="1753" y="49"/>
                    <a:pt x="1643" y="132"/>
                  </a:cubicBezTo>
                  <a:cubicBezTo>
                    <a:pt x="1530" y="223"/>
                    <a:pt x="1368" y="360"/>
                    <a:pt x="1181" y="543"/>
                  </a:cubicBezTo>
                  <a:cubicBezTo>
                    <a:pt x="993" y="722"/>
                    <a:pt x="774" y="949"/>
                    <a:pt x="586" y="1242"/>
                  </a:cubicBezTo>
                  <a:cubicBezTo>
                    <a:pt x="394" y="1534"/>
                    <a:pt x="233" y="1897"/>
                    <a:pt x="193" y="2304"/>
                  </a:cubicBezTo>
                  <a:cubicBezTo>
                    <a:pt x="167" y="2510"/>
                    <a:pt x="184" y="2710"/>
                    <a:pt x="227" y="2898"/>
                  </a:cubicBezTo>
                  <a:cubicBezTo>
                    <a:pt x="276" y="3087"/>
                    <a:pt x="350" y="3257"/>
                    <a:pt x="416" y="3414"/>
                  </a:cubicBezTo>
                  <a:cubicBezTo>
                    <a:pt x="551" y="3724"/>
                    <a:pt x="634" y="4025"/>
                    <a:pt x="578" y="4267"/>
                  </a:cubicBezTo>
                  <a:cubicBezTo>
                    <a:pt x="525" y="4511"/>
                    <a:pt x="346" y="4651"/>
                    <a:pt x="219" y="4695"/>
                  </a:cubicBezTo>
                  <a:cubicBezTo>
                    <a:pt x="150" y="4720"/>
                    <a:pt x="94" y="4725"/>
                    <a:pt x="56" y="4725"/>
                  </a:cubicBezTo>
                  <a:cubicBezTo>
                    <a:pt x="34" y="4725"/>
                    <a:pt x="18" y="4723"/>
                    <a:pt x="9" y="4723"/>
                  </a:cubicBezTo>
                  <a:cubicBezTo>
                    <a:pt x="4" y="4723"/>
                    <a:pt x="1" y="4724"/>
                    <a:pt x="1" y="4725"/>
                  </a:cubicBezTo>
                  <a:cubicBezTo>
                    <a:pt x="1" y="4729"/>
                    <a:pt x="23" y="4739"/>
                    <a:pt x="57" y="4747"/>
                  </a:cubicBezTo>
                  <a:cubicBezTo>
                    <a:pt x="74" y="4751"/>
                    <a:pt x="94" y="4753"/>
                    <a:pt x="117" y="4753"/>
                  </a:cubicBezTo>
                  <a:cubicBezTo>
                    <a:pt x="150" y="4753"/>
                    <a:pt x="189" y="4749"/>
                    <a:pt x="233" y="4739"/>
                  </a:cubicBezTo>
                  <a:cubicBezTo>
                    <a:pt x="376" y="4703"/>
                    <a:pt x="586" y="4559"/>
                    <a:pt x="656" y="4288"/>
                  </a:cubicBezTo>
                  <a:cubicBezTo>
                    <a:pt x="731" y="4017"/>
                    <a:pt x="647" y="3690"/>
                    <a:pt x="516" y="3375"/>
                  </a:cubicBezTo>
                  <a:cubicBezTo>
                    <a:pt x="451" y="3213"/>
                    <a:pt x="380" y="3047"/>
                    <a:pt x="342" y="2872"/>
                  </a:cubicBezTo>
                  <a:cubicBezTo>
                    <a:pt x="298" y="2698"/>
                    <a:pt x="285" y="2510"/>
                    <a:pt x="306" y="2317"/>
                  </a:cubicBezTo>
                  <a:cubicBezTo>
                    <a:pt x="346" y="1933"/>
                    <a:pt x="499" y="1587"/>
                    <a:pt x="673" y="1304"/>
                  </a:cubicBezTo>
                  <a:cubicBezTo>
                    <a:pt x="857" y="1015"/>
                    <a:pt x="1062" y="788"/>
                    <a:pt x="1237" y="600"/>
                  </a:cubicBezTo>
                  <a:cubicBezTo>
                    <a:pt x="1600" y="233"/>
                    <a:pt x="1840" y="14"/>
                    <a:pt x="1827" y="1"/>
                  </a:cubicBezTo>
                  <a:cubicBezTo>
                    <a:pt x="1827" y="1"/>
                    <a:pt x="1826" y="1"/>
                    <a:pt x="182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84880" y="1790649"/>
              <a:ext cx="89119" cy="119661"/>
            </a:xfrm>
            <a:custGeom>
              <a:rect b="b" l="l" r="r" t="t"/>
              <a:pathLst>
                <a:path extrusionOk="0" h="2625" w="1955">
                  <a:moveTo>
                    <a:pt x="40" y="1"/>
                  </a:moveTo>
                  <a:cubicBezTo>
                    <a:pt x="40" y="1"/>
                    <a:pt x="40" y="1"/>
                    <a:pt x="40" y="1"/>
                  </a:cubicBezTo>
                  <a:cubicBezTo>
                    <a:pt x="40" y="1"/>
                    <a:pt x="40" y="1"/>
                    <a:pt x="40" y="1"/>
                  </a:cubicBezTo>
                  <a:lnTo>
                    <a:pt x="40" y="1"/>
                  </a:lnTo>
                  <a:cubicBezTo>
                    <a:pt x="26" y="1"/>
                    <a:pt x="0" y="232"/>
                    <a:pt x="44" y="595"/>
                  </a:cubicBezTo>
                  <a:cubicBezTo>
                    <a:pt x="92" y="958"/>
                    <a:pt x="219" y="1469"/>
                    <a:pt x="508" y="1959"/>
                  </a:cubicBezTo>
                  <a:cubicBezTo>
                    <a:pt x="651" y="2203"/>
                    <a:pt x="831" y="2427"/>
                    <a:pt x="1067" y="2540"/>
                  </a:cubicBezTo>
                  <a:cubicBezTo>
                    <a:pt x="1178" y="2597"/>
                    <a:pt x="1297" y="2624"/>
                    <a:pt x="1408" y="2624"/>
                  </a:cubicBezTo>
                  <a:cubicBezTo>
                    <a:pt x="1528" y="2624"/>
                    <a:pt x="1640" y="2593"/>
                    <a:pt x="1726" y="2532"/>
                  </a:cubicBezTo>
                  <a:cubicBezTo>
                    <a:pt x="1897" y="2418"/>
                    <a:pt x="1954" y="2252"/>
                    <a:pt x="1954" y="2147"/>
                  </a:cubicBezTo>
                  <a:cubicBezTo>
                    <a:pt x="1954" y="2042"/>
                    <a:pt x="1917" y="1989"/>
                    <a:pt x="1911" y="1989"/>
                  </a:cubicBezTo>
                  <a:cubicBezTo>
                    <a:pt x="1910" y="1989"/>
                    <a:pt x="1910" y="1989"/>
                    <a:pt x="1910" y="1989"/>
                  </a:cubicBezTo>
                  <a:cubicBezTo>
                    <a:pt x="1902" y="1989"/>
                    <a:pt x="1924" y="2046"/>
                    <a:pt x="1910" y="2142"/>
                  </a:cubicBezTo>
                  <a:cubicBezTo>
                    <a:pt x="1893" y="2235"/>
                    <a:pt x="1831" y="2378"/>
                    <a:pt x="1683" y="2461"/>
                  </a:cubicBezTo>
                  <a:cubicBezTo>
                    <a:pt x="1616" y="2503"/>
                    <a:pt x="1529" y="2525"/>
                    <a:pt x="1435" y="2525"/>
                  </a:cubicBezTo>
                  <a:cubicBezTo>
                    <a:pt x="1332" y="2525"/>
                    <a:pt x="1220" y="2499"/>
                    <a:pt x="1115" y="2445"/>
                  </a:cubicBezTo>
                  <a:cubicBezTo>
                    <a:pt x="914" y="2344"/>
                    <a:pt x="748" y="2134"/>
                    <a:pt x="608" y="1898"/>
                  </a:cubicBezTo>
                  <a:cubicBezTo>
                    <a:pt x="328" y="1426"/>
                    <a:pt x="193" y="936"/>
                    <a:pt x="127" y="583"/>
                  </a:cubicBezTo>
                  <a:cubicBezTo>
                    <a:pt x="63" y="227"/>
                    <a:pt x="58" y="1"/>
                    <a:pt x="4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90897" y="2826977"/>
              <a:ext cx="205087" cy="1628251"/>
            </a:xfrm>
            <a:custGeom>
              <a:rect b="b" l="l" r="r" t="t"/>
              <a:pathLst>
                <a:path extrusionOk="0" h="35719" w="4499">
                  <a:moveTo>
                    <a:pt x="1" y="0"/>
                  </a:moveTo>
                  <a:lnTo>
                    <a:pt x="640" y="35718"/>
                  </a:lnTo>
                  <a:cubicBezTo>
                    <a:pt x="640" y="35718"/>
                    <a:pt x="3930" y="24019"/>
                    <a:pt x="4214" y="19308"/>
                  </a:cubicBezTo>
                  <a:cubicBezTo>
                    <a:pt x="4498" y="14593"/>
                    <a:pt x="1" y="1"/>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477919" y="2696154"/>
              <a:ext cx="441491" cy="1776418"/>
            </a:xfrm>
            <a:custGeom>
              <a:rect b="b" l="l" r="r" t="t"/>
              <a:pathLst>
                <a:path extrusionOk="0" h="38742" w="9685">
                  <a:moveTo>
                    <a:pt x="8347" y="0"/>
                  </a:moveTo>
                  <a:lnTo>
                    <a:pt x="2146" y="162"/>
                  </a:lnTo>
                  <a:cubicBezTo>
                    <a:pt x="2145" y="162"/>
                    <a:pt x="2145" y="162"/>
                    <a:pt x="2144" y="162"/>
                  </a:cubicBezTo>
                  <a:cubicBezTo>
                    <a:pt x="2028" y="162"/>
                    <a:pt x="74" y="3039"/>
                    <a:pt x="9" y="5519"/>
                  </a:cubicBezTo>
                  <a:cubicBezTo>
                    <a:pt x="1" y="5759"/>
                    <a:pt x="13" y="6009"/>
                    <a:pt x="35" y="6253"/>
                  </a:cubicBezTo>
                  <a:cubicBezTo>
                    <a:pt x="114" y="7123"/>
                    <a:pt x="332" y="7980"/>
                    <a:pt x="656" y="8793"/>
                  </a:cubicBezTo>
                  <a:cubicBezTo>
                    <a:pt x="2321" y="13001"/>
                    <a:pt x="4043" y="17996"/>
                    <a:pt x="4069" y="19132"/>
                  </a:cubicBezTo>
                  <a:cubicBezTo>
                    <a:pt x="4156" y="22633"/>
                    <a:pt x="4842" y="38741"/>
                    <a:pt x="4842" y="38741"/>
                  </a:cubicBezTo>
                  <a:lnTo>
                    <a:pt x="9685" y="38400"/>
                  </a:lnTo>
                  <a:lnTo>
                    <a:pt x="9527" y="19132"/>
                  </a:lnTo>
                  <a:lnTo>
                    <a:pt x="834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260975" y="2710052"/>
              <a:ext cx="102840" cy="1755934"/>
            </a:xfrm>
            <a:custGeom>
              <a:rect b="b" l="l" r="r" t="t"/>
              <a:pathLst>
                <a:path extrusionOk="0" h="38520" w="2256">
                  <a:moveTo>
                    <a:pt x="32" y="0"/>
                  </a:moveTo>
                  <a:cubicBezTo>
                    <a:pt x="31" y="0"/>
                    <a:pt x="31" y="1"/>
                    <a:pt x="31" y="1"/>
                  </a:cubicBezTo>
                  <a:cubicBezTo>
                    <a:pt x="31" y="1"/>
                    <a:pt x="31" y="1"/>
                    <a:pt x="31" y="1"/>
                  </a:cubicBezTo>
                  <a:cubicBezTo>
                    <a:pt x="33" y="1"/>
                    <a:pt x="34" y="2"/>
                    <a:pt x="36" y="4"/>
                  </a:cubicBezTo>
                  <a:lnTo>
                    <a:pt x="36" y="4"/>
                  </a:lnTo>
                  <a:cubicBezTo>
                    <a:pt x="34" y="2"/>
                    <a:pt x="33" y="0"/>
                    <a:pt x="32" y="0"/>
                  </a:cubicBezTo>
                  <a:close/>
                  <a:moveTo>
                    <a:pt x="36" y="4"/>
                  </a:moveTo>
                  <a:cubicBezTo>
                    <a:pt x="46" y="29"/>
                    <a:pt x="53" y="165"/>
                    <a:pt x="53" y="389"/>
                  </a:cubicBezTo>
                  <a:cubicBezTo>
                    <a:pt x="57" y="647"/>
                    <a:pt x="57" y="1023"/>
                    <a:pt x="57" y="1512"/>
                  </a:cubicBezTo>
                  <a:cubicBezTo>
                    <a:pt x="61" y="2492"/>
                    <a:pt x="0" y="3908"/>
                    <a:pt x="61" y="5655"/>
                  </a:cubicBezTo>
                  <a:cubicBezTo>
                    <a:pt x="79" y="6092"/>
                    <a:pt x="93" y="6547"/>
                    <a:pt x="131" y="7023"/>
                  </a:cubicBezTo>
                  <a:cubicBezTo>
                    <a:pt x="158" y="7500"/>
                    <a:pt x="202" y="7993"/>
                    <a:pt x="254" y="8505"/>
                  </a:cubicBezTo>
                  <a:cubicBezTo>
                    <a:pt x="359" y="9527"/>
                    <a:pt x="503" y="10620"/>
                    <a:pt x="682" y="11760"/>
                  </a:cubicBezTo>
                  <a:cubicBezTo>
                    <a:pt x="865" y="12902"/>
                    <a:pt x="1071" y="14098"/>
                    <a:pt x="1241" y="15344"/>
                  </a:cubicBezTo>
                  <a:cubicBezTo>
                    <a:pt x="1416" y="16585"/>
                    <a:pt x="1556" y="17884"/>
                    <a:pt x="1626" y="19211"/>
                  </a:cubicBezTo>
                  <a:cubicBezTo>
                    <a:pt x="1705" y="20544"/>
                    <a:pt x="1687" y="21847"/>
                    <a:pt x="1713" y="23106"/>
                  </a:cubicBezTo>
                  <a:cubicBezTo>
                    <a:pt x="1735" y="24364"/>
                    <a:pt x="1761" y="25575"/>
                    <a:pt x="1797" y="26728"/>
                  </a:cubicBezTo>
                  <a:cubicBezTo>
                    <a:pt x="1870" y="29040"/>
                    <a:pt x="1954" y="31120"/>
                    <a:pt x="2023" y="32868"/>
                  </a:cubicBezTo>
                  <a:cubicBezTo>
                    <a:pt x="2164" y="36295"/>
                    <a:pt x="2243" y="38205"/>
                    <a:pt x="2255" y="38519"/>
                  </a:cubicBezTo>
                  <a:cubicBezTo>
                    <a:pt x="2255" y="38519"/>
                    <a:pt x="2251" y="38383"/>
                    <a:pt x="2247" y="38126"/>
                  </a:cubicBezTo>
                  <a:cubicBezTo>
                    <a:pt x="2237" y="37864"/>
                    <a:pt x="2225" y="37487"/>
                    <a:pt x="2211" y="37003"/>
                  </a:cubicBezTo>
                  <a:cubicBezTo>
                    <a:pt x="2172" y="36019"/>
                    <a:pt x="2124" y="34607"/>
                    <a:pt x="2059" y="32864"/>
                  </a:cubicBezTo>
                  <a:cubicBezTo>
                    <a:pt x="1993" y="31120"/>
                    <a:pt x="1910" y="29040"/>
                    <a:pt x="1840" y="26728"/>
                  </a:cubicBezTo>
                  <a:cubicBezTo>
                    <a:pt x="1809" y="25575"/>
                    <a:pt x="1779" y="24360"/>
                    <a:pt x="1761" y="23106"/>
                  </a:cubicBezTo>
                  <a:cubicBezTo>
                    <a:pt x="1735" y="21847"/>
                    <a:pt x="1753" y="20544"/>
                    <a:pt x="1674" y="19211"/>
                  </a:cubicBezTo>
                  <a:cubicBezTo>
                    <a:pt x="1600" y="17878"/>
                    <a:pt x="1464" y="16581"/>
                    <a:pt x="1289" y="15335"/>
                  </a:cubicBezTo>
                  <a:cubicBezTo>
                    <a:pt x="1115" y="14090"/>
                    <a:pt x="905" y="12892"/>
                    <a:pt x="726" y="11752"/>
                  </a:cubicBezTo>
                  <a:cubicBezTo>
                    <a:pt x="542" y="10611"/>
                    <a:pt x="398" y="9523"/>
                    <a:pt x="293" y="8505"/>
                  </a:cubicBezTo>
                  <a:cubicBezTo>
                    <a:pt x="240" y="7993"/>
                    <a:pt x="192" y="7500"/>
                    <a:pt x="166" y="7023"/>
                  </a:cubicBezTo>
                  <a:cubicBezTo>
                    <a:pt x="127" y="6547"/>
                    <a:pt x="113" y="6088"/>
                    <a:pt x="93" y="5651"/>
                  </a:cubicBezTo>
                  <a:cubicBezTo>
                    <a:pt x="26" y="3908"/>
                    <a:pt x="83" y="2492"/>
                    <a:pt x="75" y="1512"/>
                  </a:cubicBezTo>
                  <a:cubicBezTo>
                    <a:pt x="75" y="592"/>
                    <a:pt x="63" y="54"/>
                    <a:pt x="36" y="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p:nvPr/>
          </p:nvSpPr>
          <p:spPr>
            <a:xfrm>
              <a:off x="-258422" y="4440821"/>
              <a:ext cx="221999" cy="33505"/>
            </a:xfrm>
            <a:custGeom>
              <a:rect b="b" l="l" r="r" t="t"/>
              <a:pathLst>
                <a:path extrusionOk="0" h="735" w="4870">
                  <a:moveTo>
                    <a:pt x="1" y="1"/>
                  </a:moveTo>
                  <a:lnTo>
                    <a:pt x="1" y="735"/>
                  </a:lnTo>
                  <a:lnTo>
                    <a:pt x="4870" y="735"/>
                  </a:lnTo>
                  <a:lnTo>
                    <a:pt x="4870" y="1"/>
                  </a:ln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245841" y="2706496"/>
              <a:ext cx="2462" cy="10348"/>
            </a:xfrm>
            <a:custGeom>
              <a:rect b="b" l="l" r="r" t="t"/>
              <a:pathLst>
                <a:path extrusionOk="0" h="227" w="54">
                  <a:moveTo>
                    <a:pt x="23" y="0"/>
                  </a:moveTo>
                  <a:cubicBezTo>
                    <a:pt x="9" y="0"/>
                    <a:pt x="1" y="53"/>
                    <a:pt x="5" y="113"/>
                  </a:cubicBezTo>
                  <a:cubicBezTo>
                    <a:pt x="5" y="174"/>
                    <a:pt x="17" y="227"/>
                    <a:pt x="31" y="227"/>
                  </a:cubicBezTo>
                  <a:cubicBezTo>
                    <a:pt x="44" y="223"/>
                    <a:pt x="53" y="174"/>
                    <a:pt x="49" y="113"/>
                  </a:cubicBezTo>
                  <a:cubicBezTo>
                    <a:pt x="49" y="53"/>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a:off x="-245248" y="2727009"/>
              <a:ext cx="2416" cy="10165"/>
            </a:xfrm>
            <a:custGeom>
              <a:rect b="b" l="l" r="r" t="t"/>
              <a:pathLst>
                <a:path extrusionOk="0" h="223" w="53">
                  <a:moveTo>
                    <a:pt x="22" y="0"/>
                  </a:moveTo>
                  <a:cubicBezTo>
                    <a:pt x="10" y="0"/>
                    <a:pt x="0" y="48"/>
                    <a:pt x="4" y="113"/>
                  </a:cubicBezTo>
                  <a:cubicBezTo>
                    <a:pt x="4" y="174"/>
                    <a:pt x="18" y="223"/>
                    <a:pt x="31" y="223"/>
                  </a:cubicBezTo>
                  <a:cubicBezTo>
                    <a:pt x="44" y="223"/>
                    <a:pt x="53" y="174"/>
                    <a:pt x="49" y="109"/>
                  </a:cubicBezTo>
                  <a:cubicBezTo>
                    <a:pt x="49" y="48"/>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p:nvPr/>
          </p:nvSpPr>
          <p:spPr>
            <a:xfrm>
              <a:off x="-244655" y="2747295"/>
              <a:ext cx="2462" cy="10393"/>
            </a:xfrm>
            <a:custGeom>
              <a:rect b="b" l="l" r="r" t="t"/>
              <a:pathLst>
                <a:path extrusionOk="0" h="228" w="54">
                  <a:moveTo>
                    <a:pt x="23" y="1"/>
                  </a:moveTo>
                  <a:cubicBezTo>
                    <a:pt x="9" y="5"/>
                    <a:pt x="1" y="53"/>
                    <a:pt x="5" y="114"/>
                  </a:cubicBezTo>
                  <a:cubicBezTo>
                    <a:pt x="5" y="175"/>
                    <a:pt x="18" y="227"/>
                    <a:pt x="31" y="227"/>
                  </a:cubicBezTo>
                  <a:cubicBezTo>
                    <a:pt x="44" y="227"/>
                    <a:pt x="53" y="175"/>
                    <a:pt x="49" y="114"/>
                  </a:cubicBezTo>
                  <a:cubicBezTo>
                    <a:pt x="49" y="53"/>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p:nvPr/>
          </p:nvSpPr>
          <p:spPr>
            <a:xfrm>
              <a:off x="-244063" y="2767808"/>
              <a:ext cx="2416" cy="10211"/>
            </a:xfrm>
            <a:custGeom>
              <a:rect b="b" l="l" r="r" t="t"/>
              <a:pathLst>
                <a:path extrusionOk="0" h="224" w="53">
                  <a:moveTo>
                    <a:pt x="23" y="1"/>
                  </a:moveTo>
                  <a:cubicBezTo>
                    <a:pt x="10" y="1"/>
                    <a:pt x="0" y="53"/>
                    <a:pt x="5" y="114"/>
                  </a:cubicBezTo>
                  <a:cubicBezTo>
                    <a:pt x="5" y="176"/>
                    <a:pt x="18" y="223"/>
                    <a:pt x="31" y="223"/>
                  </a:cubicBezTo>
                  <a:cubicBezTo>
                    <a:pt x="45" y="223"/>
                    <a:pt x="53" y="176"/>
                    <a:pt x="49" y="110"/>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243425" y="2788321"/>
              <a:ext cx="2416" cy="10257"/>
            </a:xfrm>
            <a:custGeom>
              <a:rect b="b" l="l" r="r" t="t"/>
              <a:pathLst>
                <a:path extrusionOk="0" h="225" w="53">
                  <a:moveTo>
                    <a:pt x="24" y="1"/>
                  </a:moveTo>
                  <a:cubicBezTo>
                    <a:pt x="23" y="1"/>
                    <a:pt x="23" y="1"/>
                    <a:pt x="22" y="1"/>
                  </a:cubicBezTo>
                  <a:cubicBezTo>
                    <a:pt x="9" y="1"/>
                    <a:pt x="0" y="49"/>
                    <a:pt x="4" y="110"/>
                  </a:cubicBezTo>
                  <a:cubicBezTo>
                    <a:pt x="4" y="176"/>
                    <a:pt x="17" y="224"/>
                    <a:pt x="31" y="224"/>
                  </a:cubicBezTo>
                  <a:cubicBezTo>
                    <a:pt x="43" y="224"/>
                    <a:pt x="53" y="172"/>
                    <a:pt x="48" y="110"/>
                  </a:cubicBezTo>
                  <a:cubicBezTo>
                    <a:pt x="48" y="51"/>
                    <a:pt x="36" y="1"/>
                    <a:pt x="2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242878" y="2808652"/>
              <a:ext cx="2462" cy="10257"/>
            </a:xfrm>
            <a:custGeom>
              <a:rect b="b" l="l" r="r" t="t"/>
              <a:pathLst>
                <a:path extrusionOk="0" h="225" w="54">
                  <a:moveTo>
                    <a:pt x="23" y="1"/>
                  </a:moveTo>
                  <a:cubicBezTo>
                    <a:pt x="10" y="1"/>
                    <a:pt x="1" y="53"/>
                    <a:pt x="5" y="114"/>
                  </a:cubicBezTo>
                  <a:cubicBezTo>
                    <a:pt x="5" y="173"/>
                    <a:pt x="18" y="224"/>
                    <a:pt x="30" y="224"/>
                  </a:cubicBezTo>
                  <a:cubicBezTo>
                    <a:pt x="30" y="224"/>
                    <a:pt x="31" y="224"/>
                    <a:pt x="31" y="224"/>
                  </a:cubicBezTo>
                  <a:cubicBezTo>
                    <a:pt x="45" y="224"/>
                    <a:pt x="53" y="176"/>
                    <a:pt x="49" y="114"/>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242239" y="2829165"/>
              <a:ext cx="2416" cy="10211"/>
            </a:xfrm>
            <a:custGeom>
              <a:rect b="b" l="l" r="r" t="t"/>
              <a:pathLst>
                <a:path extrusionOk="0" h="224" w="53">
                  <a:moveTo>
                    <a:pt x="22" y="1"/>
                  </a:moveTo>
                  <a:cubicBezTo>
                    <a:pt x="9" y="1"/>
                    <a:pt x="0" y="49"/>
                    <a:pt x="5" y="115"/>
                  </a:cubicBezTo>
                  <a:cubicBezTo>
                    <a:pt x="5" y="176"/>
                    <a:pt x="17" y="224"/>
                    <a:pt x="31" y="224"/>
                  </a:cubicBezTo>
                  <a:cubicBezTo>
                    <a:pt x="43" y="224"/>
                    <a:pt x="53" y="171"/>
                    <a:pt x="49" y="110"/>
                  </a:cubicBezTo>
                  <a:cubicBezTo>
                    <a:pt x="49"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241692" y="2849496"/>
              <a:ext cx="2462" cy="10393"/>
            </a:xfrm>
            <a:custGeom>
              <a:rect b="b" l="l" r="r" t="t"/>
              <a:pathLst>
                <a:path extrusionOk="0" h="228" w="54">
                  <a:moveTo>
                    <a:pt x="23" y="0"/>
                  </a:moveTo>
                  <a:cubicBezTo>
                    <a:pt x="10" y="0"/>
                    <a:pt x="1" y="53"/>
                    <a:pt x="5" y="115"/>
                  </a:cubicBezTo>
                  <a:cubicBezTo>
                    <a:pt x="5" y="175"/>
                    <a:pt x="19" y="228"/>
                    <a:pt x="31" y="228"/>
                  </a:cubicBezTo>
                  <a:cubicBezTo>
                    <a:pt x="45" y="228"/>
                    <a:pt x="53" y="175"/>
                    <a:pt x="49" y="115"/>
                  </a:cubicBezTo>
                  <a:cubicBezTo>
                    <a:pt x="49" y="53"/>
                    <a:pt x="37"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a:off x="-241054" y="2870009"/>
              <a:ext cx="2416" cy="10211"/>
            </a:xfrm>
            <a:custGeom>
              <a:rect b="b" l="l" r="r" t="t"/>
              <a:pathLst>
                <a:path extrusionOk="0" h="224" w="53">
                  <a:moveTo>
                    <a:pt x="23" y="0"/>
                  </a:moveTo>
                  <a:cubicBezTo>
                    <a:pt x="9" y="0"/>
                    <a:pt x="1" y="53"/>
                    <a:pt x="5" y="115"/>
                  </a:cubicBezTo>
                  <a:cubicBezTo>
                    <a:pt x="5" y="175"/>
                    <a:pt x="17" y="224"/>
                    <a:pt x="31" y="224"/>
                  </a:cubicBezTo>
                  <a:cubicBezTo>
                    <a:pt x="44" y="224"/>
                    <a:pt x="53" y="175"/>
                    <a:pt x="49" y="110"/>
                  </a:cubicBezTo>
                  <a:cubicBezTo>
                    <a:pt x="49" y="48"/>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240462" y="2890295"/>
              <a:ext cx="2416" cy="10439"/>
            </a:xfrm>
            <a:custGeom>
              <a:rect b="b" l="l" r="r" t="t"/>
              <a:pathLst>
                <a:path extrusionOk="0" h="229" w="53">
                  <a:moveTo>
                    <a:pt x="22" y="1"/>
                  </a:moveTo>
                  <a:cubicBezTo>
                    <a:pt x="10" y="6"/>
                    <a:pt x="0" y="53"/>
                    <a:pt x="4" y="115"/>
                  </a:cubicBezTo>
                  <a:cubicBezTo>
                    <a:pt x="4" y="176"/>
                    <a:pt x="18" y="229"/>
                    <a:pt x="31" y="229"/>
                  </a:cubicBezTo>
                  <a:cubicBezTo>
                    <a:pt x="44" y="229"/>
                    <a:pt x="53" y="176"/>
                    <a:pt x="48" y="115"/>
                  </a:cubicBezTo>
                  <a:cubicBezTo>
                    <a:pt x="48" y="53"/>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239869" y="2910853"/>
              <a:ext cx="2462" cy="10211"/>
            </a:xfrm>
            <a:custGeom>
              <a:rect b="b" l="l" r="r" t="t"/>
              <a:pathLst>
                <a:path extrusionOk="0" h="224" w="54">
                  <a:moveTo>
                    <a:pt x="23" y="1"/>
                  </a:moveTo>
                  <a:cubicBezTo>
                    <a:pt x="9" y="1"/>
                    <a:pt x="1" y="53"/>
                    <a:pt x="5" y="114"/>
                  </a:cubicBezTo>
                  <a:cubicBezTo>
                    <a:pt x="5" y="175"/>
                    <a:pt x="18" y="223"/>
                    <a:pt x="31" y="223"/>
                  </a:cubicBezTo>
                  <a:cubicBezTo>
                    <a:pt x="44" y="223"/>
                    <a:pt x="53" y="175"/>
                    <a:pt x="49" y="114"/>
                  </a:cubicBezTo>
                  <a:cubicBezTo>
                    <a:pt x="49" y="48"/>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239459" y="2931367"/>
              <a:ext cx="2051" cy="10211"/>
            </a:xfrm>
            <a:custGeom>
              <a:rect b="b" l="l" r="r" t="t"/>
              <a:pathLst>
                <a:path extrusionOk="0" h="224" w="45">
                  <a:moveTo>
                    <a:pt x="22" y="1"/>
                  </a:moveTo>
                  <a:cubicBezTo>
                    <a:pt x="9" y="1"/>
                    <a:pt x="0" y="49"/>
                    <a:pt x="0" y="110"/>
                  </a:cubicBezTo>
                  <a:cubicBezTo>
                    <a:pt x="0" y="175"/>
                    <a:pt x="9" y="223"/>
                    <a:pt x="22" y="223"/>
                  </a:cubicBezTo>
                  <a:cubicBezTo>
                    <a:pt x="35" y="223"/>
                    <a:pt x="44" y="175"/>
                    <a:pt x="44" y="110"/>
                  </a:cubicBezTo>
                  <a:cubicBezTo>
                    <a:pt x="44"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a:off x="-239276" y="2951880"/>
              <a:ext cx="2234" cy="10211"/>
            </a:xfrm>
            <a:custGeom>
              <a:rect b="b" l="l" r="r" t="t"/>
              <a:pathLst>
                <a:path extrusionOk="0" h="224" w="49">
                  <a:moveTo>
                    <a:pt x="22" y="1"/>
                  </a:moveTo>
                  <a:cubicBezTo>
                    <a:pt x="10" y="1"/>
                    <a:pt x="0" y="49"/>
                    <a:pt x="0" y="110"/>
                  </a:cubicBezTo>
                  <a:cubicBezTo>
                    <a:pt x="0" y="176"/>
                    <a:pt x="14" y="223"/>
                    <a:pt x="27" y="223"/>
                  </a:cubicBezTo>
                  <a:cubicBezTo>
                    <a:pt x="36" y="223"/>
                    <a:pt x="49" y="171"/>
                    <a:pt x="44" y="110"/>
                  </a:cubicBezTo>
                  <a:cubicBezTo>
                    <a:pt x="44" y="49"/>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239094" y="2972211"/>
              <a:ext cx="2416" cy="10439"/>
            </a:xfrm>
            <a:custGeom>
              <a:rect b="b" l="l" r="r" t="t"/>
              <a:pathLst>
                <a:path extrusionOk="0" h="229" w="53">
                  <a:moveTo>
                    <a:pt x="27" y="1"/>
                  </a:moveTo>
                  <a:cubicBezTo>
                    <a:pt x="14" y="1"/>
                    <a:pt x="1" y="53"/>
                    <a:pt x="6" y="114"/>
                  </a:cubicBezTo>
                  <a:cubicBezTo>
                    <a:pt x="6" y="176"/>
                    <a:pt x="18" y="228"/>
                    <a:pt x="32" y="228"/>
                  </a:cubicBezTo>
                  <a:cubicBezTo>
                    <a:pt x="45" y="228"/>
                    <a:pt x="53" y="176"/>
                    <a:pt x="53" y="114"/>
                  </a:cubicBezTo>
                  <a:cubicBezTo>
                    <a:pt x="49" y="53"/>
                    <a:pt x="40" y="1"/>
                    <a:pt x="27"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a:off x="-238456" y="2992724"/>
              <a:ext cx="2416" cy="10257"/>
            </a:xfrm>
            <a:custGeom>
              <a:rect b="b" l="l" r="r" t="t"/>
              <a:pathLst>
                <a:path extrusionOk="0" h="225" w="53">
                  <a:moveTo>
                    <a:pt x="22" y="1"/>
                  </a:moveTo>
                  <a:cubicBezTo>
                    <a:pt x="9" y="1"/>
                    <a:pt x="0" y="53"/>
                    <a:pt x="4" y="114"/>
                  </a:cubicBezTo>
                  <a:cubicBezTo>
                    <a:pt x="4" y="173"/>
                    <a:pt x="17" y="224"/>
                    <a:pt x="29" y="224"/>
                  </a:cubicBezTo>
                  <a:cubicBezTo>
                    <a:pt x="30" y="224"/>
                    <a:pt x="30" y="224"/>
                    <a:pt x="31" y="224"/>
                  </a:cubicBezTo>
                  <a:cubicBezTo>
                    <a:pt x="44" y="224"/>
                    <a:pt x="53" y="176"/>
                    <a:pt x="53" y="114"/>
                  </a:cubicBezTo>
                  <a:cubicBezTo>
                    <a:pt x="48"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a:off x="-237635" y="3013237"/>
              <a:ext cx="2416" cy="10211"/>
            </a:xfrm>
            <a:custGeom>
              <a:rect b="b" l="l" r="r" t="t"/>
              <a:pathLst>
                <a:path extrusionOk="0" h="224" w="53">
                  <a:moveTo>
                    <a:pt x="21" y="1"/>
                  </a:moveTo>
                  <a:cubicBezTo>
                    <a:pt x="8" y="1"/>
                    <a:pt x="0" y="53"/>
                    <a:pt x="4" y="115"/>
                  </a:cubicBezTo>
                  <a:cubicBezTo>
                    <a:pt x="8" y="176"/>
                    <a:pt x="21" y="224"/>
                    <a:pt x="35" y="224"/>
                  </a:cubicBezTo>
                  <a:cubicBezTo>
                    <a:pt x="47" y="224"/>
                    <a:pt x="52" y="171"/>
                    <a:pt x="52" y="110"/>
                  </a:cubicBezTo>
                  <a:cubicBezTo>
                    <a:pt x="47" y="49"/>
                    <a:pt x="35" y="1"/>
                    <a:pt x="2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p:nvPr/>
          </p:nvSpPr>
          <p:spPr>
            <a:xfrm>
              <a:off x="-236450" y="3033568"/>
              <a:ext cx="2416" cy="10393"/>
            </a:xfrm>
            <a:custGeom>
              <a:rect b="b" l="l" r="r" t="t"/>
              <a:pathLst>
                <a:path extrusionOk="0" h="228" w="53">
                  <a:moveTo>
                    <a:pt x="17" y="0"/>
                  </a:moveTo>
                  <a:cubicBezTo>
                    <a:pt x="4" y="4"/>
                    <a:pt x="0" y="53"/>
                    <a:pt x="0" y="115"/>
                  </a:cubicBezTo>
                  <a:cubicBezTo>
                    <a:pt x="4" y="180"/>
                    <a:pt x="17" y="228"/>
                    <a:pt x="31" y="228"/>
                  </a:cubicBezTo>
                  <a:cubicBezTo>
                    <a:pt x="43" y="228"/>
                    <a:pt x="53" y="175"/>
                    <a:pt x="47" y="115"/>
                  </a:cubicBezTo>
                  <a:cubicBezTo>
                    <a:pt x="43" y="53"/>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a:off x="-235265" y="3054081"/>
              <a:ext cx="2416" cy="10211"/>
            </a:xfrm>
            <a:custGeom>
              <a:rect b="b" l="l" r="r" t="t"/>
              <a:pathLst>
                <a:path extrusionOk="0" h="224" w="53">
                  <a:moveTo>
                    <a:pt x="17" y="0"/>
                  </a:moveTo>
                  <a:cubicBezTo>
                    <a:pt x="5" y="0"/>
                    <a:pt x="0" y="53"/>
                    <a:pt x="5" y="115"/>
                  </a:cubicBezTo>
                  <a:cubicBezTo>
                    <a:pt x="9" y="175"/>
                    <a:pt x="21" y="224"/>
                    <a:pt x="35" y="224"/>
                  </a:cubicBezTo>
                  <a:cubicBezTo>
                    <a:pt x="48" y="224"/>
                    <a:pt x="53" y="171"/>
                    <a:pt x="48" y="110"/>
                  </a:cubicBezTo>
                  <a:cubicBezTo>
                    <a:pt x="43" y="48"/>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p:nvPr/>
          </p:nvSpPr>
          <p:spPr>
            <a:xfrm>
              <a:off x="-233897" y="3074367"/>
              <a:ext cx="2644" cy="10439"/>
            </a:xfrm>
            <a:custGeom>
              <a:rect b="b" l="l" r="r" t="t"/>
              <a:pathLst>
                <a:path extrusionOk="0" h="229" w="58">
                  <a:moveTo>
                    <a:pt x="18" y="1"/>
                  </a:moveTo>
                  <a:cubicBezTo>
                    <a:pt x="9" y="6"/>
                    <a:pt x="1" y="53"/>
                    <a:pt x="5" y="115"/>
                  </a:cubicBezTo>
                  <a:cubicBezTo>
                    <a:pt x="9" y="180"/>
                    <a:pt x="27" y="229"/>
                    <a:pt x="36" y="229"/>
                  </a:cubicBezTo>
                  <a:cubicBezTo>
                    <a:pt x="49" y="224"/>
                    <a:pt x="58" y="176"/>
                    <a:pt x="53" y="115"/>
                  </a:cubicBezTo>
                  <a:cubicBezTo>
                    <a:pt x="49" y="49"/>
                    <a:pt x="31" y="1"/>
                    <a:pt x="18"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a:off x="-232302" y="3094925"/>
              <a:ext cx="2826" cy="10211"/>
            </a:xfrm>
            <a:custGeom>
              <a:rect b="b" l="l" r="r" t="t"/>
              <a:pathLst>
                <a:path extrusionOk="0" h="224" w="62">
                  <a:moveTo>
                    <a:pt x="23" y="1"/>
                  </a:moveTo>
                  <a:cubicBezTo>
                    <a:pt x="9" y="1"/>
                    <a:pt x="1" y="53"/>
                    <a:pt x="9" y="114"/>
                  </a:cubicBezTo>
                  <a:cubicBezTo>
                    <a:pt x="14" y="175"/>
                    <a:pt x="27" y="223"/>
                    <a:pt x="40" y="223"/>
                  </a:cubicBezTo>
                  <a:cubicBezTo>
                    <a:pt x="53" y="223"/>
                    <a:pt x="61" y="171"/>
                    <a:pt x="53" y="110"/>
                  </a:cubicBezTo>
                  <a:cubicBezTo>
                    <a:pt x="49" y="48"/>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230296" y="3115256"/>
              <a:ext cx="2826" cy="10211"/>
            </a:xfrm>
            <a:custGeom>
              <a:rect b="b" l="l" r="r" t="t"/>
              <a:pathLst>
                <a:path extrusionOk="0" h="224" w="62">
                  <a:moveTo>
                    <a:pt x="17" y="1"/>
                  </a:moveTo>
                  <a:cubicBezTo>
                    <a:pt x="5" y="1"/>
                    <a:pt x="1" y="53"/>
                    <a:pt x="9" y="114"/>
                  </a:cubicBezTo>
                  <a:cubicBezTo>
                    <a:pt x="13" y="175"/>
                    <a:pt x="31" y="223"/>
                    <a:pt x="39" y="223"/>
                  </a:cubicBezTo>
                  <a:cubicBezTo>
                    <a:pt x="53" y="223"/>
                    <a:pt x="61" y="171"/>
                    <a:pt x="53" y="110"/>
                  </a:cubicBezTo>
                  <a:cubicBezTo>
                    <a:pt x="49" y="48"/>
                    <a:pt x="31" y="1"/>
                    <a:pt x="17"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a:off x="-228108" y="3135587"/>
              <a:ext cx="2826" cy="10165"/>
            </a:xfrm>
            <a:custGeom>
              <a:rect b="b" l="l" r="r" t="t"/>
              <a:pathLst>
                <a:path extrusionOk="0" h="223" w="62">
                  <a:moveTo>
                    <a:pt x="18" y="0"/>
                  </a:moveTo>
                  <a:cubicBezTo>
                    <a:pt x="5" y="0"/>
                    <a:pt x="1" y="53"/>
                    <a:pt x="5" y="114"/>
                  </a:cubicBezTo>
                  <a:cubicBezTo>
                    <a:pt x="13" y="175"/>
                    <a:pt x="31" y="223"/>
                    <a:pt x="44" y="223"/>
                  </a:cubicBezTo>
                  <a:cubicBezTo>
                    <a:pt x="57" y="223"/>
                    <a:pt x="62" y="170"/>
                    <a:pt x="53" y="110"/>
                  </a:cubicBezTo>
                  <a:cubicBezTo>
                    <a:pt x="48" y="48"/>
                    <a:pt x="31" y="0"/>
                    <a:pt x="1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7"/>
            <p:cNvSpPr/>
            <p:nvPr/>
          </p:nvSpPr>
          <p:spPr>
            <a:xfrm>
              <a:off x="-225692" y="3155918"/>
              <a:ext cx="2826" cy="10165"/>
            </a:xfrm>
            <a:custGeom>
              <a:rect b="b" l="l" r="r" t="t"/>
              <a:pathLst>
                <a:path extrusionOk="0" h="223" w="62">
                  <a:moveTo>
                    <a:pt x="17" y="0"/>
                  </a:moveTo>
                  <a:cubicBezTo>
                    <a:pt x="4" y="0"/>
                    <a:pt x="0" y="53"/>
                    <a:pt x="4" y="114"/>
                  </a:cubicBezTo>
                  <a:cubicBezTo>
                    <a:pt x="13" y="174"/>
                    <a:pt x="31" y="223"/>
                    <a:pt x="43" y="223"/>
                  </a:cubicBezTo>
                  <a:cubicBezTo>
                    <a:pt x="57" y="218"/>
                    <a:pt x="61" y="170"/>
                    <a:pt x="53" y="109"/>
                  </a:cubicBezTo>
                  <a:cubicBezTo>
                    <a:pt x="43" y="47"/>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a:off x="-223139" y="3176203"/>
              <a:ext cx="2826" cy="10029"/>
            </a:xfrm>
            <a:custGeom>
              <a:rect b="b" l="l" r="r" t="t"/>
              <a:pathLst>
                <a:path extrusionOk="0" h="220" w="62">
                  <a:moveTo>
                    <a:pt x="16" y="1"/>
                  </a:moveTo>
                  <a:cubicBezTo>
                    <a:pt x="15" y="1"/>
                    <a:pt x="14" y="1"/>
                    <a:pt x="13" y="1"/>
                  </a:cubicBezTo>
                  <a:cubicBezTo>
                    <a:pt x="5" y="1"/>
                    <a:pt x="1" y="53"/>
                    <a:pt x="9" y="114"/>
                  </a:cubicBezTo>
                  <a:cubicBezTo>
                    <a:pt x="13" y="173"/>
                    <a:pt x="30" y="219"/>
                    <a:pt x="42" y="219"/>
                  </a:cubicBezTo>
                  <a:cubicBezTo>
                    <a:pt x="43" y="219"/>
                    <a:pt x="43" y="219"/>
                    <a:pt x="44" y="219"/>
                  </a:cubicBezTo>
                  <a:cubicBezTo>
                    <a:pt x="58" y="219"/>
                    <a:pt x="62" y="167"/>
                    <a:pt x="53" y="106"/>
                  </a:cubicBezTo>
                  <a:cubicBezTo>
                    <a:pt x="44" y="47"/>
                    <a:pt x="29" y="1"/>
                    <a:pt x="16"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a:off x="-220359" y="3196306"/>
              <a:ext cx="2826" cy="10211"/>
            </a:xfrm>
            <a:custGeom>
              <a:rect b="b" l="l" r="r" t="t"/>
              <a:pathLst>
                <a:path extrusionOk="0" h="224" w="62">
                  <a:moveTo>
                    <a:pt x="14" y="1"/>
                  </a:moveTo>
                  <a:cubicBezTo>
                    <a:pt x="1" y="6"/>
                    <a:pt x="1" y="53"/>
                    <a:pt x="9" y="115"/>
                  </a:cubicBezTo>
                  <a:cubicBezTo>
                    <a:pt x="19" y="176"/>
                    <a:pt x="35" y="224"/>
                    <a:pt x="49" y="224"/>
                  </a:cubicBezTo>
                  <a:cubicBezTo>
                    <a:pt x="57" y="220"/>
                    <a:pt x="62" y="171"/>
                    <a:pt x="53" y="111"/>
                  </a:cubicBezTo>
                  <a:cubicBezTo>
                    <a:pt x="45" y="49"/>
                    <a:pt x="27" y="1"/>
                    <a:pt x="1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a:off x="-217578" y="3216455"/>
              <a:ext cx="3054" cy="10211"/>
            </a:xfrm>
            <a:custGeom>
              <a:rect b="b" l="l" r="r" t="t"/>
              <a:pathLst>
                <a:path extrusionOk="0" h="224" w="67">
                  <a:moveTo>
                    <a:pt x="18" y="0"/>
                  </a:moveTo>
                  <a:cubicBezTo>
                    <a:pt x="6" y="4"/>
                    <a:pt x="1" y="53"/>
                    <a:pt x="14" y="114"/>
                  </a:cubicBezTo>
                  <a:cubicBezTo>
                    <a:pt x="23" y="175"/>
                    <a:pt x="40" y="223"/>
                    <a:pt x="53" y="223"/>
                  </a:cubicBezTo>
                  <a:cubicBezTo>
                    <a:pt x="67" y="223"/>
                    <a:pt x="67" y="171"/>
                    <a:pt x="58" y="109"/>
                  </a:cubicBezTo>
                  <a:cubicBezTo>
                    <a:pt x="49" y="48"/>
                    <a:pt x="32" y="0"/>
                    <a:pt x="1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a:off x="-214387" y="3236740"/>
              <a:ext cx="3054" cy="10074"/>
            </a:xfrm>
            <a:custGeom>
              <a:rect b="b" l="l" r="r" t="t"/>
              <a:pathLst>
                <a:path extrusionOk="0" h="221" w="67">
                  <a:moveTo>
                    <a:pt x="20" y="1"/>
                  </a:moveTo>
                  <a:cubicBezTo>
                    <a:pt x="19" y="1"/>
                    <a:pt x="19" y="1"/>
                    <a:pt x="19" y="1"/>
                  </a:cubicBezTo>
                  <a:cubicBezTo>
                    <a:pt x="5" y="1"/>
                    <a:pt x="1" y="53"/>
                    <a:pt x="9" y="115"/>
                  </a:cubicBezTo>
                  <a:cubicBezTo>
                    <a:pt x="22" y="174"/>
                    <a:pt x="39" y="220"/>
                    <a:pt x="52" y="220"/>
                  </a:cubicBezTo>
                  <a:cubicBezTo>
                    <a:pt x="52" y="220"/>
                    <a:pt x="53" y="220"/>
                    <a:pt x="53" y="220"/>
                  </a:cubicBezTo>
                  <a:cubicBezTo>
                    <a:pt x="62" y="220"/>
                    <a:pt x="67" y="168"/>
                    <a:pt x="57" y="106"/>
                  </a:cubicBezTo>
                  <a:cubicBezTo>
                    <a:pt x="49" y="47"/>
                    <a:pt x="29"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a:off x="-211151" y="3256889"/>
              <a:ext cx="3009" cy="9983"/>
            </a:xfrm>
            <a:custGeom>
              <a:rect b="b" l="l" r="r" t="t"/>
              <a:pathLst>
                <a:path extrusionOk="0" h="219" w="66">
                  <a:moveTo>
                    <a:pt x="19" y="0"/>
                  </a:moveTo>
                  <a:cubicBezTo>
                    <a:pt x="18" y="0"/>
                    <a:pt x="17" y="0"/>
                    <a:pt x="17" y="0"/>
                  </a:cubicBezTo>
                  <a:cubicBezTo>
                    <a:pt x="4" y="0"/>
                    <a:pt x="0" y="53"/>
                    <a:pt x="13" y="114"/>
                  </a:cubicBezTo>
                  <a:cubicBezTo>
                    <a:pt x="22" y="172"/>
                    <a:pt x="37" y="219"/>
                    <a:pt x="50" y="219"/>
                  </a:cubicBezTo>
                  <a:cubicBezTo>
                    <a:pt x="51" y="219"/>
                    <a:pt x="52" y="219"/>
                    <a:pt x="53" y="219"/>
                  </a:cubicBezTo>
                  <a:cubicBezTo>
                    <a:pt x="65" y="219"/>
                    <a:pt x="65" y="166"/>
                    <a:pt x="57" y="105"/>
                  </a:cubicBezTo>
                  <a:cubicBezTo>
                    <a:pt x="49" y="47"/>
                    <a:pt x="32" y="0"/>
                    <a:pt x="1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207777" y="3276992"/>
              <a:ext cx="3009" cy="10029"/>
            </a:xfrm>
            <a:custGeom>
              <a:rect b="b" l="l" r="r" t="t"/>
              <a:pathLst>
                <a:path extrusionOk="0" h="220" w="66">
                  <a:moveTo>
                    <a:pt x="15" y="1"/>
                  </a:moveTo>
                  <a:cubicBezTo>
                    <a:pt x="14" y="1"/>
                    <a:pt x="14" y="1"/>
                    <a:pt x="13" y="1"/>
                  </a:cubicBezTo>
                  <a:cubicBezTo>
                    <a:pt x="5" y="1"/>
                    <a:pt x="1" y="53"/>
                    <a:pt x="9" y="114"/>
                  </a:cubicBezTo>
                  <a:cubicBezTo>
                    <a:pt x="21" y="174"/>
                    <a:pt x="38" y="219"/>
                    <a:pt x="51" y="219"/>
                  </a:cubicBezTo>
                  <a:cubicBezTo>
                    <a:pt x="52" y="219"/>
                    <a:pt x="52" y="219"/>
                    <a:pt x="53" y="219"/>
                  </a:cubicBezTo>
                  <a:cubicBezTo>
                    <a:pt x="66" y="219"/>
                    <a:pt x="66" y="167"/>
                    <a:pt x="57" y="106"/>
                  </a:cubicBezTo>
                  <a:cubicBezTo>
                    <a:pt x="48" y="47"/>
                    <a:pt x="28" y="1"/>
                    <a:pt x="15"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a:off x="-204450" y="3297140"/>
              <a:ext cx="3100" cy="9983"/>
            </a:xfrm>
            <a:custGeom>
              <a:rect b="b" l="l" r="r" t="t"/>
              <a:pathLst>
                <a:path extrusionOk="0" h="219" w="68">
                  <a:moveTo>
                    <a:pt x="20" y="0"/>
                  </a:moveTo>
                  <a:cubicBezTo>
                    <a:pt x="20" y="0"/>
                    <a:pt x="19" y="0"/>
                    <a:pt x="19" y="1"/>
                  </a:cubicBezTo>
                  <a:cubicBezTo>
                    <a:pt x="6" y="1"/>
                    <a:pt x="1" y="53"/>
                    <a:pt x="15" y="114"/>
                  </a:cubicBezTo>
                  <a:cubicBezTo>
                    <a:pt x="23" y="172"/>
                    <a:pt x="39" y="219"/>
                    <a:pt x="52" y="219"/>
                  </a:cubicBezTo>
                  <a:cubicBezTo>
                    <a:pt x="52" y="219"/>
                    <a:pt x="53" y="219"/>
                    <a:pt x="53" y="219"/>
                  </a:cubicBezTo>
                  <a:cubicBezTo>
                    <a:pt x="67" y="219"/>
                    <a:pt x="67" y="166"/>
                    <a:pt x="59" y="105"/>
                  </a:cubicBezTo>
                  <a:cubicBezTo>
                    <a:pt x="50" y="46"/>
                    <a:pt x="29" y="0"/>
                    <a:pt x="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201031" y="3317243"/>
              <a:ext cx="3237" cy="10029"/>
            </a:xfrm>
            <a:custGeom>
              <a:rect b="b" l="l" r="r" t="t"/>
              <a:pathLst>
                <a:path extrusionOk="0" h="220" w="71">
                  <a:moveTo>
                    <a:pt x="20" y="1"/>
                  </a:moveTo>
                  <a:cubicBezTo>
                    <a:pt x="20" y="1"/>
                    <a:pt x="19" y="1"/>
                    <a:pt x="18" y="1"/>
                  </a:cubicBezTo>
                  <a:cubicBezTo>
                    <a:pt x="5" y="1"/>
                    <a:pt x="0" y="54"/>
                    <a:pt x="14" y="114"/>
                  </a:cubicBezTo>
                  <a:cubicBezTo>
                    <a:pt x="22" y="173"/>
                    <a:pt x="39" y="219"/>
                    <a:pt x="51" y="219"/>
                  </a:cubicBezTo>
                  <a:cubicBezTo>
                    <a:pt x="52" y="219"/>
                    <a:pt x="52" y="219"/>
                    <a:pt x="53" y="219"/>
                  </a:cubicBezTo>
                  <a:cubicBezTo>
                    <a:pt x="67" y="219"/>
                    <a:pt x="71" y="167"/>
                    <a:pt x="57" y="106"/>
                  </a:cubicBezTo>
                  <a:cubicBezTo>
                    <a:pt x="49" y="47"/>
                    <a:pt x="33"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a:off x="-197657" y="3337346"/>
              <a:ext cx="3282" cy="10074"/>
            </a:xfrm>
            <a:custGeom>
              <a:rect b="b" l="l" r="r" t="t"/>
              <a:pathLst>
                <a:path extrusionOk="0" h="221" w="72">
                  <a:moveTo>
                    <a:pt x="20" y="0"/>
                  </a:moveTo>
                  <a:cubicBezTo>
                    <a:pt x="20" y="0"/>
                    <a:pt x="19" y="0"/>
                    <a:pt x="19" y="1"/>
                  </a:cubicBezTo>
                  <a:cubicBezTo>
                    <a:pt x="5" y="1"/>
                    <a:pt x="1" y="53"/>
                    <a:pt x="15" y="115"/>
                  </a:cubicBezTo>
                  <a:cubicBezTo>
                    <a:pt x="23" y="173"/>
                    <a:pt x="39" y="220"/>
                    <a:pt x="52" y="220"/>
                  </a:cubicBezTo>
                  <a:cubicBezTo>
                    <a:pt x="52" y="220"/>
                    <a:pt x="53" y="220"/>
                    <a:pt x="53" y="220"/>
                  </a:cubicBezTo>
                  <a:cubicBezTo>
                    <a:pt x="67" y="220"/>
                    <a:pt x="71" y="167"/>
                    <a:pt x="58" y="105"/>
                  </a:cubicBezTo>
                  <a:cubicBezTo>
                    <a:pt x="49" y="47"/>
                    <a:pt x="33" y="0"/>
                    <a:pt x="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a:off x="-194239" y="3357449"/>
              <a:ext cx="3009" cy="10074"/>
            </a:xfrm>
            <a:custGeom>
              <a:rect b="b" l="l" r="r" t="t"/>
              <a:pathLst>
                <a:path extrusionOk="0" h="221" w="66">
                  <a:moveTo>
                    <a:pt x="20" y="1"/>
                  </a:moveTo>
                  <a:cubicBezTo>
                    <a:pt x="19" y="1"/>
                    <a:pt x="19" y="1"/>
                    <a:pt x="18" y="1"/>
                  </a:cubicBezTo>
                  <a:cubicBezTo>
                    <a:pt x="5" y="1"/>
                    <a:pt x="0" y="54"/>
                    <a:pt x="13" y="115"/>
                  </a:cubicBezTo>
                  <a:cubicBezTo>
                    <a:pt x="22" y="174"/>
                    <a:pt x="38" y="221"/>
                    <a:pt x="51" y="221"/>
                  </a:cubicBezTo>
                  <a:cubicBezTo>
                    <a:pt x="52" y="221"/>
                    <a:pt x="52" y="221"/>
                    <a:pt x="53" y="220"/>
                  </a:cubicBezTo>
                  <a:cubicBezTo>
                    <a:pt x="65" y="220"/>
                    <a:pt x="65" y="168"/>
                    <a:pt x="57" y="106"/>
                  </a:cubicBezTo>
                  <a:cubicBezTo>
                    <a:pt x="49" y="48"/>
                    <a:pt x="32"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190865" y="3377598"/>
              <a:ext cx="3009" cy="10029"/>
            </a:xfrm>
            <a:custGeom>
              <a:rect b="b" l="l" r="r" t="t"/>
              <a:pathLst>
                <a:path extrusionOk="0" h="220" w="66">
                  <a:moveTo>
                    <a:pt x="15" y="0"/>
                  </a:moveTo>
                  <a:cubicBezTo>
                    <a:pt x="15" y="0"/>
                    <a:pt x="14" y="1"/>
                    <a:pt x="13" y="1"/>
                  </a:cubicBezTo>
                  <a:cubicBezTo>
                    <a:pt x="1" y="1"/>
                    <a:pt x="1" y="53"/>
                    <a:pt x="9" y="114"/>
                  </a:cubicBezTo>
                  <a:cubicBezTo>
                    <a:pt x="17" y="173"/>
                    <a:pt x="34" y="219"/>
                    <a:pt x="47" y="219"/>
                  </a:cubicBezTo>
                  <a:cubicBezTo>
                    <a:pt x="48" y="219"/>
                    <a:pt x="48" y="219"/>
                    <a:pt x="49" y="219"/>
                  </a:cubicBezTo>
                  <a:cubicBezTo>
                    <a:pt x="62" y="219"/>
                    <a:pt x="66" y="166"/>
                    <a:pt x="53" y="106"/>
                  </a:cubicBezTo>
                  <a:cubicBezTo>
                    <a:pt x="44" y="47"/>
                    <a:pt x="28" y="0"/>
                    <a:pt x="15"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a:off x="-187902" y="3397746"/>
              <a:ext cx="3054" cy="9983"/>
            </a:xfrm>
            <a:custGeom>
              <a:rect b="b" l="l" r="r" t="t"/>
              <a:pathLst>
                <a:path extrusionOk="0" h="219" w="67">
                  <a:moveTo>
                    <a:pt x="20" y="0"/>
                  </a:moveTo>
                  <a:cubicBezTo>
                    <a:pt x="20" y="0"/>
                    <a:pt x="19" y="0"/>
                    <a:pt x="19" y="0"/>
                  </a:cubicBezTo>
                  <a:cubicBezTo>
                    <a:pt x="5" y="0"/>
                    <a:pt x="1" y="53"/>
                    <a:pt x="10" y="114"/>
                  </a:cubicBezTo>
                  <a:cubicBezTo>
                    <a:pt x="18" y="173"/>
                    <a:pt x="39" y="219"/>
                    <a:pt x="48" y="219"/>
                  </a:cubicBezTo>
                  <a:cubicBezTo>
                    <a:pt x="48" y="219"/>
                    <a:pt x="49" y="219"/>
                    <a:pt x="49" y="218"/>
                  </a:cubicBezTo>
                  <a:cubicBezTo>
                    <a:pt x="63" y="218"/>
                    <a:pt x="67" y="166"/>
                    <a:pt x="58" y="105"/>
                  </a:cubicBezTo>
                  <a:cubicBezTo>
                    <a:pt x="49" y="47"/>
                    <a:pt x="33" y="0"/>
                    <a:pt x="20"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p:nvPr/>
          </p:nvSpPr>
          <p:spPr>
            <a:xfrm>
              <a:off x="-184894" y="3417849"/>
              <a:ext cx="3009" cy="10029"/>
            </a:xfrm>
            <a:custGeom>
              <a:rect b="b" l="l" r="r" t="t"/>
              <a:pathLst>
                <a:path extrusionOk="0" h="220" w="66">
                  <a:moveTo>
                    <a:pt x="19" y="1"/>
                  </a:moveTo>
                  <a:cubicBezTo>
                    <a:pt x="19" y="1"/>
                    <a:pt x="18" y="1"/>
                    <a:pt x="18" y="1"/>
                  </a:cubicBezTo>
                  <a:cubicBezTo>
                    <a:pt x="5" y="1"/>
                    <a:pt x="1" y="53"/>
                    <a:pt x="9" y="114"/>
                  </a:cubicBezTo>
                  <a:cubicBezTo>
                    <a:pt x="17" y="172"/>
                    <a:pt x="34" y="219"/>
                    <a:pt x="48" y="219"/>
                  </a:cubicBezTo>
                  <a:cubicBezTo>
                    <a:pt x="48" y="219"/>
                    <a:pt x="49" y="219"/>
                    <a:pt x="49" y="219"/>
                  </a:cubicBezTo>
                  <a:cubicBezTo>
                    <a:pt x="62" y="219"/>
                    <a:pt x="66" y="167"/>
                    <a:pt x="58" y="106"/>
                  </a:cubicBezTo>
                  <a:cubicBezTo>
                    <a:pt x="50" y="46"/>
                    <a:pt x="33" y="1"/>
                    <a:pt x="19"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
            <p:cNvSpPr/>
            <p:nvPr/>
          </p:nvSpPr>
          <p:spPr>
            <a:xfrm>
              <a:off x="-182113" y="3437998"/>
              <a:ext cx="3054" cy="10165"/>
            </a:xfrm>
            <a:custGeom>
              <a:rect b="b" l="l" r="r" t="t"/>
              <a:pathLst>
                <a:path extrusionOk="0" h="223" w="67">
                  <a:moveTo>
                    <a:pt x="19" y="0"/>
                  </a:moveTo>
                  <a:cubicBezTo>
                    <a:pt x="5" y="5"/>
                    <a:pt x="1" y="53"/>
                    <a:pt x="9" y="114"/>
                  </a:cubicBezTo>
                  <a:cubicBezTo>
                    <a:pt x="19" y="174"/>
                    <a:pt x="35" y="223"/>
                    <a:pt x="49" y="223"/>
                  </a:cubicBezTo>
                  <a:cubicBezTo>
                    <a:pt x="62" y="219"/>
                    <a:pt x="67" y="170"/>
                    <a:pt x="57" y="109"/>
                  </a:cubicBezTo>
                  <a:cubicBezTo>
                    <a:pt x="49" y="48"/>
                    <a:pt x="31" y="0"/>
                    <a:pt x="19"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179515" y="3458283"/>
              <a:ext cx="2872" cy="10029"/>
            </a:xfrm>
            <a:custGeom>
              <a:rect b="b" l="l" r="r" t="t"/>
              <a:pathLst>
                <a:path extrusionOk="0" h="220" w="63">
                  <a:moveTo>
                    <a:pt x="20" y="1"/>
                  </a:moveTo>
                  <a:cubicBezTo>
                    <a:pt x="20" y="1"/>
                    <a:pt x="19" y="1"/>
                    <a:pt x="18" y="1"/>
                  </a:cubicBezTo>
                  <a:cubicBezTo>
                    <a:pt x="5" y="1"/>
                    <a:pt x="0" y="54"/>
                    <a:pt x="10" y="114"/>
                  </a:cubicBezTo>
                  <a:cubicBezTo>
                    <a:pt x="18" y="173"/>
                    <a:pt x="35" y="220"/>
                    <a:pt x="43" y="220"/>
                  </a:cubicBezTo>
                  <a:cubicBezTo>
                    <a:pt x="44" y="220"/>
                    <a:pt x="44" y="219"/>
                    <a:pt x="44" y="219"/>
                  </a:cubicBezTo>
                  <a:cubicBezTo>
                    <a:pt x="57" y="219"/>
                    <a:pt x="62" y="167"/>
                    <a:pt x="57" y="106"/>
                  </a:cubicBezTo>
                  <a:cubicBezTo>
                    <a:pt x="49" y="47"/>
                    <a:pt x="33"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177144" y="3478386"/>
              <a:ext cx="2872" cy="10257"/>
            </a:xfrm>
            <a:custGeom>
              <a:rect b="b" l="l" r="r" t="t"/>
              <a:pathLst>
                <a:path extrusionOk="0" h="225" w="63">
                  <a:moveTo>
                    <a:pt x="19" y="1"/>
                  </a:moveTo>
                  <a:cubicBezTo>
                    <a:pt x="5" y="6"/>
                    <a:pt x="1" y="53"/>
                    <a:pt x="10" y="115"/>
                  </a:cubicBezTo>
                  <a:cubicBezTo>
                    <a:pt x="14" y="174"/>
                    <a:pt x="30" y="224"/>
                    <a:pt x="43" y="224"/>
                  </a:cubicBezTo>
                  <a:cubicBezTo>
                    <a:pt x="44" y="224"/>
                    <a:pt x="44" y="224"/>
                    <a:pt x="45" y="224"/>
                  </a:cubicBezTo>
                  <a:cubicBezTo>
                    <a:pt x="57" y="224"/>
                    <a:pt x="63" y="172"/>
                    <a:pt x="53" y="111"/>
                  </a:cubicBezTo>
                  <a:cubicBezTo>
                    <a:pt x="49" y="49"/>
                    <a:pt x="31" y="1"/>
                    <a:pt x="19"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a:off x="-174910" y="3498717"/>
              <a:ext cx="2781" cy="10211"/>
            </a:xfrm>
            <a:custGeom>
              <a:rect b="b" l="l" r="r" t="t"/>
              <a:pathLst>
                <a:path extrusionOk="0" h="224" w="61">
                  <a:moveTo>
                    <a:pt x="18" y="0"/>
                  </a:moveTo>
                  <a:cubicBezTo>
                    <a:pt x="4" y="0"/>
                    <a:pt x="0" y="53"/>
                    <a:pt x="8" y="115"/>
                  </a:cubicBezTo>
                  <a:cubicBezTo>
                    <a:pt x="14" y="176"/>
                    <a:pt x="26" y="224"/>
                    <a:pt x="40" y="224"/>
                  </a:cubicBezTo>
                  <a:cubicBezTo>
                    <a:pt x="53" y="224"/>
                    <a:pt x="61" y="171"/>
                    <a:pt x="53" y="111"/>
                  </a:cubicBezTo>
                  <a:cubicBezTo>
                    <a:pt x="48" y="49"/>
                    <a:pt x="31" y="0"/>
                    <a:pt x="18"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172905" y="3519048"/>
              <a:ext cx="2598" cy="10211"/>
            </a:xfrm>
            <a:custGeom>
              <a:rect b="b" l="l" r="r" t="t"/>
              <a:pathLst>
                <a:path extrusionOk="0" h="224" w="57">
                  <a:moveTo>
                    <a:pt x="17" y="0"/>
                  </a:moveTo>
                  <a:cubicBezTo>
                    <a:pt x="4" y="0"/>
                    <a:pt x="0" y="53"/>
                    <a:pt x="4" y="114"/>
                  </a:cubicBezTo>
                  <a:cubicBezTo>
                    <a:pt x="9" y="175"/>
                    <a:pt x="26" y="224"/>
                    <a:pt x="39" y="224"/>
                  </a:cubicBezTo>
                  <a:cubicBezTo>
                    <a:pt x="53" y="224"/>
                    <a:pt x="57" y="171"/>
                    <a:pt x="53" y="110"/>
                  </a:cubicBezTo>
                  <a:cubicBezTo>
                    <a:pt x="48" y="48"/>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a:off x="-171355" y="3539333"/>
              <a:ext cx="2644" cy="10257"/>
            </a:xfrm>
            <a:custGeom>
              <a:rect b="b" l="l" r="r" t="t"/>
              <a:pathLst>
                <a:path extrusionOk="0" h="225" w="58">
                  <a:moveTo>
                    <a:pt x="23" y="1"/>
                  </a:moveTo>
                  <a:cubicBezTo>
                    <a:pt x="9" y="6"/>
                    <a:pt x="1" y="53"/>
                    <a:pt x="5" y="115"/>
                  </a:cubicBezTo>
                  <a:cubicBezTo>
                    <a:pt x="14" y="174"/>
                    <a:pt x="26" y="225"/>
                    <a:pt x="39" y="225"/>
                  </a:cubicBezTo>
                  <a:cubicBezTo>
                    <a:pt x="40" y="225"/>
                    <a:pt x="40" y="224"/>
                    <a:pt x="41" y="224"/>
                  </a:cubicBezTo>
                  <a:cubicBezTo>
                    <a:pt x="53" y="224"/>
                    <a:pt x="57" y="176"/>
                    <a:pt x="53" y="111"/>
                  </a:cubicBezTo>
                  <a:cubicBezTo>
                    <a:pt x="49" y="49"/>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169759" y="3559892"/>
              <a:ext cx="2416" cy="10211"/>
            </a:xfrm>
            <a:custGeom>
              <a:rect b="b" l="l" r="r" t="t"/>
              <a:pathLst>
                <a:path extrusionOk="0" h="224" w="53">
                  <a:moveTo>
                    <a:pt x="20" y="1"/>
                  </a:moveTo>
                  <a:cubicBezTo>
                    <a:pt x="19" y="1"/>
                    <a:pt x="19" y="1"/>
                    <a:pt x="18" y="1"/>
                  </a:cubicBezTo>
                  <a:cubicBezTo>
                    <a:pt x="6" y="1"/>
                    <a:pt x="0" y="48"/>
                    <a:pt x="6" y="114"/>
                  </a:cubicBezTo>
                  <a:cubicBezTo>
                    <a:pt x="10" y="175"/>
                    <a:pt x="22" y="223"/>
                    <a:pt x="36" y="223"/>
                  </a:cubicBezTo>
                  <a:cubicBezTo>
                    <a:pt x="49" y="223"/>
                    <a:pt x="53" y="171"/>
                    <a:pt x="49" y="110"/>
                  </a:cubicBezTo>
                  <a:cubicBezTo>
                    <a:pt x="45" y="51"/>
                    <a:pt x="33" y="1"/>
                    <a:pt x="20"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a:off x="-168574" y="3580223"/>
              <a:ext cx="2462" cy="10211"/>
            </a:xfrm>
            <a:custGeom>
              <a:rect b="b" l="l" r="r" t="t"/>
              <a:pathLst>
                <a:path extrusionOk="0" h="224" w="54">
                  <a:moveTo>
                    <a:pt x="23" y="1"/>
                  </a:moveTo>
                  <a:cubicBezTo>
                    <a:pt x="10" y="1"/>
                    <a:pt x="1" y="48"/>
                    <a:pt x="6" y="114"/>
                  </a:cubicBezTo>
                  <a:cubicBezTo>
                    <a:pt x="6" y="175"/>
                    <a:pt x="18" y="223"/>
                    <a:pt x="32" y="223"/>
                  </a:cubicBezTo>
                  <a:cubicBezTo>
                    <a:pt x="45" y="223"/>
                    <a:pt x="53" y="171"/>
                    <a:pt x="49" y="110"/>
                  </a:cubicBezTo>
                  <a:cubicBezTo>
                    <a:pt x="49" y="48"/>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167571" y="3600554"/>
              <a:ext cx="2462" cy="10165"/>
            </a:xfrm>
            <a:custGeom>
              <a:rect b="b" l="l" r="r" t="t"/>
              <a:pathLst>
                <a:path extrusionOk="0" h="223" w="54">
                  <a:moveTo>
                    <a:pt x="23" y="0"/>
                  </a:moveTo>
                  <a:cubicBezTo>
                    <a:pt x="10" y="0"/>
                    <a:pt x="1" y="53"/>
                    <a:pt x="5" y="114"/>
                  </a:cubicBezTo>
                  <a:cubicBezTo>
                    <a:pt x="5" y="175"/>
                    <a:pt x="18" y="223"/>
                    <a:pt x="31" y="223"/>
                  </a:cubicBezTo>
                  <a:cubicBezTo>
                    <a:pt x="45" y="223"/>
                    <a:pt x="53" y="170"/>
                    <a:pt x="49" y="110"/>
                  </a:cubicBezTo>
                  <a:cubicBezTo>
                    <a:pt x="49" y="48"/>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a:off x="-166751" y="3620885"/>
              <a:ext cx="2416" cy="10165"/>
            </a:xfrm>
            <a:custGeom>
              <a:rect b="b" l="l" r="r" t="t"/>
              <a:pathLst>
                <a:path extrusionOk="0" h="223" w="53">
                  <a:moveTo>
                    <a:pt x="22" y="0"/>
                  </a:moveTo>
                  <a:cubicBezTo>
                    <a:pt x="9" y="0"/>
                    <a:pt x="0" y="53"/>
                    <a:pt x="0" y="113"/>
                  </a:cubicBezTo>
                  <a:cubicBezTo>
                    <a:pt x="4" y="172"/>
                    <a:pt x="17" y="223"/>
                    <a:pt x="29" y="223"/>
                  </a:cubicBezTo>
                  <a:cubicBezTo>
                    <a:pt x="30" y="223"/>
                    <a:pt x="30" y="223"/>
                    <a:pt x="31" y="223"/>
                  </a:cubicBezTo>
                  <a:cubicBezTo>
                    <a:pt x="45" y="223"/>
                    <a:pt x="53" y="174"/>
                    <a:pt x="49" y="113"/>
                  </a:cubicBezTo>
                  <a:cubicBezTo>
                    <a:pt x="49" y="47"/>
                    <a:pt x="35"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a:off x="-166158" y="3641398"/>
              <a:ext cx="2234" cy="10165"/>
            </a:xfrm>
            <a:custGeom>
              <a:rect b="b" l="l" r="r" t="t"/>
              <a:pathLst>
                <a:path extrusionOk="0" h="223" w="49">
                  <a:moveTo>
                    <a:pt x="22" y="0"/>
                  </a:moveTo>
                  <a:cubicBezTo>
                    <a:pt x="9" y="0"/>
                    <a:pt x="0" y="48"/>
                    <a:pt x="0" y="109"/>
                  </a:cubicBezTo>
                  <a:cubicBezTo>
                    <a:pt x="5" y="174"/>
                    <a:pt x="14" y="222"/>
                    <a:pt x="26" y="222"/>
                  </a:cubicBezTo>
                  <a:cubicBezTo>
                    <a:pt x="40" y="222"/>
                    <a:pt x="48" y="170"/>
                    <a:pt x="48" y="109"/>
                  </a:cubicBezTo>
                  <a:cubicBezTo>
                    <a:pt x="48" y="48"/>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a:off x="-165748" y="3661683"/>
              <a:ext cx="2234" cy="10393"/>
            </a:xfrm>
            <a:custGeom>
              <a:rect b="b" l="l" r="r" t="t"/>
              <a:pathLst>
                <a:path extrusionOk="0" h="228" w="49">
                  <a:moveTo>
                    <a:pt x="23" y="1"/>
                  </a:moveTo>
                  <a:cubicBezTo>
                    <a:pt x="9" y="1"/>
                    <a:pt x="0" y="53"/>
                    <a:pt x="0" y="114"/>
                  </a:cubicBezTo>
                  <a:cubicBezTo>
                    <a:pt x="0" y="175"/>
                    <a:pt x="13" y="227"/>
                    <a:pt x="27" y="227"/>
                  </a:cubicBezTo>
                  <a:cubicBezTo>
                    <a:pt x="39" y="227"/>
                    <a:pt x="49" y="175"/>
                    <a:pt x="49" y="114"/>
                  </a:cubicBezTo>
                  <a:cubicBezTo>
                    <a:pt x="49" y="53"/>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165566" y="3682196"/>
              <a:ext cx="2234" cy="10211"/>
            </a:xfrm>
            <a:custGeom>
              <a:rect b="b" l="l" r="r" t="t"/>
              <a:pathLst>
                <a:path extrusionOk="0" h="224" w="49">
                  <a:moveTo>
                    <a:pt x="23" y="1"/>
                  </a:moveTo>
                  <a:cubicBezTo>
                    <a:pt x="9" y="1"/>
                    <a:pt x="1" y="53"/>
                    <a:pt x="1" y="114"/>
                  </a:cubicBezTo>
                  <a:cubicBezTo>
                    <a:pt x="1" y="176"/>
                    <a:pt x="9" y="223"/>
                    <a:pt x="23" y="223"/>
                  </a:cubicBezTo>
                  <a:cubicBezTo>
                    <a:pt x="35" y="223"/>
                    <a:pt x="49" y="176"/>
                    <a:pt x="49" y="114"/>
                  </a:cubicBezTo>
                  <a:cubicBezTo>
                    <a:pt x="49" y="49"/>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165383" y="3702709"/>
              <a:ext cx="2279" cy="10257"/>
            </a:xfrm>
            <a:custGeom>
              <a:rect b="b" l="l" r="r" t="t"/>
              <a:pathLst>
                <a:path extrusionOk="0" h="225" w="50">
                  <a:moveTo>
                    <a:pt x="23" y="1"/>
                  </a:moveTo>
                  <a:cubicBezTo>
                    <a:pt x="9" y="1"/>
                    <a:pt x="1" y="49"/>
                    <a:pt x="1" y="110"/>
                  </a:cubicBezTo>
                  <a:cubicBezTo>
                    <a:pt x="1" y="172"/>
                    <a:pt x="9" y="224"/>
                    <a:pt x="23" y="224"/>
                  </a:cubicBezTo>
                  <a:cubicBezTo>
                    <a:pt x="35" y="224"/>
                    <a:pt x="49" y="172"/>
                    <a:pt x="45" y="110"/>
                  </a:cubicBezTo>
                  <a:cubicBezTo>
                    <a:pt x="45" y="49"/>
                    <a:pt x="35"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7"/>
            <p:cNvSpPr/>
            <p:nvPr/>
          </p:nvSpPr>
          <p:spPr>
            <a:xfrm>
              <a:off x="-165155" y="3723040"/>
              <a:ext cx="2234" cy="10439"/>
            </a:xfrm>
            <a:custGeom>
              <a:rect b="b" l="l" r="r" t="t"/>
              <a:pathLst>
                <a:path extrusionOk="0" h="229" w="49">
                  <a:moveTo>
                    <a:pt x="22" y="1"/>
                  </a:moveTo>
                  <a:cubicBezTo>
                    <a:pt x="10" y="1"/>
                    <a:pt x="0" y="53"/>
                    <a:pt x="0" y="114"/>
                  </a:cubicBezTo>
                  <a:cubicBezTo>
                    <a:pt x="0" y="176"/>
                    <a:pt x="14" y="228"/>
                    <a:pt x="22" y="228"/>
                  </a:cubicBezTo>
                  <a:cubicBezTo>
                    <a:pt x="36" y="224"/>
                    <a:pt x="48" y="176"/>
                    <a:pt x="48" y="114"/>
                  </a:cubicBezTo>
                  <a:cubicBezTo>
                    <a:pt x="44" y="53"/>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164973" y="3743554"/>
              <a:ext cx="2234" cy="10211"/>
            </a:xfrm>
            <a:custGeom>
              <a:rect b="b" l="l" r="r" t="t"/>
              <a:pathLst>
                <a:path extrusionOk="0" h="224" w="49">
                  <a:moveTo>
                    <a:pt x="22" y="0"/>
                  </a:moveTo>
                  <a:cubicBezTo>
                    <a:pt x="10" y="0"/>
                    <a:pt x="0" y="49"/>
                    <a:pt x="0" y="115"/>
                  </a:cubicBezTo>
                  <a:cubicBezTo>
                    <a:pt x="0" y="176"/>
                    <a:pt x="14" y="224"/>
                    <a:pt x="26" y="224"/>
                  </a:cubicBezTo>
                  <a:cubicBezTo>
                    <a:pt x="40" y="224"/>
                    <a:pt x="49" y="176"/>
                    <a:pt x="49" y="110"/>
                  </a:cubicBezTo>
                  <a:cubicBezTo>
                    <a:pt x="49" y="49"/>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7"/>
            <p:cNvSpPr/>
            <p:nvPr/>
          </p:nvSpPr>
          <p:spPr>
            <a:xfrm>
              <a:off x="-164745" y="3763884"/>
              <a:ext cx="2416" cy="10393"/>
            </a:xfrm>
            <a:custGeom>
              <a:rect b="b" l="l" r="r" t="t"/>
              <a:pathLst>
                <a:path extrusionOk="0" h="228" w="53">
                  <a:moveTo>
                    <a:pt x="27" y="0"/>
                  </a:moveTo>
                  <a:cubicBezTo>
                    <a:pt x="13" y="0"/>
                    <a:pt x="1" y="53"/>
                    <a:pt x="5" y="115"/>
                  </a:cubicBezTo>
                  <a:cubicBezTo>
                    <a:pt x="5" y="175"/>
                    <a:pt x="17" y="228"/>
                    <a:pt x="27" y="228"/>
                  </a:cubicBezTo>
                  <a:cubicBezTo>
                    <a:pt x="39" y="228"/>
                    <a:pt x="53" y="175"/>
                    <a:pt x="48" y="115"/>
                  </a:cubicBezTo>
                  <a:cubicBezTo>
                    <a:pt x="48" y="53"/>
                    <a:pt x="39" y="0"/>
                    <a:pt x="2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
            <p:cNvSpPr/>
            <p:nvPr/>
          </p:nvSpPr>
          <p:spPr>
            <a:xfrm>
              <a:off x="-164380" y="3784398"/>
              <a:ext cx="2279" cy="10211"/>
            </a:xfrm>
            <a:custGeom>
              <a:rect b="b" l="l" r="r" t="t"/>
              <a:pathLst>
                <a:path extrusionOk="0" h="224" w="50">
                  <a:moveTo>
                    <a:pt x="23" y="0"/>
                  </a:moveTo>
                  <a:cubicBezTo>
                    <a:pt x="9" y="0"/>
                    <a:pt x="1" y="53"/>
                    <a:pt x="1" y="115"/>
                  </a:cubicBezTo>
                  <a:cubicBezTo>
                    <a:pt x="5" y="175"/>
                    <a:pt x="13" y="224"/>
                    <a:pt x="27" y="224"/>
                  </a:cubicBezTo>
                  <a:cubicBezTo>
                    <a:pt x="40" y="224"/>
                    <a:pt x="49" y="175"/>
                    <a:pt x="49" y="115"/>
                  </a:cubicBezTo>
                  <a:cubicBezTo>
                    <a:pt x="49" y="48"/>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163970" y="3804956"/>
              <a:ext cx="2234" cy="10165"/>
            </a:xfrm>
            <a:custGeom>
              <a:rect b="b" l="l" r="r" t="t"/>
              <a:pathLst>
                <a:path extrusionOk="0" h="223" w="49">
                  <a:moveTo>
                    <a:pt x="22" y="0"/>
                  </a:moveTo>
                  <a:cubicBezTo>
                    <a:pt x="10" y="0"/>
                    <a:pt x="0" y="47"/>
                    <a:pt x="0" y="109"/>
                  </a:cubicBezTo>
                  <a:cubicBezTo>
                    <a:pt x="4" y="174"/>
                    <a:pt x="14" y="223"/>
                    <a:pt x="27" y="223"/>
                  </a:cubicBezTo>
                  <a:cubicBezTo>
                    <a:pt x="40" y="223"/>
                    <a:pt x="49" y="170"/>
                    <a:pt x="49" y="109"/>
                  </a:cubicBezTo>
                  <a:cubicBezTo>
                    <a:pt x="49" y="47"/>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
            <p:cNvSpPr/>
            <p:nvPr/>
          </p:nvSpPr>
          <p:spPr>
            <a:xfrm>
              <a:off x="-163560" y="3825242"/>
              <a:ext cx="2462" cy="10393"/>
            </a:xfrm>
            <a:custGeom>
              <a:rect b="b" l="l" r="r" t="t"/>
              <a:pathLst>
                <a:path extrusionOk="0" h="228" w="54">
                  <a:moveTo>
                    <a:pt x="22" y="1"/>
                  </a:moveTo>
                  <a:cubicBezTo>
                    <a:pt x="9" y="1"/>
                    <a:pt x="1" y="53"/>
                    <a:pt x="5" y="114"/>
                  </a:cubicBezTo>
                  <a:cubicBezTo>
                    <a:pt x="5" y="175"/>
                    <a:pt x="18" y="227"/>
                    <a:pt x="31" y="227"/>
                  </a:cubicBezTo>
                  <a:cubicBezTo>
                    <a:pt x="44" y="223"/>
                    <a:pt x="53" y="175"/>
                    <a:pt x="48" y="114"/>
                  </a:cubicBezTo>
                  <a:cubicBezTo>
                    <a:pt x="48"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7"/>
            <p:cNvSpPr/>
            <p:nvPr/>
          </p:nvSpPr>
          <p:spPr>
            <a:xfrm>
              <a:off x="-162967" y="3845755"/>
              <a:ext cx="2234" cy="10211"/>
            </a:xfrm>
            <a:custGeom>
              <a:rect b="b" l="l" r="r" t="t"/>
              <a:pathLst>
                <a:path extrusionOk="0" h="224" w="49">
                  <a:moveTo>
                    <a:pt x="22" y="1"/>
                  </a:moveTo>
                  <a:cubicBezTo>
                    <a:pt x="9" y="1"/>
                    <a:pt x="0" y="49"/>
                    <a:pt x="0" y="114"/>
                  </a:cubicBezTo>
                  <a:cubicBezTo>
                    <a:pt x="0" y="175"/>
                    <a:pt x="14" y="223"/>
                    <a:pt x="27" y="223"/>
                  </a:cubicBezTo>
                  <a:cubicBezTo>
                    <a:pt x="40" y="223"/>
                    <a:pt x="49" y="175"/>
                    <a:pt x="49" y="110"/>
                  </a:cubicBezTo>
                  <a:cubicBezTo>
                    <a:pt x="44"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p:nvPr/>
          </p:nvSpPr>
          <p:spPr>
            <a:xfrm>
              <a:off x="-162603" y="3866086"/>
              <a:ext cx="2462" cy="10393"/>
            </a:xfrm>
            <a:custGeom>
              <a:rect b="b" l="l" r="r" t="t"/>
              <a:pathLst>
                <a:path extrusionOk="0" h="228" w="54">
                  <a:moveTo>
                    <a:pt x="23" y="1"/>
                  </a:moveTo>
                  <a:cubicBezTo>
                    <a:pt x="10" y="1"/>
                    <a:pt x="1" y="53"/>
                    <a:pt x="6" y="114"/>
                  </a:cubicBezTo>
                  <a:cubicBezTo>
                    <a:pt x="6" y="175"/>
                    <a:pt x="19" y="227"/>
                    <a:pt x="32" y="227"/>
                  </a:cubicBezTo>
                  <a:cubicBezTo>
                    <a:pt x="45" y="227"/>
                    <a:pt x="53" y="175"/>
                    <a:pt x="49" y="114"/>
                  </a:cubicBezTo>
                  <a:cubicBezTo>
                    <a:pt x="49" y="53"/>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7"/>
            <p:cNvSpPr/>
            <p:nvPr/>
          </p:nvSpPr>
          <p:spPr>
            <a:xfrm>
              <a:off x="-161964" y="3886599"/>
              <a:ext cx="2234" cy="10165"/>
            </a:xfrm>
            <a:custGeom>
              <a:rect b="b" l="l" r="r" t="t"/>
              <a:pathLst>
                <a:path extrusionOk="0" h="223" w="49">
                  <a:moveTo>
                    <a:pt x="22" y="1"/>
                  </a:moveTo>
                  <a:cubicBezTo>
                    <a:pt x="9" y="1"/>
                    <a:pt x="0" y="53"/>
                    <a:pt x="0" y="114"/>
                  </a:cubicBezTo>
                  <a:cubicBezTo>
                    <a:pt x="5" y="176"/>
                    <a:pt x="13" y="223"/>
                    <a:pt x="27" y="223"/>
                  </a:cubicBezTo>
                  <a:cubicBezTo>
                    <a:pt x="39" y="223"/>
                    <a:pt x="49" y="176"/>
                    <a:pt x="49" y="114"/>
                  </a:cubicBezTo>
                  <a:cubicBezTo>
                    <a:pt x="49" y="49"/>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a:off x="-161417" y="3907112"/>
              <a:ext cx="2279" cy="10211"/>
            </a:xfrm>
            <a:custGeom>
              <a:rect b="b" l="l" r="r" t="t"/>
              <a:pathLst>
                <a:path extrusionOk="0" h="224" w="50">
                  <a:moveTo>
                    <a:pt x="24" y="0"/>
                  </a:moveTo>
                  <a:cubicBezTo>
                    <a:pt x="24" y="0"/>
                    <a:pt x="23" y="0"/>
                    <a:pt x="23" y="1"/>
                  </a:cubicBezTo>
                  <a:cubicBezTo>
                    <a:pt x="10" y="1"/>
                    <a:pt x="1" y="49"/>
                    <a:pt x="1" y="110"/>
                  </a:cubicBezTo>
                  <a:cubicBezTo>
                    <a:pt x="6" y="176"/>
                    <a:pt x="15" y="224"/>
                    <a:pt x="27" y="224"/>
                  </a:cubicBezTo>
                  <a:cubicBezTo>
                    <a:pt x="41" y="224"/>
                    <a:pt x="49" y="172"/>
                    <a:pt x="49" y="110"/>
                  </a:cubicBezTo>
                  <a:cubicBezTo>
                    <a:pt x="45" y="51"/>
                    <a:pt x="37" y="0"/>
                    <a:pt x="24"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7"/>
            <p:cNvSpPr/>
            <p:nvPr/>
          </p:nvSpPr>
          <p:spPr>
            <a:xfrm>
              <a:off x="-160779" y="3927443"/>
              <a:ext cx="2234" cy="10211"/>
            </a:xfrm>
            <a:custGeom>
              <a:rect b="b" l="l" r="r" t="t"/>
              <a:pathLst>
                <a:path extrusionOk="0" h="224" w="49">
                  <a:moveTo>
                    <a:pt x="23" y="0"/>
                  </a:moveTo>
                  <a:cubicBezTo>
                    <a:pt x="9" y="0"/>
                    <a:pt x="1" y="53"/>
                    <a:pt x="1" y="114"/>
                  </a:cubicBezTo>
                  <a:cubicBezTo>
                    <a:pt x="5" y="173"/>
                    <a:pt x="13" y="224"/>
                    <a:pt x="25" y="224"/>
                  </a:cubicBezTo>
                  <a:cubicBezTo>
                    <a:pt x="26" y="224"/>
                    <a:pt x="26" y="224"/>
                    <a:pt x="27" y="224"/>
                  </a:cubicBezTo>
                  <a:cubicBezTo>
                    <a:pt x="39" y="224"/>
                    <a:pt x="49" y="175"/>
                    <a:pt x="49" y="114"/>
                  </a:cubicBezTo>
                  <a:cubicBezTo>
                    <a:pt x="45" y="49"/>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7"/>
            <p:cNvSpPr/>
            <p:nvPr/>
          </p:nvSpPr>
          <p:spPr>
            <a:xfrm>
              <a:off x="-160187" y="3947956"/>
              <a:ext cx="2234" cy="10211"/>
            </a:xfrm>
            <a:custGeom>
              <a:rect b="b" l="l" r="r" t="t"/>
              <a:pathLst>
                <a:path extrusionOk="0" h="224" w="49">
                  <a:moveTo>
                    <a:pt x="22" y="0"/>
                  </a:moveTo>
                  <a:cubicBezTo>
                    <a:pt x="10" y="0"/>
                    <a:pt x="0" y="49"/>
                    <a:pt x="0" y="115"/>
                  </a:cubicBezTo>
                  <a:cubicBezTo>
                    <a:pt x="5" y="175"/>
                    <a:pt x="18" y="224"/>
                    <a:pt x="26" y="224"/>
                  </a:cubicBezTo>
                  <a:cubicBezTo>
                    <a:pt x="40" y="224"/>
                    <a:pt x="48" y="171"/>
                    <a:pt x="48" y="109"/>
                  </a:cubicBezTo>
                  <a:cubicBezTo>
                    <a:pt x="48" y="49"/>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159594" y="3968287"/>
              <a:ext cx="2462" cy="10393"/>
            </a:xfrm>
            <a:custGeom>
              <a:rect b="b" l="l" r="r" t="t"/>
              <a:pathLst>
                <a:path extrusionOk="0" h="228" w="54">
                  <a:moveTo>
                    <a:pt x="23" y="0"/>
                  </a:moveTo>
                  <a:cubicBezTo>
                    <a:pt x="9" y="0"/>
                    <a:pt x="1" y="52"/>
                    <a:pt x="5" y="114"/>
                  </a:cubicBezTo>
                  <a:cubicBezTo>
                    <a:pt x="5" y="175"/>
                    <a:pt x="19" y="228"/>
                    <a:pt x="31" y="228"/>
                  </a:cubicBezTo>
                  <a:cubicBezTo>
                    <a:pt x="45" y="223"/>
                    <a:pt x="53" y="175"/>
                    <a:pt x="49" y="114"/>
                  </a:cubicBezTo>
                  <a:cubicBezTo>
                    <a:pt x="49" y="52"/>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158773" y="3988755"/>
              <a:ext cx="2188" cy="10257"/>
            </a:xfrm>
            <a:custGeom>
              <a:rect b="b" l="l" r="r" t="t"/>
              <a:pathLst>
                <a:path extrusionOk="0" h="225" w="48">
                  <a:moveTo>
                    <a:pt x="17" y="1"/>
                  </a:moveTo>
                  <a:cubicBezTo>
                    <a:pt x="9" y="1"/>
                    <a:pt x="1" y="53"/>
                    <a:pt x="1" y="115"/>
                  </a:cubicBezTo>
                  <a:cubicBezTo>
                    <a:pt x="1" y="176"/>
                    <a:pt x="13" y="224"/>
                    <a:pt x="27" y="224"/>
                  </a:cubicBezTo>
                  <a:cubicBezTo>
                    <a:pt x="39" y="224"/>
                    <a:pt x="48" y="172"/>
                    <a:pt x="48" y="111"/>
                  </a:cubicBezTo>
                  <a:cubicBezTo>
                    <a:pt x="44" y="49"/>
                    <a:pt x="31" y="1"/>
                    <a:pt x="17"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
            <p:cNvSpPr/>
            <p:nvPr/>
          </p:nvSpPr>
          <p:spPr>
            <a:xfrm>
              <a:off x="-158181" y="4009086"/>
              <a:ext cx="2416" cy="10439"/>
            </a:xfrm>
            <a:custGeom>
              <a:rect b="b" l="l" r="r" t="t"/>
              <a:pathLst>
                <a:path extrusionOk="0" h="229" w="53">
                  <a:moveTo>
                    <a:pt x="22" y="1"/>
                  </a:moveTo>
                  <a:cubicBezTo>
                    <a:pt x="9" y="6"/>
                    <a:pt x="0" y="53"/>
                    <a:pt x="4" y="115"/>
                  </a:cubicBezTo>
                  <a:cubicBezTo>
                    <a:pt x="4" y="176"/>
                    <a:pt x="18" y="228"/>
                    <a:pt x="31" y="228"/>
                  </a:cubicBezTo>
                  <a:cubicBezTo>
                    <a:pt x="44" y="228"/>
                    <a:pt x="53" y="176"/>
                    <a:pt x="48" y="115"/>
                  </a:cubicBezTo>
                  <a:cubicBezTo>
                    <a:pt x="48"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157360" y="4029645"/>
              <a:ext cx="2234" cy="10211"/>
            </a:xfrm>
            <a:custGeom>
              <a:rect b="b" l="l" r="r" t="t"/>
              <a:pathLst>
                <a:path extrusionOk="0" h="224" w="49">
                  <a:moveTo>
                    <a:pt x="22" y="1"/>
                  </a:moveTo>
                  <a:cubicBezTo>
                    <a:pt x="8" y="1"/>
                    <a:pt x="0" y="53"/>
                    <a:pt x="0" y="114"/>
                  </a:cubicBezTo>
                  <a:cubicBezTo>
                    <a:pt x="4" y="175"/>
                    <a:pt x="13" y="223"/>
                    <a:pt x="26" y="223"/>
                  </a:cubicBezTo>
                  <a:cubicBezTo>
                    <a:pt x="39" y="223"/>
                    <a:pt x="48" y="175"/>
                    <a:pt x="48" y="110"/>
                  </a:cubicBezTo>
                  <a:cubicBezTo>
                    <a:pt x="43" y="48"/>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
            <p:cNvSpPr/>
            <p:nvPr/>
          </p:nvSpPr>
          <p:spPr>
            <a:xfrm>
              <a:off x="-156813" y="4050158"/>
              <a:ext cx="2462" cy="10211"/>
            </a:xfrm>
            <a:custGeom>
              <a:rect b="b" l="l" r="r" t="t"/>
              <a:pathLst>
                <a:path extrusionOk="0" h="224" w="54">
                  <a:moveTo>
                    <a:pt x="24" y="0"/>
                  </a:moveTo>
                  <a:cubicBezTo>
                    <a:pt x="24" y="0"/>
                    <a:pt x="23" y="1"/>
                    <a:pt x="23" y="1"/>
                  </a:cubicBezTo>
                  <a:cubicBezTo>
                    <a:pt x="10" y="1"/>
                    <a:pt x="1" y="49"/>
                    <a:pt x="5" y="110"/>
                  </a:cubicBezTo>
                  <a:cubicBezTo>
                    <a:pt x="5" y="175"/>
                    <a:pt x="18" y="223"/>
                    <a:pt x="31" y="223"/>
                  </a:cubicBezTo>
                  <a:cubicBezTo>
                    <a:pt x="45" y="223"/>
                    <a:pt x="53" y="171"/>
                    <a:pt x="53" y="110"/>
                  </a:cubicBezTo>
                  <a:cubicBezTo>
                    <a:pt x="49" y="51"/>
                    <a:pt x="37" y="0"/>
                    <a:pt x="24"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a:off x="-155993" y="4070489"/>
              <a:ext cx="2416" cy="10165"/>
            </a:xfrm>
            <a:custGeom>
              <a:rect b="b" l="l" r="r" t="t"/>
              <a:pathLst>
                <a:path extrusionOk="0" h="223" w="53">
                  <a:moveTo>
                    <a:pt x="22" y="0"/>
                  </a:moveTo>
                  <a:cubicBezTo>
                    <a:pt x="9" y="0"/>
                    <a:pt x="0" y="53"/>
                    <a:pt x="5" y="114"/>
                  </a:cubicBezTo>
                  <a:cubicBezTo>
                    <a:pt x="5" y="175"/>
                    <a:pt x="18" y="223"/>
                    <a:pt x="31" y="223"/>
                  </a:cubicBezTo>
                  <a:cubicBezTo>
                    <a:pt x="44" y="223"/>
                    <a:pt x="53" y="175"/>
                    <a:pt x="49" y="114"/>
                  </a:cubicBezTo>
                  <a:cubicBezTo>
                    <a:pt x="49" y="49"/>
                    <a:pt x="35"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155172" y="4091002"/>
              <a:ext cx="2416" cy="10165"/>
            </a:xfrm>
            <a:custGeom>
              <a:rect b="b" l="l" r="r" t="t"/>
              <a:pathLst>
                <a:path extrusionOk="0" h="223" w="53">
                  <a:moveTo>
                    <a:pt x="21" y="0"/>
                  </a:moveTo>
                  <a:cubicBezTo>
                    <a:pt x="9" y="0"/>
                    <a:pt x="0" y="49"/>
                    <a:pt x="0" y="109"/>
                  </a:cubicBezTo>
                  <a:cubicBezTo>
                    <a:pt x="4" y="176"/>
                    <a:pt x="17" y="223"/>
                    <a:pt x="31" y="223"/>
                  </a:cubicBezTo>
                  <a:cubicBezTo>
                    <a:pt x="43" y="223"/>
                    <a:pt x="53" y="170"/>
                    <a:pt x="47" y="109"/>
                  </a:cubicBezTo>
                  <a:cubicBezTo>
                    <a:pt x="47" y="49"/>
                    <a:pt x="35" y="0"/>
                    <a:pt x="21"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154397" y="4111333"/>
              <a:ext cx="2416" cy="10165"/>
            </a:xfrm>
            <a:custGeom>
              <a:rect b="b" l="l" r="r" t="t"/>
              <a:pathLst>
                <a:path extrusionOk="0" h="223" w="53">
                  <a:moveTo>
                    <a:pt x="22" y="0"/>
                  </a:moveTo>
                  <a:cubicBezTo>
                    <a:pt x="9" y="0"/>
                    <a:pt x="0" y="53"/>
                    <a:pt x="0" y="113"/>
                  </a:cubicBezTo>
                  <a:cubicBezTo>
                    <a:pt x="4" y="172"/>
                    <a:pt x="17" y="223"/>
                    <a:pt x="29" y="223"/>
                  </a:cubicBezTo>
                  <a:cubicBezTo>
                    <a:pt x="29" y="223"/>
                    <a:pt x="30" y="223"/>
                    <a:pt x="30" y="222"/>
                  </a:cubicBezTo>
                  <a:cubicBezTo>
                    <a:pt x="44" y="222"/>
                    <a:pt x="52" y="175"/>
                    <a:pt x="48" y="113"/>
                  </a:cubicBezTo>
                  <a:cubicBezTo>
                    <a:pt x="48" y="48"/>
                    <a:pt x="36" y="0"/>
                    <a:pt x="22"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7"/>
            <p:cNvSpPr/>
            <p:nvPr/>
          </p:nvSpPr>
          <p:spPr>
            <a:xfrm>
              <a:off x="-153622" y="4131846"/>
              <a:ext cx="2462" cy="10211"/>
            </a:xfrm>
            <a:custGeom>
              <a:rect b="b" l="l" r="r" t="t"/>
              <a:pathLst>
                <a:path extrusionOk="0" h="224" w="54">
                  <a:moveTo>
                    <a:pt x="23" y="0"/>
                  </a:moveTo>
                  <a:cubicBezTo>
                    <a:pt x="9" y="0"/>
                    <a:pt x="1" y="48"/>
                    <a:pt x="1" y="113"/>
                  </a:cubicBezTo>
                  <a:cubicBezTo>
                    <a:pt x="5" y="175"/>
                    <a:pt x="19" y="223"/>
                    <a:pt x="31" y="223"/>
                  </a:cubicBezTo>
                  <a:cubicBezTo>
                    <a:pt x="45" y="223"/>
                    <a:pt x="53" y="171"/>
                    <a:pt x="49" y="109"/>
                  </a:cubicBezTo>
                  <a:cubicBezTo>
                    <a:pt x="45" y="48"/>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p:nvPr/>
          </p:nvSpPr>
          <p:spPr>
            <a:xfrm>
              <a:off x="-152802" y="4152131"/>
              <a:ext cx="2462" cy="10439"/>
            </a:xfrm>
            <a:custGeom>
              <a:rect b="b" l="l" r="r" t="t"/>
              <a:pathLst>
                <a:path extrusionOk="0" h="229" w="54">
                  <a:moveTo>
                    <a:pt x="22" y="1"/>
                  </a:moveTo>
                  <a:cubicBezTo>
                    <a:pt x="9" y="1"/>
                    <a:pt x="1" y="53"/>
                    <a:pt x="1" y="114"/>
                  </a:cubicBezTo>
                  <a:cubicBezTo>
                    <a:pt x="5" y="176"/>
                    <a:pt x="17" y="228"/>
                    <a:pt x="31" y="228"/>
                  </a:cubicBezTo>
                  <a:cubicBezTo>
                    <a:pt x="44" y="224"/>
                    <a:pt x="53" y="176"/>
                    <a:pt x="48" y="114"/>
                  </a:cubicBezTo>
                  <a:cubicBezTo>
                    <a:pt x="48"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152027" y="4172645"/>
              <a:ext cx="2416" cy="10257"/>
            </a:xfrm>
            <a:custGeom>
              <a:rect b="b" l="l" r="r" t="t"/>
              <a:pathLst>
                <a:path extrusionOk="0" h="225" w="53">
                  <a:moveTo>
                    <a:pt x="23" y="1"/>
                  </a:moveTo>
                  <a:cubicBezTo>
                    <a:pt x="10" y="1"/>
                    <a:pt x="0" y="49"/>
                    <a:pt x="0" y="115"/>
                  </a:cubicBezTo>
                  <a:cubicBezTo>
                    <a:pt x="5" y="176"/>
                    <a:pt x="18" y="224"/>
                    <a:pt x="31" y="224"/>
                  </a:cubicBezTo>
                  <a:cubicBezTo>
                    <a:pt x="45" y="224"/>
                    <a:pt x="53" y="172"/>
                    <a:pt x="49" y="110"/>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151206" y="4192976"/>
              <a:ext cx="2416" cy="10439"/>
            </a:xfrm>
            <a:custGeom>
              <a:rect b="b" l="l" r="r" t="t"/>
              <a:pathLst>
                <a:path extrusionOk="0" h="229" w="53">
                  <a:moveTo>
                    <a:pt x="22" y="1"/>
                  </a:moveTo>
                  <a:cubicBezTo>
                    <a:pt x="9" y="1"/>
                    <a:pt x="0" y="53"/>
                    <a:pt x="0" y="115"/>
                  </a:cubicBezTo>
                  <a:cubicBezTo>
                    <a:pt x="5" y="176"/>
                    <a:pt x="18" y="228"/>
                    <a:pt x="31" y="228"/>
                  </a:cubicBezTo>
                  <a:cubicBezTo>
                    <a:pt x="44" y="224"/>
                    <a:pt x="53" y="176"/>
                    <a:pt x="49" y="115"/>
                  </a:cubicBezTo>
                  <a:cubicBezTo>
                    <a:pt x="49" y="53"/>
                    <a:pt x="35"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
            <p:cNvSpPr/>
            <p:nvPr/>
          </p:nvSpPr>
          <p:spPr>
            <a:xfrm>
              <a:off x="-150386" y="4213489"/>
              <a:ext cx="2416" cy="10211"/>
            </a:xfrm>
            <a:custGeom>
              <a:rect b="b" l="l" r="r" t="t"/>
              <a:pathLst>
                <a:path extrusionOk="0" h="224" w="53">
                  <a:moveTo>
                    <a:pt x="21" y="0"/>
                  </a:moveTo>
                  <a:cubicBezTo>
                    <a:pt x="9" y="0"/>
                    <a:pt x="0" y="53"/>
                    <a:pt x="4" y="115"/>
                  </a:cubicBezTo>
                  <a:cubicBezTo>
                    <a:pt x="4" y="176"/>
                    <a:pt x="17" y="224"/>
                    <a:pt x="31" y="224"/>
                  </a:cubicBezTo>
                  <a:cubicBezTo>
                    <a:pt x="43" y="224"/>
                    <a:pt x="53" y="171"/>
                    <a:pt x="47" y="111"/>
                  </a:cubicBezTo>
                  <a:cubicBezTo>
                    <a:pt x="47" y="49"/>
                    <a:pt x="35" y="0"/>
                    <a:pt x="21"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7"/>
            <p:cNvSpPr/>
            <p:nvPr/>
          </p:nvSpPr>
          <p:spPr>
            <a:xfrm>
              <a:off x="-149656" y="4233820"/>
              <a:ext cx="2462" cy="10393"/>
            </a:xfrm>
            <a:custGeom>
              <a:rect b="b" l="l" r="r" t="t"/>
              <a:pathLst>
                <a:path extrusionOk="0" h="228" w="54">
                  <a:moveTo>
                    <a:pt x="23" y="0"/>
                  </a:moveTo>
                  <a:cubicBezTo>
                    <a:pt x="10" y="5"/>
                    <a:pt x="1" y="53"/>
                    <a:pt x="5" y="115"/>
                  </a:cubicBezTo>
                  <a:cubicBezTo>
                    <a:pt x="5" y="175"/>
                    <a:pt x="19" y="228"/>
                    <a:pt x="31" y="228"/>
                  </a:cubicBezTo>
                  <a:cubicBezTo>
                    <a:pt x="45" y="228"/>
                    <a:pt x="53" y="175"/>
                    <a:pt x="49" y="115"/>
                  </a:cubicBezTo>
                  <a:cubicBezTo>
                    <a:pt x="49" y="53"/>
                    <a:pt x="37"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148836" y="4254378"/>
              <a:ext cx="2462" cy="10165"/>
            </a:xfrm>
            <a:custGeom>
              <a:rect b="b" l="l" r="r" t="t"/>
              <a:pathLst>
                <a:path extrusionOk="0" h="223" w="54">
                  <a:moveTo>
                    <a:pt x="23" y="0"/>
                  </a:moveTo>
                  <a:cubicBezTo>
                    <a:pt x="9" y="0"/>
                    <a:pt x="1" y="53"/>
                    <a:pt x="5" y="114"/>
                  </a:cubicBezTo>
                  <a:cubicBezTo>
                    <a:pt x="5" y="174"/>
                    <a:pt x="19" y="223"/>
                    <a:pt x="31" y="223"/>
                  </a:cubicBezTo>
                  <a:cubicBezTo>
                    <a:pt x="45" y="223"/>
                    <a:pt x="53" y="174"/>
                    <a:pt x="49" y="109"/>
                  </a:cubicBezTo>
                  <a:cubicBezTo>
                    <a:pt x="49" y="47"/>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a:off x="-148015" y="4274846"/>
              <a:ext cx="2462" cy="10211"/>
            </a:xfrm>
            <a:custGeom>
              <a:rect b="b" l="l" r="r" t="t"/>
              <a:pathLst>
                <a:path extrusionOk="0" h="224" w="54">
                  <a:moveTo>
                    <a:pt x="23" y="1"/>
                  </a:moveTo>
                  <a:cubicBezTo>
                    <a:pt x="23" y="1"/>
                    <a:pt x="22" y="1"/>
                    <a:pt x="22" y="1"/>
                  </a:cubicBezTo>
                  <a:cubicBezTo>
                    <a:pt x="9" y="1"/>
                    <a:pt x="1" y="49"/>
                    <a:pt x="5" y="110"/>
                  </a:cubicBezTo>
                  <a:cubicBezTo>
                    <a:pt x="5" y="175"/>
                    <a:pt x="17" y="224"/>
                    <a:pt x="31" y="224"/>
                  </a:cubicBezTo>
                  <a:cubicBezTo>
                    <a:pt x="44" y="224"/>
                    <a:pt x="53" y="171"/>
                    <a:pt x="48" y="110"/>
                  </a:cubicBezTo>
                  <a:cubicBezTo>
                    <a:pt x="48" y="52"/>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a:off x="-147240" y="4295177"/>
              <a:ext cx="2416" cy="10211"/>
            </a:xfrm>
            <a:custGeom>
              <a:rect b="b" l="l" r="r" t="t"/>
              <a:pathLst>
                <a:path extrusionOk="0" h="224" w="53">
                  <a:moveTo>
                    <a:pt x="22" y="1"/>
                  </a:moveTo>
                  <a:cubicBezTo>
                    <a:pt x="10" y="1"/>
                    <a:pt x="0" y="53"/>
                    <a:pt x="5" y="114"/>
                  </a:cubicBezTo>
                  <a:cubicBezTo>
                    <a:pt x="5" y="175"/>
                    <a:pt x="18" y="223"/>
                    <a:pt x="31" y="223"/>
                  </a:cubicBezTo>
                  <a:cubicBezTo>
                    <a:pt x="44" y="223"/>
                    <a:pt x="53" y="175"/>
                    <a:pt x="49" y="110"/>
                  </a:cubicBezTo>
                  <a:cubicBezTo>
                    <a:pt x="49" y="49"/>
                    <a:pt x="36" y="1"/>
                    <a:pt x="22"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146420" y="4315690"/>
              <a:ext cx="2416" cy="10211"/>
            </a:xfrm>
            <a:custGeom>
              <a:rect b="b" l="l" r="r" t="t"/>
              <a:pathLst>
                <a:path extrusionOk="0" h="224" w="53">
                  <a:moveTo>
                    <a:pt x="24" y="1"/>
                  </a:moveTo>
                  <a:cubicBezTo>
                    <a:pt x="23" y="1"/>
                    <a:pt x="23" y="1"/>
                    <a:pt x="22" y="1"/>
                  </a:cubicBezTo>
                  <a:cubicBezTo>
                    <a:pt x="9" y="1"/>
                    <a:pt x="0" y="49"/>
                    <a:pt x="4" y="110"/>
                  </a:cubicBezTo>
                  <a:cubicBezTo>
                    <a:pt x="4" y="176"/>
                    <a:pt x="18" y="223"/>
                    <a:pt x="31" y="223"/>
                  </a:cubicBezTo>
                  <a:cubicBezTo>
                    <a:pt x="44" y="223"/>
                    <a:pt x="53" y="171"/>
                    <a:pt x="48" y="110"/>
                  </a:cubicBezTo>
                  <a:cubicBezTo>
                    <a:pt x="48" y="51"/>
                    <a:pt x="36" y="1"/>
                    <a:pt x="24"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145599" y="4336021"/>
              <a:ext cx="2416" cy="10211"/>
            </a:xfrm>
            <a:custGeom>
              <a:rect b="b" l="l" r="r" t="t"/>
              <a:pathLst>
                <a:path extrusionOk="0" h="224" w="53">
                  <a:moveTo>
                    <a:pt x="21" y="1"/>
                  </a:moveTo>
                  <a:cubicBezTo>
                    <a:pt x="8" y="1"/>
                    <a:pt x="0" y="53"/>
                    <a:pt x="4" y="114"/>
                  </a:cubicBezTo>
                  <a:cubicBezTo>
                    <a:pt x="4" y="173"/>
                    <a:pt x="16" y="223"/>
                    <a:pt x="29" y="223"/>
                  </a:cubicBezTo>
                  <a:cubicBezTo>
                    <a:pt x="29" y="223"/>
                    <a:pt x="30" y="223"/>
                    <a:pt x="30" y="223"/>
                  </a:cubicBezTo>
                  <a:cubicBezTo>
                    <a:pt x="43" y="223"/>
                    <a:pt x="52" y="176"/>
                    <a:pt x="47" y="114"/>
                  </a:cubicBezTo>
                  <a:cubicBezTo>
                    <a:pt x="47" y="49"/>
                    <a:pt x="35" y="1"/>
                    <a:pt x="21"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144870" y="4356534"/>
              <a:ext cx="2462" cy="10257"/>
            </a:xfrm>
            <a:custGeom>
              <a:rect b="b" l="l" r="r" t="t"/>
              <a:pathLst>
                <a:path extrusionOk="0" h="225" w="54">
                  <a:moveTo>
                    <a:pt x="23" y="1"/>
                  </a:moveTo>
                  <a:cubicBezTo>
                    <a:pt x="10" y="1"/>
                    <a:pt x="1" y="49"/>
                    <a:pt x="5" y="114"/>
                  </a:cubicBezTo>
                  <a:cubicBezTo>
                    <a:pt x="5" y="176"/>
                    <a:pt x="19" y="224"/>
                    <a:pt x="31" y="224"/>
                  </a:cubicBezTo>
                  <a:cubicBezTo>
                    <a:pt x="45" y="224"/>
                    <a:pt x="53" y="172"/>
                    <a:pt x="49" y="110"/>
                  </a:cubicBezTo>
                  <a:cubicBezTo>
                    <a:pt x="49" y="49"/>
                    <a:pt x="36" y="1"/>
                    <a:pt x="23" y="1"/>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144049" y="4376865"/>
              <a:ext cx="2462" cy="10393"/>
            </a:xfrm>
            <a:custGeom>
              <a:rect b="b" l="l" r="r" t="t"/>
              <a:pathLst>
                <a:path extrusionOk="0" h="228" w="54">
                  <a:moveTo>
                    <a:pt x="23" y="0"/>
                  </a:moveTo>
                  <a:cubicBezTo>
                    <a:pt x="9" y="0"/>
                    <a:pt x="1" y="53"/>
                    <a:pt x="1" y="114"/>
                  </a:cubicBezTo>
                  <a:cubicBezTo>
                    <a:pt x="5" y="176"/>
                    <a:pt x="18" y="228"/>
                    <a:pt x="31" y="228"/>
                  </a:cubicBezTo>
                  <a:cubicBezTo>
                    <a:pt x="45" y="224"/>
                    <a:pt x="53" y="176"/>
                    <a:pt x="49" y="114"/>
                  </a:cubicBezTo>
                  <a:cubicBezTo>
                    <a:pt x="45" y="53"/>
                    <a:pt x="35"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143229" y="4397378"/>
              <a:ext cx="2188" cy="10211"/>
            </a:xfrm>
            <a:custGeom>
              <a:rect b="b" l="l" r="r" t="t"/>
              <a:pathLst>
                <a:path extrusionOk="0" h="224" w="48">
                  <a:moveTo>
                    <a:pt x="17" y="0"/>
                  </a:moveTo>
                  <a:cubicBezTo>
                    <a:pt x="9" y="0"/>
                    <a:pt x="0" y="49"/>
                    <a:pt x="0" y="115"/>
                  </a:cubicBezTo>
                  <a:cubicBezTo>
                    <a:pt x="5" y="175"/>
                    <a:pt x="13" y="224"/>
                    <a:pt x="27" y="224"/>
                  </a:cubicBezTo>
                  <a:cubicBezTo>
                    <a:pt x="39" y="224"/>
                    <a:pt x="48" y="171"/>
                    <a:pt x="48" y="109"/>
                  </a:cubicBezTo>
                  <a:cubicBezTo>
                    <a:pt x="43" y="49"/>
                    <a:pt x="31" y="0"/>
                    <a:pt x="17"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142636" y="4417892"/>
              <a:ext cx="2416" cy="10211"/>
            </a:xfrm>
            <a:custGeom>
              <a:rect b="b" l="l" r="r" t="t"/>
              <a:pathLst>
                <a:path extrusionOk="0" h="224" w="53">
                  <a:moveTo>
                    <a:pt x="24" y="0"/>
                  </a:moveTo>
                  <a:cubicBezTo>
                    <a:pt x="23" y="0"/>
                    <a:pt x="23" y="0"/>
                    <a:pt x="22" y="0"/>
                  </a:cubicBezTo>
                  <a:cubicBezTo>
                    <a:pt x="8" y="0"/>
                    <a:pt x="0" y="49"/>
                    <a:pt x="4" y="110"/>
                  </a:cubicBezTo>
                  <a:cubicBezTo>
                    <a:pt x="4" y="175"/>
                    <a:pt x="18" y="224"/>
                    <a:pt x="30" y="224"/>
                  </a:cubicBezTo>
                  <a:cubicBezTo>
                    <a:pt x="44" y="224"/>
                    <a:pt x="53" y="171"/>
                    <a:pt x="48" y="110"/>
                  </a:cubicBezTo>
                  <a:cubicBezTo>
                    <a:pt x="48" y="51"/>
                    <a:pt x="36" y="0"/>
                    <a:pt x="24"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141861" y="4438223"/>
              <a:ext cx="2279" cy="10393"/>
            </a:xfrm>
            <a:custGeom>
              <a:rect b="b" l="l" r="r" t="t"/>
              <a:pathLst>
                <a:path extrusionOk="0" h="228" w="50">
                  <a:moveTo>
                    <a:pt x="23" y="0"/>
                  </a:moveTo>
                  <a:cubicBezTo>
                    <a:pt x="9" y="5"/>
                    <a:pt x="1" y="52"/>
                    <a:pt x="1" y="114"/>
                  </a:cubicBezTo>
                  <a:cubicBezTo>
                    <a:pt x="5" y="179"/>
                    <a:pt x="13" y="228"/>
                    <a:pt x="27" y="228"/>
                  </a:cubicBezTo>
                  <a:cubicBezTo>
                    <a:pt x="40" y="228"/>
                    <a:pt x="49" y="175"/>
                    <a:pt x="49" y="114"/>
                  </a:cubicBezTo>
                  <a:cubicBezTo>
                    <a:pt x="44" y="52"/>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141269" y="4458781"/>
              <a:ext cx="2234" cy="4558"/>
            </a:xfrm>
            <a:custGeom>
              <a:rect b="b" l="l" r="r" t="t"/>
              <a:pathLst>
                <a:path extrusionOk="0" h="100" w="49">
                  <a:moveTo>
                    <a:pt x="23" y="0"/>
                  </a:moveTo>
                  <a:cubicBezTo>
                    <a:pt x="10" y="0"/>
                    <a:pt x="0" y="21"/>
                    <a:pt x="0" y="52"/>
                  </a:cubicBezTo>
                  <a:cubicBezTo>
                    <a:pt x="0" y="79"/>
                    <a:pt x="14" y="100"/>
                    <a:pt x="27" y="100"/>
                  </a:cubicBezTo>
                  <a:cubicBezTo>
                    <a:pt x="40" y="100"/>
                    <a:pt x="49" y="79"/>
                    <a:pt x="49" y="47"/>
                  </a:cubicBezTo>
                  <a:cubicBezTo>
                    <a:pt x="49" y="21"/>
                    <a:pt x="36" y="0"/>
                    <a:pt x="23" y="0"/>
                  </a:cubicBezTo>
                  <a:close/>
                </a:path>
              </a:pathLst>
            </a:custGeom>
            <a:solidFill>
              <a:srgbClr val="455A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115741" y="2713425"/>
              <a:ext cx="34098" cy="228107"/>
            </a:xfrm>
            <a:custGeom>
              <a:rect b="b" l="l" r="r" t="t"/>
              <a:pathLst>
                <a:path extrusionOk="0" h="5004" w="748">
                  <a:moveTo>
                    <a:pt x="5" y="0"/>
                  </a:moveTo>
                  <a:cubicBezTo>
                    <a:pt x="1" y="0"/>
                    <a:pt x="1" y="18"/>
                    <a:pt x="1" y="53"/>
                  </a:cubicBezTo>
                  <a:cubicBezTo>
                    <a:pt x="5" y="101"/>
                    <a:pt x="5" y="153"/>
                    <a:pt x="5" y="206"/>
                  </a:cubicBezTo>
                  <a:cubicBezTo>
                    <a:pt x="13" y="367"/>
                    <a:pt x="22" y="560"/>
                    <a:pt x="31" y="779"/>
                  </a:cubicBezTo>
                  <a:cubicBezTo>
                    <a:pt x="57" y="1290"/>
                    <a:pt x="88" y="1936"/>
                    <a:pt x="122" y="2654"/>
                  </a:cubicBezTo>
                  <a:cubicBezTo>
                    <a:pt x="166" y="3383"/>
                    <a:pt x="197" y="4044"/>
                    <a:pt x="237" y="4528"/>
                  </a:cubicBezTo>
                  <a:cubicBezTo>
                    <a:pt x="253" y="4647"/>
                    <a:pt x="284" y="4756"/>
                    <a:pt x="341" y="4839"/>
                  </a:cubicBezTo>
                  <a:cubicBezTo>
                    <a:pt x="398" y="4917"/>
                    <a:pt x="477" y="4965"/>
                    <a:pt x="538" y="4987"/>
                  </a:cubicBezTo>
                  <a:cubicBezTo>
                    <a:pt x="575" y="4999"/>
                    <a:pt x="608" y="5004"/>
                    <a:pt x="636" y="5004"/>
                  </a:cubicBezTo>
                  <a:cubicBezTo>
                    <a:pt x="705" y="5004"/>
                    <a:pt x="743" y="4978"/>
                    <a:pt x="747" y="4978"/>
                  </a:cubicBezTo>
                  <a:cubicBezTo>
                    <a:pt x="747" y="4978"/>
                    <a:pt x="747" y="4978"/>
                    <a:pt x="747" y="4978"/>
                  </a:cubicBezTo>
                  <a:lnTo>
                    <a:pt x="747" y="4978"/>
                  </a:lnTo>
                  <a:cubicBezTo>
                    <a:pt x="747" y="4977"/>
                    <a:pt x="747" y="4977"/>
                    <a:pt x="746" y="4977"/>
                  </a:cubicBezTo>
                  <a:cubicBezTo>
                    <a:pt x="739" y="4977"/>
                    <a:pt x="708" y="4991"/>
                    <a:pt x="657" y="4991"/>
                  </a:cubicBezTo>
                  <a:cubicBezTo>
                    <a:pt x="627" y="4991"/>
                    <a:pt x="590" y="4986"/>
                    <a:pt x="546" y="4970"/>
                  </a:cubicBezTo>
                  <a:cubicBezTo>
                    <a:pt x="485" y="4948"/>
                    <a:pt x="415" y="4899"/>
                    <a:pt x="362" y="4821"/>
                  </a:cubicBezTo>
                  <a:cubicBezTo>
                    <a:pt x="315" y="4746"/>
                    <a:pt x="284" y="4641"/>
                    <a:pt x="271" y="4524"/>
                  </a:cubicBezTo>
                  <a:cubicBezTo>
                    <a:pt x="245" y="4012"/>
                    <a:pt x="210" y="3366"/>
                    <a:pt x="170" y="2649"/>
                  </a:cubicBezTo>
                  <a:cubicBezTo>
                    <a:pt x="132" y="1932"/>
                    <a:pt x="92" y="1285"/>
                    <a:pt x="61" y="774"/>
                  </a:cubicBezTo>
                  <a:cubicBezTo>
                    <a:pt x="48" y="556"/>
                    <a:pt x="35" y="367"/>
                    <a:pt x="22" y="206"/>
                  </a:cubicBezTo>
                  <a:cubicBezTo>
                    <a:pt x="17" y="153"/>
                    <a:pt x="13" y="101"/>
                    <a:pt x="13" y="53"/>
                  </a:cubicBezTo>
                  <a:cubicBezTo>
                    <a:pt x="9" y="18"/>
                    <a:pt x="5" y="0"/>
                    <a:pt x="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78734" y="2928814"/>
              <a:ext cx="58622" cy="168619"/>
            </a:xfrm>
            <a:custGeom>
              <a:rect b="b" l="l" r="r" t="t"/>
              <a:pathLst>
                <a:path extrusionOk="0" h="3699" w="1286">
                  <a:moveTo>
                    <a:pt x="717" y="0"/>
                  </a:moveTo>
                  <a:cubicBezTo>
                    <a:pt x="521" y="39"/>
                    <a:pt x="346" y="74"/>
                    <a:pt x="193" y="100"/>
                  </a:cubicBezTo>
                  <a:cubicBezTo>
                    <a:pt x="140" y="114"/>
                    <a:pt x="97" y="122"/>
                    <a:pt x="49" y="131"/>
                  </a:cubicBezTo>
                  <a:cubicBezTo>
                    <a:pt x="19" y="140"/>
                    <a:pt x="1" y="144"/>
                    <a:pt x="1" y="148"/>
                  </a:cubicBezTo>
                  <a:cubicBezTo>
                    <a:pt x="1" y="148"/>
                    <a:pt x="19" y="148"/>
                    <a:pt x="53" y="144"/>
                  </a:cubicBezTo>
                  <a:cubicBezTo>
                    <a:pt x="97" y="136"/>
                    <a:pt x="145" y="126"/>
                    <a:pt x="197" y="122"/>
                  </a:cubicBezTo>
                  <a:cubicBezTo>
                    <a:pt x="346" y="96"/>
                    <a:pt x="516" y="67"/>
                    <a:pt x="711" y="37"/>
                  </a:cubicBezTo>
                  <a:lnTo>
                    <a:pt x="711" y="37"/>
                  </a:lnTo>
                  <a:cubicBezTo>
                    <a:pt x="867" y="435"/>
                    <a:pt x="1037" y="987"/>
                    <a:pt x="1137" y="1617"/>
                  </a:cubicBezTo>
                  <a:cubicBezTo>
                    <a:pt x="1189" y="1941"/>
                    <a:pt x="1220" y="2255"/>
                    <a:pt x="1229" y="2538"/>
                  </a:cubicBezTo>
                  <a:cubicBezTo>
                    <a:pt x="1246" y="2823"/>
                    <a:pt x="1233" y="3081"/>
                    <a:pt x="1150" y="3278"/>
                  </a:cubicBezTo>
                  <a:cubicBezTo>
                    <a:pt x="1067" y="3474"/>
                    <a:pt x="927" y="3593"/>
                    <a:pt x="818" y="3645"/>
                  </a:cubicBezTo>
                  <a:cubicBezTo>
                    <a:pt x="713" y="3692"/>
                    <a:pt x="643" y="3692"/>
                    <a:pt x="643" y="3697"/>
                  </a:cubicBezTo>
                  <a:cubicBezTo>
                    <a:pt x="643" y="3697"/>
                    <a:pt x="648" y="3698"/>
                    <a:pt x="658" y="3698"/>
                  </a:cubicBezTo>
                  <a:cubicBezTo>
                    <a:pt x="685" y="3698"/>
                    <a:pt x="744" y="3694"/>
                    <a:pt x="826" y="3662"/>
                  </a:cubicBezTo>
                  <a:cubicBezTo>
                    <a:pt x="941" y="3614"/>
                    <a:pt x="1088" y="3496"/>
                    <a:pt x="1181" y="3290"/>
                  </a:cubicBezTo>
                  <a:cubicBezTo>
                    <a:pt x="1272" y="3089"/>
                    <a:pt x="1286" y="2823"/>
                    <a:pt x="1272" y="2534"/>
                  </a:cubicBezTo>
                  <a:cubicBezTo>
                    <a:pt x="1264" y="2250"/>
                    <a:pt x="1237" y="1935"/>
                    <a:pt x="1185" y="1608"/>
                  </a:cubicBezTo>
                  <a:cubicBezTo>
                    <a:pt x="1080" y="970"/>
                    <a:pt x="901" y="406"/>
                    <a:pt x="739" y="13"/>
                  </a:cubicBezTo>
                  <a:lnTo>
                    <a:pt x="7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477731" y="2960404"/>
              <a:ext cx="39887" cy="9208"/>
            </a:xfrm>
            <a:custGeom>
              <a:rect b="b" l="l" r="r" t="t"/>
              <a:pathLst>
                <a:path extrusionOk="0" h="202" w="875">
                  <a:moveTo>
                    <a:pt x="863" y="0"/>
                  </a:moveTo>
                  <a:cubicBezTo>
                    <a:pt x="826" y="0"/>
                    <a:pt x="647" y="29"/>
                    <a:pt x="433" y="76"/>
                  </a:cubicBezTo>
                  <a:cubicBezTo>
                    <a:pt x="193" y="133"/>
                    <a:pt x="1" y="185"/>
                    <a:pt x="5" y="199"/>
                  </a:cubicBezTo>
                  <a:cubicBezTo>
                    <a:pt x="6" y="201"/>
                    <a:pt x="10" y="201"/>
                    <a:pt x="18" y="201"/>
                  </a:cubicBezTo>
                  <a:cubicBezTo>
                    <a:pt x="65" y="201"/>
                    <a:pt x="239" y="169"/>
                    <a:pt x="442" y="124"/>
                  </a:cubicBezTo>
                  <a:cubicBezTo>
                    <a:pt x="683" y="72"/>
                    <a:pt x="875" y="15"/>
                    <a:pt x="870" y="2"/>
                  </a:cubicBezTo>
                  <a:cubicBezTo>
                    <a:pt x="870" y="1"/>
                    <a:pt x="868" y="0"/>
                    <a:pt x="8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823767" y="1859801"/>
              <a:ext cx="1492954" cy="1042757"/>
            </a:xfrm>
            <a:custGeom>
              <a:rect b="b" l="l" r="r" t="t"/>
              <a:pathLst>
                <a:path extrusionOk="0" h="22875" w="32751">
                  <a:moveTo>
                    <a:pt x="8496" y="11791"/>
                  </a:moveTo>
                  <a:cubicBezTo>
                    <a:pt x="8990" y="14807"/>
                    <a:pt x="9659" y="18281"/>
                    <a:pt x="9724" y="18621"/>
                  </a:cubicBezTo>
                  <a:cubicBezTo>
                    <a:pt x="8011" y="17463"/>
                    <a:pt x="5327" y="15589"/>
                    <a:pt x="5420" y="15283"/>
                  </a:cubicBezTo>
                  <a:cubicBezTo>
                    <a:pt x="5490" y="15043"/>
                    <a:pt x="7072" y="13316"/>
                    <a:pt x="8496" y="11791"/>
                  </a:cubicBezTo>
                  <a:close/>
                  <a:moveTo>
                    <a:pt x="30237" y="0"/>
                  </a:moveTo>
                  <a:cubicBezTo>
                    <a:pt x="24675" y="5018"/>
                    <a:pt x="17801" y="5482"/>
                    <a:pt x="15446" y="5482"/>
                  </a:cubicBezTo>
                  <a:cubicBezTo>
                    <a:pt x="14911" y="5482"/>
                    <a:pt x="14610" y="5459"/>
                    <a:pt x="14610" y="5459"/>
                  </a:cubicBezTo>
                  <a:lnTo>
                    <a:pt x="14610" y="5472"/>
                  </a:lnTo>
                  <a:cubicBezTo>
                    <a:pt x="14216" y="5411"/>
                    <a:pt x="12145" y="5079"/>
                    <a:pt x="11459" y="5065"/>
                  </a:cubicBezTo>
                  <a:cubicBezTo>
                    <a:pt x="11342" y="5063"/>
                    <a:pt x="11192" y="5057"/>
                    <a:pt x="11019" y="5057"/>
                  </a:cubicBezTo>
                  <a:cubicBezTo>
                    <a:pt x="10400" y="5057"/>
                    <a:pt x="9494" y="5137"/>
                    <a:pt x="8806" y="5787"/>
                  </a:cubicBezTo>
                  <a:cubicBezTo>
                    <a:pt x="8784" y="5805"/>
                    <a:pt x="8762" y="5826"/>
                    <a:pt x="8741" y="5848"/>
                  </a:cubicBezTo>
                  <a:cubicBezTo>
                    <a:pt x="7950" y="6622"/>
                    <a:pt x="0" y="14452"/>
                    <a:pt x="844" y="16393"/>
                  </a:cubicBezTo>
                  <a:cubicBezTo>
                    <a:pt x="1731" y="18438"/>
                    <a:pt x="9287" y="22874"/>
                    <a:pt x="9287" y="22874"/>
                  </a:cubicBezTo>
                  <a:lnTo>
                    <a:pt x="11114" y="19553"/>
                  </a:lnTo>
                  <a:cubicBezTo>
                    <a:pt x="11114" y="19553"/>
                    <a:pt x="10545" y="19177"/>
                    <a:pt x="9764" y="18653"/>
                  </a:cubicBezTo>
                  <a:lnTo>
                    <a:pt x="15934" y="18490"/>
                  </a:lnTo>
                  <a:lnTo>
                    <a:pt x="16205" y="13875"/>
                  </a:lnTo>
                  <a:cubicBezTo>
                    <a:pt x="16205" y="13875"/>
                    <a:pt x="17258" y="12701"/>
                    <a:pt x="17258" y="11852"/>
                  </a:cubicBezTo>
                  <a:cubicBezTo>
                    <a:pt x="17258" y="11267"/>
                    <a:pt x="16935" y="10297"/>
                    <a:pt x="16515" y="9292"/>
                  </a:cubicBezTo>
                  <a:cubicBezTo>
                    <a:pt x="26239" y="8479"/>
                    <a:pt x="32750" y="2059"/>
                    <a:pt x="32750" y="2059"/>
                  </a:cubicBezTo>
                  <a:lnTo>
                    <a:pt x="3023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147238" y="2058825"/>
              <a:ext cx="69335" cy="177964"/>
            </a:xfrm>
            <a:custGeom>
              <a:rect b="b" l="l" r="r" t="t"/>
              <a:pathLst>
                <a:path extrusionOk="0" h="3904" w="1521">
                  <a:moveTo>
                    <a:pt x="1364" y="1"/>
                  </a:moveTo>
                  <a:cubicBezTo>
                    <a:pt x="1358" y="5"/>
                    <a:pt x="1402" y="53"/>
                    <a:pt x="1451" y="149"/>
                  </a:cubicBezTo>
                  <a:cubicBezTo>
                    <a:pt x="1468" y="197"/>
                    <a:pt x="1485" y="263"/>
                    <a:pt x="1473" y="337"/>
                  </a:cubicBezTo>
                  <a:cubicBezTo>
                    <a:pt x="1459" y="411"/>
                    <a:pt x="1424" y="495"/>
                    <a:pt x="1376" y="578"/>
                  </a:cubicBezTo>
                  <a:cubicBezTo>
                    <a:pt x="1280" y="752"/>
                    <a:pt x="1149" y="945"/>
                    <a:pt x="965" y="1128"/>
                  </a:cubicBezTo>
                  <a:cubicBezTo>
                    <a:pt x="787" y="1320"/>
                    <a:pt x="563" y="1517"/>
                    <a:pt x="402" y="1779"/>
                  </a:cubicBezTo>
                  <a:cubicBezTo>
                    <a:pt x="65" y="2304"/>
                    <a:pt x="0" y="2885"/>
                    <a:pt x="43" y="3282"/>
                  </a:cubicBezTo>
                  <a:cubicBezTo>
                    <a:pt x="61" y="3479"/>
                    <a:pt x="105" y="3641"/>
                    <a:pt x="140" y="3746"/>
                  </a:cubicBezTo>
                  <a:cubicBezTo>
                    <a:pt x="177" y="3847"/>
                    <a:pt x="203" y="3904"/>
                    <a:pt x="205" y="3904"/>
                  </a:cubicBezTo>
                  <a:cubicBezTo>
                    <a:pt x="205" y="3904"/>
                    <a:pt x="205" y="3904"/>
                    <a:pt x="205" y="3903"/>
                  </a:cubicBezTo>
                  <a:cubicBezTo>
                    <a:pt x="222" y="3898"/>
                    <a:pt x="118" y="3672"/>
                    <a:pt x="91" y="3278"/>
                  </a:cubicBezTo>
                  <a:cubicBezTo>
                    <a:pt x="61" y="2889"/>
                    <a:pt x="135" y="2321"/>
                    <a:pt x="458" y="1818"/>
                  </a:cubicBezTo>
                  <a:cubicBezTo>
                    <a:pt x="616" y="1560"/>
                    <a:pt x="830" y="1368"/>
                    <a:pt x="1009" y="1176"/>
                  </a:cubicBezTo>
                  <a:cubicBezTo>
                    <a:pt x="1197" y="983"/>
                    <a:pt x="1328" y="778"/>
                    <a:pt x="1420" y="604"/>
                  </a:cubicBezTo>
                  <a:cubicBezTo>
                    <a:pt x="1468" y="516"/>
                    <a:pt x="1503" y="424"/>
                    <a:pt x="1511" y="346"/>
                  </a:cubicBezTo>
                  <a:cubicBezTo>
                    <a:pt x="1521" y="263"/>
                    <a:pt x="1499" y="188"/>
                    <a:pt x="1473" y="140"/>
                  </a:cubicBezTo>
                  <a:cubicBezTo>
                    <a:pt x="1420" y="35"/>
                    <a:pt x="1364" y="1"/>
                    <a:pt x="13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402560" y="1972943"/>
              <a:ext cx="56070" cy="146100"/>
            </a:xfrm>
            <a:custGeom>
              <a:rect b="b" l="l" r="r" t="t"/>
              <a:pathLst>
                <a:path extrusionOk="0" h="3205" w="1230">
                  <a:moveTo>
                    <a:pt x="12" y="0"/>
                  </a:moveTo>
                  <a:cubicBezTo>
                    <a:pt x="11" y="0"/>
                    <a:pt x="11" y="1"/>
                    <a:pt x="10" y="1"/>
                  </a:cubicBezTo>
                  <a:cubicBezTo>
                    <a:pt x="1" y="14"/>
                    <a:pt x="202" y="97"/>
                    <a:pt x="451" y="320"/>
                  </a:cubicBezTo>
                  <a:cubicBezTo>
                    <a:pt x="578" y="429"/>
                    <a:pt x="705" y="582"/>
                    <a:pt x="814" y="774"/>
                  </a:cubicBezTo>
                  <a:cubicBezTo>
                    <a:pt x="923" y="967"/>
                    <a:pt x="1007" y="1199"/>
                    <a:pt x="1054" y="1447"/>
                  </a:cubicBezTo>
                  <a:cubicBezTo>
                    <a:pt x="1155" y="1946"/>
                    <a:pt x="1054" y="2417"/>
                    <a:pt x="928" y="2724"/>
                  </a:cubicBezTo>
                  <a:cubicBezTo>
                    <a:pt x="801" y="3034"/>
                    <a:pt x="666" y="3200"/>
                    <a:pt x="678" y="3204"/>
                  </a:cubicBezTo>
                  <a:cubicBezTo>
                    <a:pt x="678" y="3204"/>
                    <a:pt x="679" y="3204"/>
                    <a:pt x="679" y="3204"/>
                  </a:cubicBezTo>
                  <a:cubicBezTo>
                    <a:pt x="682" y="3204"/>
                    <a:pt x="721" y="3166"/>
                    <a:pt x="775" y="3095"/>
                  </a:cubicBezTo>
                  <a:cubicBezTo>
                    <a:pt x="832" y="3016"/>
                    <a:pt x="906" y="2898"/>
                    <a:pt x="975" y="2746"/>
                  </a:cubicBezTo>
                  <a:cubicBezTo>
                    <a:pt x="1116" y="2435"/>
                    <a:pt x="1229" y="1950"/>
                    <a:pt x="1124" y="1435"/>
                  </a:cubicBezTo>
                  <a:cubicBezTo>
                    <a:pt x="1072" y="1177"/>
                    <a:pt x="985" y="941"/>
                    <a:pt x="870" y="744"/>
                  </a:cubicBezTo>
                  <a:cubicBezTo>
                    <a:pt x="757" y="547"/>
                    <a:pt x="618" y="390"/>
                    <a:pt x="487" y="281"/>
                  </a:cubicBezTo>
                  <a:cubicBezTo>
                    <a:pt x="351" y="171"/>
                    <a:pt x="233" y="102"/>
                    <a:pt x="150" y="58"/>
                  </a:cubicBezTo>
                  <a:cubicBezTo>
                    <a:pt x="70" y="22"/>
                    <a:pt x="23" y="0"/>
                    <a:pt x="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397639" y="2540430"/>
              <a:ext cx="305237" cy="36377"/>
            </a:xfrm>
            <a:custGeom>
              <a:rect b="b" l="l" r="r" t="t"/>
              <a:pathLst>
                <a:path extrusionOk="0" h="798" w="6696">
                  <a:moveTo>
                    <a:pt x="1819" y="0"/>
                  </a:moveTo>
                  <a:cubicBezTo>
                    <a:pt x="1441" y="0"/>
                    <a:pt x="1098" y="71"/>
                    <a:pt x="826" y="177"/>
                  </a:cubicBezTo>
                  <a:cubicBezTo>
                    <a:pt x="521" y="291"/>
                    <a:pt x="306" y="453"/>
                    <a:pt x="175" y="580"/>
                  </a:cubicBezTo>
                  <a:cubicBezTo>
                    <a:pt x="49" y="711"/>
                    <a:pt x="1" y="798"/>
                    <a:pt x="1" y="798"/>
                  </a:cubicBezTo>
                  <a:cubicBezTo>
                    <a:pt x="1" y="798"/>
                    <a:pt x="1" y="798"/>
                    <a:pt x="1" y="798"/>
                  </a:cubicBezTo>
                  <a:cubicBezTo>
                    <a:pt x="8" y="798"/>
                    <a:pt x="65" y="716"/>
                    <a:pt x="197" y="602"/>
                  </a:cubicBezTo>
                  <a:cubicBezTo>
                    <a:pt x="328" y="483"/>
                    <a:pt x="542" y="326"/>
                    <a:pt x="844" y="221"/>
                  </a:cubicBezTo>
                  <a:cubicBezTo>
                    <a:pt x="1102" y="126"/>
                    <a:pt x="1424" y="63"/>
                    <a:pt x="1780" y="63"/>
                  </a:cubicBezTo>
                  <a:cubicBezTo>
                    <a:pt x="1833" y="63"/>
                    <a:pt x="1887" y="65"/>
                    <a:pt x="1941" y="68"/>
                  </a:cubicBezTo>
                  <a:cubicBezTo>
                    <a:pt x="2365" y="81"/>
                    <a:pt x="2819" y="182"/>
                    <a:pt x="3295" y="300"/>
                  </a:cubicBezTo>
                  <a:cubicBezTo>
                    <a:pt x="3772" y="413"/>
                    <a:pt x="4231" y="531"/>
                    <a:pt x="4654" y="570"/>
                  </a:cubicBezTo>
                  <a:cubicBezTo>
                    <a:pt x="4788" y="583"/>
                    <a:pt x="4918" y="589"/>
                    <a:pt x="5042" y="589"/>
                  </a:cubicBezTo>
                  <a:cubicBezTo>
                    <a:pt x="5318" y="589"/>
                    <a:pt x="5569" y="559"/>
                    <a:pt x="5786" y="505"/>
                  </a:cubicBezTo>
                  <a:cubicBezTo>
                    <a:pt x="6106" y="426"/>
                    <a:pt x="6337" y="295"/>
                    <a:pt x="6486" y="190"/>
                  </a:cubicBezTo>
                  <a:cubicBezTo>
                    <a:pt x="6635" y="86"/>
                    <a:pt x="6695" y="3"/>
                    <a:pt x="6695" y="3"/>
                  </a:cubicBezTo>
                  <a:cubicBezTo>
                    <a:pt x="6695" y="2"/>
                    <a:pt x="6695" y="2"/>
                    <a:pt x="6694" y="2"/>
                  </a:cubicBezTo>
                  <a:cubicBezTo>
                    <a:pt x="6669" y="2"/>
                    <a:pt x="6387" y="318"/>
                    <a:pt x="5778" y="457"/>
                  </a:cubicBezTo>
                  <a:cubicBezTo>
                    <a:pt x="5576" y="503"/>
                    <a:pt x="5343" y="528"/>
                    <a:pt x="5089" y="528"/>
                  </a:cubicBezTo>
                  <a:cubicBezTo>
                    <a:pt x="4953" y="528"/>
                    <a:pt x="4811" y="520"/>
                    <a:pt x="4664" y="505"/>
                  </a:cubicBezTo>
                  <a:cubicBezTo>
                    <a:pt x="4244" y="465"/>
                    <a:pt x="3789" y="348"/>
                    <a:pt x="3313" y="229"/>
                  </a:cubicBezTo>
                  <a:cubicBezTo>
                    <a:pt x="2837" y="112"/>
                    <a:pt x="2373" y="15"/>
                    <a:pt x="1945" y="3"/>
                  </a:cubicBezTo>
                  <a:cubicBezTo>
                    <a:pt x="1903" y="1"/>
                    <a:pt x="1861" y="0"/>
                    <a:pt x="18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676755" y="2382934"/>
              <a:ext cx="140903" cy="125951"/>
            </a:xfrm>
            <a:custGeom>
              <a:rect b="b" l="l" r="r" t="t"/>
              <a:pathLst>
                <a:path extrusionOk="0" h="2763" w="3091">
                  <a:moveTo>
                    <a:pt x="285" y="1"/>
                  </a:moveTo>
                  <a:cubicBezTo>
                    <a:pt x="285" y="1"/>
                    <a:pt x="220" y="35"/>
                    <a:pt x="145" y="144"/>
                  </a:cubicBezTo>
                  <a:cubicBezTo>
                    <a:pt x="71" y="255"/>
                    <a:pt x="1" y="442"/>
                    <a:pt x="1" y="678"/>
                  </a:cubicBezTo>
                  <a:cubicBezTo>
                    <a:pt x="5" y="914"/>
                    <a:pt x="62" y="1207"/>
                    <a:pt x="259" y="1461"/>
                  </a:cubicBezTo>
                  <a:cubicBezTo>
                    <a:pt x="456" y="1709"/>
                    <a:pt x="783" y="1889"/>
                    <a:pt x="1146" y="1919"/>
                  </a:cubicBezTo>
                  <a:cubicBezTo>
                    <a:pt x="1179" y="1921"/>
                    <a:pt x="1212" y="1923"/>
                    <a:pt x="1245" y="1923"/>
                  </a:cubicBezTo>
                  <a:cubicBezTo>
                    <a:pt x="1572" y="1923"/>
                    <a:pt x="1868" y="1813"/>
                    <a:pt x="2142" y="1802"/>
                  </a:cubicBezTo>
                  <a:cubicBezTo>
                    <a:pt x="2170" y="1800"/>
                    <a:pt x="2198" y="1798"/>
                    <a:pt x="2226" y="1798"/>
                  </a:cubicBezTo>
                  <a:cubicBezTo>
                    <a:pt x="2490" y="1798"/>
                    <a:pt x="2730" y="1894"/>
                    <a:pt x="2837" y="2076"/>
                  </a:cubicBezTo>
                  <a:cubicBezTo>
                    <a:pt x="2968" y="2264"/>
                    <a:pt x="3034" y="2443"/>
                    <a:pt x="3052" y="2570"/>
                  </a:cubicBezTo>
                  <a:cubicBezTo>
                    <a:pt x="3068" y="2697"/>
                    <a:pt x="3025" y="2758"/>
                    <a:pt x="3030" y="2762"/>
                  </a:cubicBezTo>
                  <a:cubicBezTo>
                    <a:pt x="3030" y="2762"/>
                    <a:pt x="3030" y="2763"/>
                    <a:pt x="3030" y="2763"/>
                  </a:cubicBezTo>
                  <a:cubicBezTo>
                    <a:pt x="3033" y="2763"/>
                    <a:pt x="3090" y="2697"/>
                    <a:pt x="3078" y="2566"/>
                  </a:cubicBezTo>
                  <a:cubicBezTo>
                    <a:pt x="3068" y="2435"/>
                    <a:pt x="3008" y="2247"/>
                    <a:pt x="2876" y="2050"/>
                  </a:cubicBezTo>
                  <a:cubicBezTo>
                    <a:pt x="2810" y="1954"/>
                    <a:pt x="2715" y="1849"/>
                    <a:pt x="2580" y="1802"/>
                  </a:cubicBezTo>
                  <a:cubicBezTo>
                    <a:pt x="2469" y="1753"/>
                    <a:pt x="2343" y="1733"/>
                    <a:pt x="2213" y="1733"/>
                  </a:cubicBezTo>
                  <a:cubicBezTo>
                    <a:pt x="2188" y="1733"/>
                    <a:pt x="2163" y="1734"/>
                    <a:pt x="2138" y="1736"/>
                  </a:cubicBezTo>
                  <a:cubicBezTo>
                    <a:pt x="1852" y="1743"/>
                    <a:pt x="1555" y="1852"/>
                    <a:pt x="1244" y="1852"/>
                  </a:cubicBezTo>
                  <a:cubicBezTo>
                    <a:pt x="1213" y="1852"/>
                    <a:pt x="1181" y="1851"/>
                    <a:pt x="1150" y="1849"/>
                  </a:cubicBezTo>
                  <a:cubicBezTo>
                    <a:pt x="805" y="1818"/>
                    <a:pt x="495" y="1653"/>
                    <a:pt x="307" y="1417"/>
                  </a:cubicBezTo>
                  <a:cubicBezTo>
                    <a:pt x="119" y="1185"/>
                    <a:pt x="62" y="905"/>
                    <a:pt x="53" y="678"/>
                  </a:cubicBezTo>
                  <a:cubicBezTo>
                    <a:pt x="45" y="451"/>
                    <a:pt x="101" y="267"/>
                    <a:pt x="167" y="158"/>
                  </a:cubicBezTo>
                  <a:cubicBezTo>
                    <a:pt x="232" y="49"/>
                    <a:pt x="289" y="5"/>
                    <a:pt x="2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517162" y="2667156"/>
              <a:ext cx="68742" cy="148972"/>
            </a:xfrm>
            <a:custGeom>
              <a:rect b="b" l="l" r="r" t="t"/>
              <a:pathLst>
                <a:path extrusionOk="0" h="3268" w="1508">
                  <a:moveTo>
                    <a:pt x="1144" y="0"/>
                  </a:moveTo>
                  <a:cubicBezTo>
                    <a:pt x="1051" y="0"/>
                    <a:pt x="942" y="9"/>
                    <a:pt x="822" y="37"/>
                  </a:cubicBezTo>
                  <a:cubicBezTo>
                    <a:pt x="616" y="89"/>
                    <a:pt x="372" y="212"/>
                    <a:pt x="201" y="444"/>
                  </a:cubicBezTo>
                  <a:cubicBezTo>
                    <a:pt x="114" y="561"/>
                    <a:pt x="53" y="706"/>
                    <a:pt x="39" y="863"/>
                  </a:cubicBezTo>
                  <a:cubicBezTo>
                    <a:pt x="23" y="1021"/>
                    <a:pt x="49" y="1182"/>
                    <a:pt x="96" y="1339"/>
                  </a:cubicBezTo>
                  <a:cubicBezTo>
                    <a:pt x="197" y="1654"/>
                    <a:pt x="368" y="1912"/>
                    <a:pt x="459" y="2169"/>
                  </a:cubicBezTo>
                  <a:cubicBezTo>
                    <a:pt x="555" y="2427"/>
                    <a:pt x="573" y="2685"/>
                    <a:pt x="489" y="2873"/>
                  </a:cubicBezTo>
                  <a:cubicBezTo>
                    <a:pt x="416" y="3066"/>
                    <a:pt x="280" y="3179"/>
                    <a:pt x="175" y="3223"/>
                  </a:cubicBezTo>
                  <a:cubicBezTo>
                    <a:pt x="66" y="3266"/>
                    <a:pt x="1" y="3258"/>
                    <a:pt x="1" y="3262"/>
                  </a:cubicBezTo>
                  <a:cubicBezTo>
                    <a:pt x="1" y="3262"/>
                    <a:pt x="18" y="3268"/>
                    <a:pt x="53" y="3268"/>
                  </a:cubicBezTo>
                  <a:cubicBezTo>
                    <a:pt x="84" y="3268"/>
                    <a:pt x="128" y="3263"/>
                    <a:pt x="184" y="3244"/>
                  </a:cubicBezTo>
                  <a:cubicBezTo>
                    <a:pt x="297" y="3209"/>
                    <a:pt x="451" y="3092"/>
                    <a:pt x="533" y="2891"/>
                  </a:cubicBezTo>
                  <a:cubicBezTo>
                    <a:pt x="630" y="2689"/>
                    <a:pt x="616" y="2414"/>
                    <a:pt x="516" y="2148"/>
                  </a:cubicBezTo>
                  <a:cubicBezTo>
                    <a:pt x="428" y="1881"/>
                    <a:pt x="263" y="1618"/>
                    <a:pt x="166" y="1317"/>
                  </a:cubicBezTo>
                  <a:cubicBezTo>
                    <a:pt x="118" y="1168"/>
                    <a:pt x="92" y="1015"/>
                    <a:pt x="105" y="872"/>
                  </a:cubicBezTo>
                  <a:cubicBezTo>
                    <a:pt x="118" y="727"/>
                    <a:pt x="175" y="592"/>
                    <a:pt x="253" y="482"/>
                  </a:cubicBezTo>
                  <a:cubicBezTo>
                    <a:pt x="411" y="260"/>
                    <a:pt x="638" y="142"/>
                    <a:pt x="835" y="85"/>
                  </a:cubicBezTo>
                  <a:cubicBezTo>
                    <a:pt x="1002" y="44"/>
                    <a:pt x="1145" y="33"/>
                    <a:pt x="1256" y="33"/>
                  </a:cubicBezTo>
                  <a:cubicBezTo>
                    <a:pt x="1385" y="33"/>
                    <a:pt x="1471" y="48"/>
                    <a:pt x="1498" y="48"/>
                  </a:cubicBezTo>
                  <a:cubicBezTo>
                    <a:pt x="1505" y="48"/>
                    <a:pt x="1508" y="47"/>
                    <a:pt x="1508" y="45"/>
                  </a:cubicBezTo>
                  <a:cubicBezTo>
                    <a:pt x="1508" y="41"/>
                    <a:pt x="1443" y="24"/>
                    <a:pt x="1324" y="10"/>
                  </a:cubicBezTo>
                  <a:cubicBezTo>
                    <a:pt x="1274" y="5"/>
                    <a:pt x="1214" y="0"/>
                    <a:pt x="114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454438" y="2101083"/>
              <a:ext cx="152026" cy="315038"/>
            </a:xfrm>
            <a:custGeom>
              <a:rect b="b" l="l" r="r" t="t"/>
              <a:pathLst>
                <a:path extrusionOk="0" h="6911" w="3335">
                  <a:moveTo>
                    <a:pt x="1815" y="0"/>
                  </a:moveTo>
                  <a:cubicBezTo>
                    <a:pt x="1765" y="0"/>
                    <a:pt x="1723" y="4"/>
                    <a:pt x="1692" y="8"/>
                  </a:cubicBezTo>
                  <a:cubicBezTo>
                    <a:pt x="1631" y="18"/>
                    <a:pt x="1600" y="22"/>
                    <a:pt x="1600" y="26"/>
                  </a:cubicBezTo>
                  <a:cubicBezTo>
                    <a:pt x="1600" y="30"/>
                    <a:pt x="1609" y="30"/>
                    <a:pt x="1625" y="30"/>
                  </a:cubicBezTo>
                  <a:cubicBezTo>
                    <a:pt x="1640" y="30"/>
                    <a:pt x="1663" y="30"/>
                    <a:pt x="1691" y="30"/>
                  </a:cubicBezTo>
                  <a:cubicBezTo>
                    <a:pt x="1750" y="30"/>
                    <a:pt x="1836" y="33"/>
                    <a:pt x="1945" y="52"/>
                  </a:cubicBezTo>
                  <a:cubicBezTo>
                    <a:pt x="2164" y="92"/>
                    <a:pt x="2479" y="218"/>
                    <a:pt x="2754" y="506"/>
                  </a:cubicBezTo>
                  <a:cubicBezTo>
                    <a:pt x="3030" y="786"/>
                    <a:pt x="3217" y="1250"/>
                    <a:pt x="3217" y="1779"/>
                  </a:cubicBezTo>
                  <a:cubicBezTo>
                    <a:pt x="3222" y="2303"/>
                    <a:pt x="3046" y="2876"/>
                    <a:pt x="2776" y="3417"/>
                  </a:cubicBezTo>
                  <a:cubicBezTo>
                    <a:pt x="2641" y="3693"/>
                    <a:pt x="2470" y="3933"/>
                    <a:pt x="2291" y="4165"/>
                  </a:cubicBezTo>
                  <a:cubicBezTo>
                    <a:pt x="2112" y="4397"/>
                    <a:pt x="1937" y="4615"/>
                    <a:pt x="1767" y="4820"/>
                  </a:cubicBezTo>
                  <a:cubicBezTo>
                    <a:pt x="1426" y="5231"/>
                    <a:pt x="1106" y="5589"/>
                    <a:pt x="840" y="5895"/>
                  </a:cubicBezTo>
                  <a:cubicBezTo>
                    <a:pt x="573" y="6202"/>
                    <a:pt x="364" y="6454"/>
                    <a:pt x="220" y="6629"/>
                  </a:cubicBezTo>
                  <a:cubicBezTo>
                    <a:pt x="75" y="6805"/>
                    <a:pt x="1" y="6904"/>
                    <a:pt x="10" y="6910"/>
                  </a:cubicBezTo>
                  <a:cubicBezTo>
                    <a:pt x="10" y="6910"/>
                    <a:pt x="11" y="6910"/>
                    <a:pt x="11" y="6910"/>
                  </a:cubicBezTo>
                  <a:cubicBezTo>
                    <a:pt x="22" y="6910"/>
                    <a:pt x="108" y="6819"/>
                    <a:pt x="254" y="6660"/>
                  </a:cubicBezTo>
                  <a:cubicBezTo>
                    <a:pt x="420" y="6476"/>
                    <a:pt x="639" y="6240"/>
                    <a:pt x="902" y="5952"/>
                  </a:cubicBezTo>
                  <a:cubicBezTo>
                    <a:pt x="1176" y="5655"/>
                    <a:pt x="1505" y="5296"/>
                    <a:pt x="1850" y="4891"/>
                  </a:cubicBezTo>
                  <a:cubicBezTo>
                    <a:pt x="2024" y="4685"/>
                    <a:pt x="2203" y="4466"/>
                    <a:pt x="2383" y="4235"/>
                  </a:cubicBezTo>
                  <a:cubicBezTo>
                    <a:pt x="2562" y="4007"/>
                    <a:pt x="2741" y="3749"/>
                    <a:pt x="2881" y="3469"/>
                  </a:cubicBezTo>
                  <a:cubicBezTo>
                    <a:pt x="3157" y="2915"/>
                    <a:pt x="3335" y="2325"/>
                    <a:pt x="3326" y="1774"/>
                  </a:cubicBezTo>
                  <a:cubicBezTo>
                    <a:pt x="3318" y="1228"/>
                    <a:pt x="3113" y="738"/>
                    <a:pt x="2810" y="446"/>
                  </a:cubicBezTo>
                  <a:cubicBezTo>
                    <a:pt x="2518" y="153"/>
                    <a:pt x="2181" y="34"/>
                    <a:pt x="1955" y="8"/>
                  </a:cubicBezTo>
                  <a:cubicBezTo>
                    <a:pt x="1903" y="3"/>
                    <a:pt x="1856" y="0"/>
                    <a:pt x="181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640880" y="2556339"/>
              <a:ext cx="73118" cy="22337"/>
            </a:xfrm>
            <a:custGeom>
              <a:rect b="b" l="l" r="r" t="t"/>
              <a:pathLst>
                <a:path extrusionOk="0" h="490" w="1604">
                  <a:moveTo>
                    <a:pt x="1572" y="1"/>
                  </a:moveTo>
                  <a:cubicBezTo>
                    <a:pt x="1484" y="1"/>
                    <a:pt x="1163" y="78"/>
                    <a:pt x="787" y="191"/>
                  </a:cubicBezTo>
                  <a:cubicBezTo>
                    <a:pt x="345" y="322"/>
                    <a:pt x="0" y="453"/>
                    <a:pt x="10" y="483"/>
                  </a:cubicBezTo>
                  <a:cubicBezTo>
                    <a:pt x="11" y="488"/>
                    <a:pt x="19" y="490"/>
                    <a:pt x="34" y="490"/>
                  </a:cubicBezTo>
                  <a:cubicBezTo>
                    <a:pt x="123" y="490"/>
                    <a:pt x="443" y="412"/>
                    <a:pt x="817" y="300"/>
                  </a:cubicBezTo>
                  <a:cubicBezTo>
                    <a:pt x="1255" y="169"/>
                    <a:pt x="1604" y="38"/>
                    <a:pt x="1595" y="7"/>
                  </a:cubicBezTo>
                  <a:cubicBezTo>
                    <a:pt x="1594" y="3"/>
                    <a:pt x="1586" y="1"/>
                    <a:pt x="157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a:off x="-616994" y="2555109"/>
              <a:ext cx="45084" cy="46633"/>
            </a:xfrm>
            <a:custGeom>
              <a:rect b="b" l="l" r="r" t="t"/>
              <a:pathLst>
                <a:path extrusionOk="0" h="1023" w="989">
                  <a:moveTo>
                    <a:pt x="961" y="0"/>
                  </a:moveTo>
                  <a:cubicBezTo>
                    <a:pt x="906" y="0"/>
                    <a:pt x="629" y="130"/>
                    <a:pt x="377" y="401"/>
                  </a:cubicBezTo>
                  <a:cubicBezTo>
                    <a:pt x="105" y="694"/>
                    <a:pt x="1" y="1014"/>
                    <a:pt x="31" y="1022"/>
                  </a:cubicBezTo>
                  <a:cubicBezTo>
                    <a:pt x="32" y="1022"/>
                    <a:pt x="32" y="1023"/>
                    <a:pt x="33" y="1023"/>
                  </a:cubicBezTo>
                  <a:cubicBezTo>
                    <a:pt x="69" y="1023"/>
                    <a:pt x="212" y="750"/>
                    <a:pt x="464" y="480"/>
                  </a:cubicBezTo>
                  <a:cubicBezTo>
                    <a:pt x="722" y="201"/>
                    <a:pt x="989" y="34"/>
                    <a:pt x="971" y="4"/>
                  </a:cubicBezTo>
                  <a:cubicBezTo>
                    <a:pt x="970" y="1"/>
                    <a:pt x="966" y="0"/>
                    <a:pt x="9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112961" y="2157836"/>
              <a:ext cx="55842" cy="155035"/>
            </a:xfrm>
            <a:custGeom>
              <a:rect b="b" l="l" r="r" t="t"/>
              <a:pathLst>
                <a:path extrusionOk="0" h="3401" w="1225">
                  <a:moveTo>
                    <a:pt x="14" y="1"/>
                  </a:moveTo>
                  <a:cubicBezTo>
                    <a:pt x="13" y="1"/>
                    <a:pt x="13" y="1"/>
                    <a:pt x="13" y="1"/>
                  </a:cubicBezTo>
                  <a:cubicBezTo>
                    <a:pt x="0" y="5"/>
                    <a:pt x="27" y="205"/>
                    <a:pt x="101" y="525"/>
                  </a:cubicBezTo>
                  <a:cubicBezTo>
                    <a:pt x="176" y="844"/>
                    <a:pt x="293" y="1280"/>
                    <a:pt x="459" y="1752"/>
                  </a:cubicBezTo>
                  <a:cubicBezTo>
                    <a:pt x="625" y="2224"/>
                    <a:pt x="805" y="2644"/>
                    <a:pt x="949" y="2938"/>
                  </a:cubicBezTo>
                  <a:cubicBezTo>
                    <a:pt x="1090" y="3227"/>
                    <a:pt x="1193" y="3400"/>
                    <a:pt x="1210" y="3400"/>
                  </a:cubicBezTo>
                  <a:cubicBezTo>
                    <a:pt x="1210" y="3400"/>
                    <a:pt x="1210" y="3400"/>
                    <a:pt x="1211" y="3400"/>
                  </a:cubicBezTo>
                  <a:cubicBezTo>
                    <a:pt x="1224" y="3392"/>
                    <a:pt x="1150" y="3208"/>
                    <a:pt x="1023" y="2902"/>
                  </a:cubicBezTo>
                  <a:cubicBezTo>
                    <a:pt x="900" y="2601"/>
                    <a:pt x="735" y="2186"/>
                    <a:pt x="573" y="1714"/>
                  </a:cubicBezTo>
                  <a:cubicBezTo>
                    <a:pt x="406" y="1246"/>
                    <a:pt x="275" y="818"/>
                    <a:pt x="180" y="503"/>
                  </a:cubicBezTo>
                  <a:cubicBezTo>
                    <a:pt x="89" y="197"/>
                    <a:pt x="32" y="1"/>
                    <a:pt x="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310982" y="2410787"/>
              <a:ext cx="145644" cy="67420"/>
            </a:xfrm>
            <a:custGeom>
              <a:rect b="b" l="l" r="r" t="t"/>
              <a:pathLst>
                <a:path extrusionOk="0" h="1479" w="3195">
                  <a:moveTo>
                    <a:pt x="3180" y="1"/>
                  </a:moveTo>
                  <a:cubicBezTo>
                    <a:pt x="3157" y="1"/>
                    <a:pt x="3048" y="176"/>
                    <a:pt x="2828" y="404"/>
                  </a:cubicBezTo>
                  <a:cubicBezTo>
                    <a:pt x="2600" y="640"/>
                    <a:pt x="2243" y="923"/>
                    <a:pt x="1779" y="1125"/>
                  </a:cubicBezTo>
                  <a:cubicBezTo>
                    <a:pt x="1321" y="1322"/>
                    <a:pt x="865" y="1391"/>
                    <a:pt x="538" y="1395"/>
                  </a:cubicBezTo>
                  <a:cubicBezTo>
                    <a:pt x="282" y="1395"/>
                    <a:pt x="101" y="1372"/>
                    <a:pt x="32" y="1372"/>
                  </a:cubicBezTo>
                  <a:cubicBezTo>
                    <a:pt x="12" y="1372"/>
                    <a:pt x="1" y="1373"/>
                    <a:pt x="0" y="1378"/>
                  </a:cubicBezTo>
                  <a:cubicBezTo>
                    <a:pt x="0" y="1387"/>
                    <a:pt x="197" y="1457"/>
                    <a:pt x="538" y="1474"/>
                  </a:cubicBezTo>
                  <a:cubicBezTo>
                    <a:pt x="583" y="1477"/>
                    <a:pt x="630" y="1478"/>
                    <a:pt x="679" y="1478"/>
                  </a:cubicBezTo>
                  <a:cubicBezTo>
                    <a:pt x="1001" y="1478"/>
                    <a:pt x="1414" y="1412"/>
                    <a:pt x="1827" y="1234"/>
                  </a:cubicBezTo>
                  <a:cubicBezTo>
                    <a:pt x="2303" y="1024"/>
                    <a:pt x="2670" y="719"/>
                    <a:pt x="2889" y="461"/>
                  </a:cubicBezTo>
                  <a:cubicBezTo>
                    <a:pt x="3108" y="198"/>
                    <a:pt x="3195" y="5"/>
                    <a:pt x="3182" y="1"/>
                  </a:cubicBezTo>
                  <a:cubicBezTo>
                    <a:pt x="3182" y="1"/>
                    <a:pt x="3181" y="1"/>
                    <a:pt x="318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a:off x="-326526" y="2889930"/>
              <a:ext cx="89483" cy="35830"/>
            </a:xfrm>
            <a:custGeom>
              <a:rect b="b" l="l" r="r" t="t"/>
              <a:pathLst>
                <a:path extrusionOk="0" h="786" w="1963">
                  <a:moveTo>
                    <a:pt x="206" y="1"/>
                  </a:moveTo>
                  <a:cubicBezTo>
                    <a:pt x="206" y="1"/>
                    <a:pt x="31" y="114"/>
                    <a:pt x="44" y="276"/>
                  </a:cubicBezTo>
                  <a:cubicBezTo>
                    <a:pt x="52" y="374"/>
                    <a:pt x="219" y="394"/>
                    <a:pt x="349" y="394"/>
                  </a:cubicBezTo>
                  <a:cubicBezTo>
                    <a:pt x="434" y="394"/>
                    <a:pt x="503" y="386"/>
                    <a:pt x="503" y="386"/>
                  </a:cubicBezTo>
                  <a:lnTo>
                    <a:pt x="503" y="386"/>
                  </a:lnTo>
                  <a:cubicBezTo>
                    <a:pt x="503" y="386"/>
                    <a:pt x="0" y="569"/>
                    <a:pt x="206" y="739"/>
                  </a:cubicBezTo>
                  <a:cubicBezTo>
                    <a:pt x="247" y="772"/>
                    <a:pt x="340" y="785"/>
                    <a:pt x="465" y="785"/>
                  </a:cubicBezTo>
                  <a:cubicBezTo>
                    <a:pt x="966" y="785"/>
                    <a:pt x="1963" y="569"/>
                    <a:pt x="1963" y="569"/>
                  </a:cubicBezTo>
                  <a:lnTo>
                    <a:pt x="206" y="1"/>
                  </a:ln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376761" y="2778976"/>
              <a:ext cx="149109" cy="138897"/>
            </a:xfrm>
            <a:custGeom>
              <a:rect b="b" l="l" r="r" t="t"/>
              <a:pathLst>
                <a:path extrusionOk="0" h="3047" w="3271">
                  <a:moveTo>
                    <a:pt x="971" y="0"/>
                  </a:moveTo>
                  <a:lnTo>
                    <a:pt x="1" y="1761"/>
                  </a:lnTo>
                  <a:cubicBezTo>
                    <a:pt x="1" y="1761"/>
                    <a:pt x="2346" y="3047"/>
                    <a:pt x="2941" y="3047"/>
                  </a:cubicBezTo>
                  <a:cubicBezTo>
                    <a:pt x="3002" y="3047"/>
                    <a:pt x="3045" y="3033"/>
                    <a:pt x="3065" y="3003"/>
                  </a:cubicBezTo>
                  <a:cubicBezTo>
                    <a:pt x="3270" y="2684"/>
                    <a:pt x="3204" y="1132"/>
                    <a:pt x="3178" y="1053"/>
                  </a:cubicBezTo>
                  <a:cubicBezTo>
                    <a:pt x="3147" y="980"/>
                    <a:pt x="971" y="0"/>
                    <a:pt x="971" y="0"/>
                  </a:cubicBezTo>
                  <a:close/>
                </a:path>
              </a:pathLst>
            </a:custGeom>
            <a:solidFill>
              <a:srgbClr val="E5BA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377308" y="2857656"/>
              <a:ext cx="118384" cy="41893"/>
            </a:xfrm>
            <a:custGeom>
              <a:rect b="b" l="l" r="r" t="t"/>
              <a:pathLst>
                <a:path extrusionOk="0" h="919" w="2597">
                  <a:moveTo>
                    <a:pt x="2" y="0"/>
                  </a:moveTo>
                  <a:cubicBezTo>
                    <a:pt x="1" y="0"/>
                    <a:pt x="1" y="0"/>
                    <a:pt x="0" y="1"/>
                  </a:cubicBezTo>
                  <a:cubicBezTo>
                    <a:pt x="0" y="1"/>
                    <a:pt x="31" y="27"/>
                    <a:pt x="87" y="67"/>
                  </a:cubicBezTo>
                  <a:cubicBezTo>
                    <a:pt x="170" y="123"/>
                    <a:pt x="249" y="176"/>
                    <a:pt x="337" y="237"/>
                  </a:cubicBezTo>
                  <a:cubicBezTo>
                    <a:pt x="537" y="386"/>
                    <a:pt x="852" y="555"/>
                    <a:pt x="1223" y="665"/>
                  </a:cubicBezTo>
                  <a:cubicBezTo>
                    <a:pt x="1590" y="779"/>
                    <a:pt x="1941" y="835"/>
                    <a:pt x="2189" y="870"/>
                  </a:cubicBezTo>
                  <a:cubicBezTo>
                    <a:pt x="2290" y="884"/>
                    <a:pt x="2386" y="896"/>
                    <a:pt x="2482" y="910"/>
                  </a:cubicBezTo>
                  <a:cubicBezTo>
                    <a:pt x="2552" y="918"/>
                    <a:pt x="2592" y="918"/>
                    <a:pt x="2592" y="918"/>
                  </a:cubicBezTo>
                  <a:cubicBezTo>
                    <a:pt x="2596" y="914"/>
                    <a:pt x="2556" y="906"/>
                    <a:pt x="2487" y="892"/>
                  </a:cubicBezTo>
                  <a:cubicBezTo>
                    <a:pt x="2391" y="874"/>
                    <a:pt x="2294" y="858"/>
                    <a:pt x="2194" y="840"/>
                  </a:cubicBezTo>
                  <a:cubicBezTo>
                    <a:pt x="1945" y="791"/>
                    <a:pt x="1604" y="731"/>
                    <a:pt x="1237" y="622"/>
                  </a:cubicBezTo>
                  <a:cubicBezTo>
                    <a:pt x="870" y="512"/>
                    <a:pt x="559" y="350"/>
                    <a:pt x="354" y="206"/>
                  </a:cubicBezTo>
                  <a:cubicBezTo>
                    <a:pt x="267" y="154"/>
                    <a:pt x="180" y="101"/>
                    <a:pt x="101" y="53"/>
                  </a:cubicBezTo>
                  <a:cubicBezTo>
                    <a:pt x="45" y="18"/>
                    <a:pt x="11" y="0"/>
                    <a:pt x="2" y="0"/>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305785" y="2901007"/>
              <a:ext cx="46406" cy="7522"/>
            </a:xfrm>
            <a:custGeom>
              <a:rect b="b" l="l" r="r" t="t"/>
              <a:pathLst>
                <a:path extrusionOk="0" h="165" w="1018">
                  <a:moveTo>
                    <a:pt x="1006" y="0"/>
                  </a:moveTo>
                  <a:cubicBezTo>
                    <a:pt x="963" y="0"/>
                    <a:pt x="758" y="46"/>
                    <a:pt x="507" y="86"/>
                  </a:cubicBezTo>
                  <a:cubicBezTo>
                    <a:pt x="227" y="125"/>
                    <a:pt x="0" y="143"/>
                    <a:pt x="0" y="155"/>
                  </a:cubicBezTo>
                  <a:cubicBezTo>
                    <a:pt x="0" y="161"/>
                    <a:pt x="37" y="164"/>
                    <a:pt x="99" y="164"/>
                  </a:cubicBezTo>
                  <a:cubicBezTo>
                    <a:pt x="192" y="164"/>
                    <a:pt x="344" y="155"/>
                    <a:pt x="515" y="129"/>
                  </a:cubicBezTo>
                  <a:cubicBezTo>
                    <a:pt x="795" y="90"/>
                    <a:pt x="1018" y="16"/>
                    <a:pt x="1014" y="2"/>
                  </a:cubicBezTo>
                  <a:cubicBezTo>
                    <a:pt x="1013" y="1"/>
                    <a:pt x="1010" y="0"/>
                    <a:pt x="1006" y="0"/>
                  </a:cubicBezTo>
                  <a:close/>
                </a:path>
              </a:pathLst>
            </a:custGeom>
            <a:solidFill>
              <a:srgbClr val="D787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525322" y="2223980"/>
              <a:ext cx="443086" cy="75534"/>
            </a:xfrm>
            <a:custGeom>
              <a:rect b="b" l="l" r="r" t="t"/>
              <a:pathLst>
                <a:path extrusionOk="0" h="1657" w="9720">
                  <a:moveTo>
                    <a:pt x="309" y="0"/>
                  </a:moveTo>
                  <a:cubicBezTo>
                    <a:pt x="105" y="0"/>
                    <a:pt x="5" y="92"/>
                    <a:pt x="0" y="92"/>
                  </a:cubicBezTo>
                  <a:lnTo>
                    <a:pt x="0" y="92"/>
                  </a:lnTo>
                  <a:cubicBezTo>
                    <a:pt x="0" y="92"/>
                    <a:pt x="0" y="92"/>
                    <a:pt x="0" y="92"/>
                  </a:cubicBezTo>
                  <a:lnTo>
                    <a:pt x="0" y="92"/>
                  </a:lnTo>
                  <a:cubicBezTo>
                    <a:pt x="0" y="92"/>
                    <a:pt x="0" y="92"/>
                    <a:pt x="0" y="92"/>
                  </a:cubicBezTo>
                  <a:cubicBezTo>
                    <a:pt x="0" y="92"/>
                    <a:pt x="0" y="92"/>
                    <a:pt x="0" y="92"/>
                  </a:cubicBezTo>
                  <a:lnTo>
                    <a:pt x="0" y="92"/>
                  </a:lnTo>
                  <a:cubicBezTo>
                    <a:pt x="0" y="92"/>
                    <a:pt x="1" y="93"/>
                    <a:pt x="1" y="93"/>
                  </a:cubicBezTo>
                  <a:cubicBezTo>
                    <a:pt x="13" y="93"/>
                    <a:pt x="109" y="23"/>
                    <a:pt x="284" y="23"/>
                  </a:cubicBezTo>
                  <a:cubicBezTo>
                    <a:pt x="322" y="23"/>
                    <a:pt x="365" y="27"/>
                    <a:pt x="411" y="35"/>
                  </a:cubicBezTo>
                  <a:cubicBezTo>
                    <a:pt x="547" y="61"/>
                    <a:pt x="700" y="136"/>
                    <a:pt x="857" y="254"/>
                  </a:cubicBezTo>
                  <a:cubicBezTo>
                    <a:pt x="1009" y="367"/>
                    <a:pt x="1176" y="525"/>
                    <a:pt x="1368" y="678"/>
                  </a:cubicBezTo>
                  <a:cubicBezTo>
                    <a:pt x="1556" y="839"/>
                    <a:pt x="1739" y="1041"/>
                    <a:pt x="1971" y="1224"/>
                  </a:cubicBezTo>
                  <a:cubicBezTo>
                    <a:pt x="2203" y="1403"/>
                    <a:pt x="2495" y="1547"/>
                    <a:pt x="2824" y="1608"/>
                  </a:cubicBezTo>
                  <a:cubicBezTo>
                    <a:pt x="2989" y="1641"/>
                    <a:pt x="3159" y="1657"/>
                    <a:pt x="3333" y="1657"/>
                  </a:cubicBezTo>
                  <a:cubicBezTo>
                    <a:pt x="3850" y="1657"/>
                    <a:pt x="4398" y="1521"/>
                    <a:pt x="4921" y="1311"/>
                  </a:cubicBezTo>
                  <a:cubicBezTo>
                    <a:pt x="5624" y="1031"/>
                    <a:pt x="6267" y="695"/>
                    <a:pt x="6896" y="521"/>
                  </a:cubicBezTo>
                  <a:cubicBezTo>
                    <a:pt x="7193" y="437"/>
                    <a:pt x="7484" y="385"/>
                    <a:pt x="7761" y="385"/>
                  </a:cubicBezTo>
                  <a:cubicBezTo>
                    <a:pt x="7774" y="385"/>
                    <a:pt x="7787" y="385"/>
                    <a:pt x="7800" y="385"/>
                  </a:cubicBezTo>
                  <a:cubicBezTo>
                    <a:pt x="8089" y="389"/>
                    <a:pt x="8356" y="438"/>
                    <a:pt x="8587" y="516"/>
                  </a:cubicBezTo>
                  <a:cubicBezTo>
                    <a:pt x="9055" y="674"/>
                    <a:pt x="9369" y="944"/>
                    <a:pt x="9523" y="1176"/>
                  </a:cubicBezTo>
                  <a:cubicBezTo>
                    <a:pt x="9674" y="1400"/>
                    <a:pt x="9705" y="1552"/>
                    <a:pt x="9719" y="1552"/>
                  </a:cubicBezTo>
                  <a:cubicBezTo>
                    <a:pt x="9719" y="1552"/>
                    <a:pt x="9720" y="1552"/>
                    <a:pt x="9720" y="1552"/>
                  </a:cubicBezTo>
                  <a:cubicBezTo>
                    <a:pt x="9720" y="1552"/>
                    <a:pt x="9710" y="1517"/>
                    <a:pt x="9684" y="1447"/>
                  </a:cubicBezTo>
                  <a:cubicBezTo>
                    <a:pt x="9676" y="1412"/>
                    <a:pt x="9658" y="1368"/>
                    <a:pt x="9636" y="1320"/>
                  </a:cubicBezTo>
                  <a:cubicBezTo>
                    <a:pt x="9610" y="1272"/>
                    <a:pt x="9583" y="1215"/>
                    <a:pt x="9545" y="1158"/>
                  </a:cubicBezTo>
                  <a:cubicBezTo>
                    <a:pt x="9396" y="922"/>
                    <a:pt x="9081" y="634"/>
                    <a:pt x="8605" y="468"/>
                  </a:cubicBezTo>
                  <a:cubicBezTo>
                    <a:pt x="8369" y="385"/>
                    <a:pt x="8098" y="333"/>
                    <a:pt x="7806" y="328"/>
                  </a:cubicBezTo>
                  <a:cubicBezTo>
                    <a:pt x="7785" y="327"/>
                    <a:pt x="7764" y="327"/>
                    <a:pt x="7743" y="327"/>
                  </a:cubicBezTo>
                  <a:cubicBezTo>
                    <a:pt x="7464" y="327"/>
                    <a:pt x="7171" y="378"/>
                    <a:pt x="6878" y="459"/>
                  </a:cubicBezTo>
                  <a:cubicBezTo>
                    <a:pt x="6237" y="630"/>
                    <a:pt x="5594" y="971"/>
                    <a:pt x="4895" y="1245"/>
                  </a:cubicBezTo>
                  <a:cubicBezTo>
                    <a:pt x="4373" y="1456"/>
                    <a:pt x="3834" y="1590"/>
                    <a:pt x="3328" y="1590"/>
                  </a:cubicBezTo>
                  <a:cubicBezTo>
                    <a:pt x="3160" y="1590"/>
                    <a:pt x="2995" y="1575"/>
                    <a:pt x="2836" y="1543"/>
                  </a:cubicBezTo>
                  <a:cubicBezTo>
                    <a:pt x="2517" y="1487"/>
                    <a:pt x="2233" y="1350"/>
                    <a:pt x="2006" y="1176"/>
                  </a:cubicBezTo>
                  <a:cubicBezTo>
                    <a:pt x="1779" y="1001"/>
                    <a:pt x="1595" y="800"/>
                    <a:pt x="1403" y="638"/>
                  </a:cubicBezTo>
                  <a:cubicBezTo>
                    <a:pt x="1202" y="490"/>
                    <a:pt x="1041" y="337"/>
                    <a:pt x="878" y="223"/>
                  </a:cubicBezTo>
                  <a:cubicBezTo>
                    <a:pt x="717" y="105"/>
                    <a:pt x="559" y="31"/>
                    <a:pt x="420" y="9"/>
                  </a:cubicBezTo>
                  <a:cubicBezTo>
                    <a:pt x="380" y="3"/>
                    <a:pt x="343" y="0"/>
                    <a:pt x="3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 name="Google Shape;408;p27"/>
          <p:cNvGrpSpPr/>
          <p:nvPr/>
        </p:nvGrpSpPr>
        <p:grpSpPr>
          <a:xfrm>
            <a:off x="4389208" y="3195116"/>
            <a:ext cx="1579322" cy="671293"/>
            <a:chOff x="4161633" y="3060816"/>
            <a:chExt cx="1579322" cy="671293"/>
          </a:xfrm>
        </p:grpSpPr>
        <p:sp>
          <p:nvSpPr>
            <p:cNvPr id="409" name="Google Shape;409;p27"/>
            <p:cNvSpPr/>
            <p:nvPr/>
          </p:nvSpPr>
          <p:spPr>
            <a:xfrm>
              <a:off x="4161633" y="3060816"/>
              <a:ext cx="1579322" cy="671293"/>
            </a:xfrm>
            <a:custGeom>
              <a:rect b="b" l="l" r="r" t="t"/>
              <a:pathLst>
                <a:path extrusionOk="0" h="15301" w="35998">
                  <a:moveTo>
                    <a:pt x="888" y="1"/>
                  </a:moveTo>
                  <a:cubicBezTo>
                    <a:pt x="398" y="1"/>
                    <a:pt x="1" y="398"/>
                    <a:pt x="1" y="887"/>
                  </a:cubicBezTo>
                  <a:lnTo>
                    <a:pt x="1" y="14413"/>
                  </a:lnTo>
                  <a:cubicBezTo>
                    <a:pt x="1" y="14903"/>
                    <a:pt x="398" y="15300"/>
                    <a:pt x="888" y="15300"/>
                  </a:cubicBezTo>
                  <a:lnTo>
                    <a:pt x="35110" y="15300"/>
                  </a:lnTo>
                  <a:cubicBezTo>
                    <a:pt x="35600" y="15300"/>
                    <a:pt x="35998" y="14903"/>
                    <a:pt x="35998" y="14413"/>
                  </a:cubicBezTo>
                  <a:lnTo>
                    <a:pt x="35998" y="887"/>
                  </a:lnTo>
                  <a:cubicBezTo>
                    <a:pt x="35998" y="398"/>
                    <a:pt x="35600" y="1"/>
                    <a:pt x="351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4276884" y="3249069"/>
              <a:ext cx="173735" cy="205016"/>
            </a:xfrm>
            <a:custGeom>
              <a:rect b="b" l="l" r="r" t="t"/>
              <a:pathLst>
                <a:path extrusionOk="0" h="4673" w="3960">
                  <a:moveTo>
                    <a:pt x="3938" y="1"/>
                  </a:moveTo>
                  <a:cubicBezTo>
                    <a:pt x="3025" y="5"/>
                    <a:pt x="2093" y="368"/>
                    <a:pt x="1381" y="997"/>
                  </a:cubicBezTo>
                  <a:cubicBezTo>
                    <a:pt x="538" y="1741"/>
                    <a:pt x="0" y="2859"/>
                    <a:pt x="145" y="4214"/>
                  </a:cubicBezTo>
                  <a:cubicBezTo>
                    <a:pt x="163" y="4357"/>
                    <a:pt x="184" y="4511"/>
                    <a:pt x="219" y="4664"/>
                  </a:cubicBezTo>
                  <a:lnTo>
                    <a:pt x="219" y="4672"/>
                  </a:lnTo>
                  <a:lnTo>
                    <a:pt x="3959" y="3833"/>
                  </a:lnTo>
                  <a:lnTo>
                    <a:pt x="3959" y="3104"/>
                  </a:lnTo>
                  <a:lnTo>
                    <a:pt x="39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4295266" y="3434077"/>
              <a:ext cx="328517" cy="168383"/>
            </a:xfrm>
            <a:custGeom>
              <a:rect b="b" l="l" r="r" t="t"/>
              <a:pathLst>
                <a:path extrusionOk="0" h="3838" w="7488">
                  <a:moveTo>
                    <a:pt x="3742" y="1"/>
                  </a:moveTo>
                  <a:lnTo>
                    <a:pt x="1" y="844"/>
                  </a:lnTo>
                  <a:cubicBezTo>
                    <a:pt x="385" y="2558"/>
                    <a:pt x="1915" y="3838"/>
                    <a:pt x="3742" y="3838"/>
                  </a:cubicBezTo>
                  <a:cubicBezTo>
                    <a:pt x="5577" y="3838"/>
                    <a:pt x="7112" y="2544"/>
                    <a:pt x="7487" y="818"/>
                  </a:cubicBezTo>
                  <a:lnTo>
                    <a:pt x="374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4746970" y="3289739"/>
              <a:ext cx="833709" cy="37774"/>
            </a:xfrm>
            <a:custGeom>
              <a:rect b="b" l="l" r="r" t="t"/>
              <a:pathLst>
                <a:path extrusionOk="0" h="861" w="19003">
                  <a:moveTo>
                    <a:pt x="1" y="1"/>
                  </a:moveTo>
                  <a:lnTo>
                    <a:pt x="1" y="861"/>
                  </a:lnTo>
                  <a:lnTo>
                    <a:pt x="19003" y="861"/>
                  </a:lnTo>
                  <a:lnTo>
                    <a:pt x="190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4746970" y="3389240"/>
              <a:ext cx="833709" cy="37818"/>
            </a:xfrm>
            <a:custGeom>
              <a:rect b="b" l="l" r="r" t="t"/>
              <a:pathLst>
                <a:path extrusionOk="0" h="862" w="19003">
                  <a:moveTo>
                    <a:pt x="1" y="0"/>
                  </a:moveTo>
                  <a:lnTo>
                    <a:pt x="1" y="861"/>
                  </a:lnTo>
                  <a:lnTo>
                    <a:pt x="19003" y="861"/>
                  </a:lnTo>
                  <a:lnTo>
                    <a:pt x="190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4746970" y="3499489"/>
              <a:ext cx="450658" cy="37818"/>
            </a:xfrm>
            <a:custGeom>
              <a:rect b="b" l="l" r="r" t="t"/>
              <a:pathLst>
                <a:path extrusionOk="0" h="862" w="10272">
                  <a:moveTo>
                    <a:pt x="1" y="0"/>
                  </a:moveTo>
                  <a:lnTo>
                    <a:pt x="1" y="861"/>
                  </a:lnTo>
                  <a:lnTo>
                    <a:pt x="10271" y="861"/>
                  </a:lnTo>
                  <a:lnTo>
                    <a:pt x="102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flipH="1">
              <a:off x="4468091" y="3249069"/>
              <a:ext cx="173735" cy="205016"/>
            </a:xfrm>
            <a:custGeom>
              <a:rect b="b" l="l" r="r" t="t"/>
              <a:pathLst>
                <a:path extrusionOk="0" h="4673" w="3960">
                  <a:moveTo>
                    <a:pt x="3938" y="1"/>
                  </a:moveTo>
                  <a:cubicBezTo>
                    <a:pt x="3025" y="5"/>
                    <a:pt x="2093" y="368"/>
                    <a:pt x="1381" y="997"/>
                  </a:cubicBezTo>
                  <a:cubicBezTo>
                    <a:pt x="538" y="1741"/>
                    <a:pt x="0" y="2859"/>
                    <a:pt x="145" y="4214"/>
                  </a:cubicBezTo>
                  <a:cubicBezTo>
                    <a:pt x="163" y="4357"/>
                    <a:pt x="184" y="4511"/>
                    <a:pt x="219" y="4664"/>
                  </a:cubicBezTo>
                  <a:lnTo>
                    <a:pt x="219" y="4672"/>
                  </a:lnTo>
                  <a:lnTo>
                    <a:pt x="3959" y="3833"/>
                  </a:lnTo>
                  <a:lnTo>
                    <a:pt x="3959" y="3104"/>
                  </a:lnTo>
                  <a:lnTo>
                    <a:pt x="3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27"/>
          <p:cNvSpPr/>
          <p:nvPr/>
        </p:nvSpPr>
        <p:spPr>
          <a:xfrm rot="-5400000">
            <a:off x="7251250" y="2108625"/>
            <a:ext cx="69000" cy="15900"/>
          </a:xfrm>
          <a:prstGeom prst="rtTriangle">
            <a:avLst/>
          </a:prstGeom>
          <a:solidFill>
            <a:srgbClr val="DD7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5794118" y="2303902"/>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76223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4322798" y="3275550"/>
            <a:ext cx="1579326" cy="644066"/>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5951893" y="1353648"/>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1" name="Google Shape;421;p27"/>
          <p:cNvPicPr preferRelativeResize="0"/>
          <p:nvPr/>
        </p:nvPicPr>
        <p:blipFill>
          <a:blip r:embed="rId3">
            <a:alphaModFix/>
          </a:blip>
          <a:stretch>
            <a:fillRect/>
          </a:stretch>
        </p:blipFill>
        <p:spPr>
          <a:xfrm>
            <a:off x="7542088" y="119950"/>
            <a:ext cx="1504950" cy="533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8"/>
          <p:cNvSpPr txBox="1"/>
          <p:nvPr>
            <p:ph type="ctrTitle"/>
          </p:nvPr>
        </p:nvSpPr>
        <p:spPr>
          <a:xfrm>
            <a:off x="2301250" y="208275"/>
            <a:ext cx="4051200" cy="62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                   </a:t>
            </a:r>
            <a:r>
              <a:rPr lang="en" sz="2000"/>
              <a:t>Proposed Solution:</a:t>
            </a:r>
            <a:endParaRPr sz="3200"/>
          </a:p>
        </p:txBody>
      </p:sp>
      <p:sp>
        <p:nvSpPr>
          <p:cNvPr id="427" name="Google Shape;427;p28"/>
          <p:cNvSpPr/>
          <p:nvPr/>
        </p:nvSpPr>
        <p:spPr>
          <a:xfrm>
            <a:off x="872550" y="192825"/>
            <a:ext cx="6114900" cy="6531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Staatliches"/>
                <a:ea typeface="Staatliches"/>
                <a:cs typeface="Staatliches"/>
                <a:sym typeface="Staatliches"/>
              </a:rPr>
              <a:t>                                                                </a:t>
            </a:r>
            <a:r>
              <a:rPr lang="en" sz="2900">
                <a:solidFill>
                  <a:schemeClr val="accent3"/>
                </a:solidFill>
                <a:latin typeface="Staatliches"/>
                <a:ea typeface="Staatliches"/>
                <a:cs typeface="Staatliches"/>
                <a:sym typeface="Staatliches"/>
              </a:rPr>
              <a:t>  INDEX</a:t>
            </a:r>
            <a:endParaRPr sz="2900">
              <a:solidFill>
                <a:schemeClr val="accent3"/>
              </a:solidFill>
              <a:latin typeface="Staatliches"/>
              <a:ea typeface="Staatliches"/>
              <a:cs typeface="Staatliches"/>
              <a:sym typeface="Staatliches"/>
            </a:endParaRPr>
          </a:p>
        </p:txBody>
      </p:sp>
      <p:pic>
        <p:nvPicPr>
          <p:cNvPr id="428" name="Google Shape;428;p28"/>
          <p:cNvPicPr preferRelativeResize="0"/>
          <p:nvPr/>
        </p:nvPicPr>
        <p:blipFill>
          <a:blip r:embed="rId3">
            <a:alphaModFix/>
          </a:blip>
          <a:stretch>
            <a:fillRect/>
          </a:stretch>
        </p:blipFill>
        <p:spPr>
          <a:xfrm>
            <a:off x="7542088" y="119950"/>
            <a:ext cx="1504950" cy="533400"/>
          </a:xfrm>
          <a:prstGeom prst="rect">
            <a:avLst/>
          </a:prstGeom>
          <a:noFill/>
          <a:ln>
            <a:noFill/>
          </a:ln>
        </p:spPr>
      </p:pic>
      <p:sp>
        <p:nvSpPr>
          <p:cNvPr id="429" name="Google Shape;429;p28"/>
          <p:cNvSpPr txBox="1"/>
          <p:nvPr/>
        </p:nvSpPr>
        <p:spPr>
          <a:xfrm>
            <a:off x="1165725" y="1208500"/>
            <a:ext cx="6898200" cy="3924900"/>
          </a:xfrm>
          <a:prstGeom prst="rect">
            <a:avLst/>
          </a:prstGeom>
          <a:noFill/>
          <a:ln>
            <a:noFill/>
          </a:ln>
        </p:spPr>
        <p:txBody>
          <a:bodyPr anchorCtr="0" anchor="t" bIns="91425" lIns="91425" spcFirstLastPara="1" rIns="91425" wrap="square" tIns="91425">
            <a:spAutoFit/>
          </a:bodyPr>
          <a:lstStyle/>
          <a:p>
            <a:pPr indent="-400050" lvl="0" marL="457200" rtl="0" algn="l">
              <a:spcBef>
                <a:spcPts val="0"/>
              </a:spcBef>
              <a:spcAft>
                <a:spcPts val="0"/>
              </a:spcAft>
              <a:buSzPts val="2700"/>
              <a:buChar char="●"/>
            </a:pPr>
            <a:r>
              <a:rPr lang="en" sz="2700"/>
              <a:t>Introduction and Motivation</a:t>
            </a:r>
            <a:endParaRPr sz="2700"/>
          </a:p>
          <a:p>
            <a:pPr indent="-400050" lvl="0" marL="457200" rtl="0" algn="l">
              <a:spcBef>
                <a:spcPts val="0"/>
              </a:spcBef>
              <a:spcAft>
                <a:spcPts val="0"/>
              </a:spcAft>
              <a:buSzPts val="2700"/>
              <a:buChar char="●"/>
            </a:pPr>
            <a:r>
              <a:rPr lang="en" sz="2700"/>
              <a:t>Problem Statement</a:t>
            </a:r>
            <a:endParaRPr sz="2700"/>
          </a:p>
          <a:p>
            <a:pPr indent="-400050" lvl="0" marL="457200" rtl="0" algn="l">
              <a:spcBef>
                <a:spcPts val="0"/>
              </a:spcBef>
              <a:spcAft>
                <a:spcPts val="0"/>
              </a:spcAft>
              <a:buSzPts val="2700"/>
              <a:buChar char="●"/>
            </a:pPr>
            <a:r>
              <a:rPr lang="en" sz="2700"/>
              <a:t>Abstract and Scope</a:t>
            </a:r>
            <a:endParaRPr sz="2700"/>
          </a:p>
          <a:p>
            <a:pPr indent="-400050" lvl="0" marL="457200" rtl="0" algn="l">
              <a:spcBef>
                <a:spcPts val="0"/>
              </a:spcBef>
              <a:spcAft>
                <a:spcPts val="0"/>
              </a:spcAft>
              <a:buSzPts val="2700"/>
              <a:buChar char="●"/>
            </a:pPr>
            <a:r>
              <a:rPr lang="en" sz="2700"/>
              <a:t>Suggestions from Review – 1</a:t>
            </a:r>
            <a:endParaRPr sz="2700"/>
          </a:p>
          <a:p>
            <a:pPr indent="-400050" lvl="0" marL="457200" rtl="0" algn="l">
              <a:spcBef>
                <a:spcPts val="0"/>
              </a:spcBef>
              <a:spcAft>
                <a:spcPts val="0"/>
              </a:spcAft>
              <a:buSzPts val="2700"/>
              <a:buChar char="●"/>
            </a:pPr>
            <a:r>
              <a:rPr lang="en" sz="2700"/>
              <a:t>Research / Technology gap and Challenges</a:t>
            </a:r>
            <a:endParaRPr sz="2700"/>
          </a:p>
          <a:p>
            <a:pPr indent="-400050" lvl="0" marL="457200" rtl="0" algn="l">
              <a:spcBef>
                <a:spcPts val="0"/>
              </a:spcBef>
              <a:spcAft>
                <a:spcPts val="0"/>
              </a:spcAft>
              <a:buSzPts val="2700"/>
              <a:buChar char="●"/>
            </a:pPr>
            <a:r>
              <a:rPr lang="en" sz="2700"/>
              <a:t>Objectives</a:t>
            </a:r>
            <a:endParaRPr sz="2700"/>
          </a:p>
          <a:p>
            <a:pPr indent="-400050" lvl="0" marL="457200" rtl="0" algn="l">
              <a:spcBef>
                <a:spcPts val="0"/>
              </a:spcBef>
              <a:spcAft>
                <a:spcPts val="0"/>
              </a:spcAft>
              <a:buSzPts val="2700"/>
              <a:buChar char="●"/>
            </a:pPr>
            <a:r>
              <a:rPr lang="en" sz="2700"/>
              <a:t>Literature Survey / Existing System</a:t>
            </a:r>
            <a:endParaRPr sz="2700"/>
          </a:p>
          <a:p>
            <a:pPr indent="-400050" lvl="0" marL="457200" rtl="0" algn="l">
              <a:spcBef>
                <a:spcPts val="0"/>
              </a:spcBef>
              <a:spcAft>
                <a:spcPts val="0"/>
              </a:spcAft>
              <a:buSzPts val="2700"/>
              <a:buChar char="●"/>
            </a:pPr>
            <a:r>
              <a:rPr lang="en" sz="2700"/>
              <a:t>References</a:t>
            </a:r>
            <a:endParaRPr sz="2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9"/>
          <p:cNvSpPr txBox="1"/>
          <p:nvPr>
            <p:ph idx="1" type="subTitle"/>
          </p:nvPr>
        </p:nvSpPr>
        <p:spPr>
          <a:xfrm>
            <a:off x="231700" y="756850"/>
            <a:ext cx="8750400" cy="29580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400">
                <a:solidFill>
                  <a:srgbClr val="000000"/>
                </a:solidFill>
                <a:latin typeface="Times New Roman"/>
                <a:ea typeface="Times New Roman"/>
                <a:cs typeface="Times New Roman"/>
                <a:sym typeface="Times New Roman"/>
              </a:rPr>
              <a:t>Reactive Analysis Limitation:</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 Current systems detect the effects of global crises only after they occur, leaving no scope for early preparedness.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400">
                <a:solidFill>
                  <a:srgbClr val="000000"/>
                </a:solidFill>
                <a:latin typeface="Times New Roman"/>
                <a:ea typeface="Times New Roman"/>
                <a:cs typeface="Times New Roman"/>
                <a:sym typeface="Times New Roman"/>
              </a:rPr>
              <a:t>Gap in Existing AI Solutions:</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 Most AI models in agriculture focus on yield, weather, or price forecasting, overlooking the impact of geopolitical events.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400">
                <a:solidFill>
                  <a:srgbClr val="000000"/>
                </a:solidFill>
                <a:latin typeface="Times New Roman"/>
                <a:ea typeface="Times New Roman"/>
                <a:cs typeface="Times New Roman"/>
                <a:sym typeface="Times New Roman"/>
              </a:rPr>
              <a:t>Need for Economic Resilience:</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 India’s agriculture sector, employing over half the population, remains highly exposed to external shocks like tariffs and trade bans.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400">
                <a:solidFill>
                  <a:srgbClr val="000000"/>
                </a:solidFill>
                <a:latin typeface="Times New Roman"/>
                <a:ea typeface="Times New Roman"/>
                <a:cs typeface="Times New Roman"/>
                <a:sym typeface="Times New Roman"/>
              </a:rPr>
              <a:t>Timely Decision-Making:</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 Predictive insights can help farmers, policymakers, and industries take proactive, data-driven actions before a crisis unfolds.</a:t>
            </a:r>
            <a:endParaRPr sz="14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400">
                <a:solidFill>
                  <a:srgbClr val="000000"/>
                </a:solidFill>
                <a:latin typeface="Times New Roman"/>
                <a:ea typeface="Times New Roman"/>
                <a:cs typeface="Times New Roman"/>
                <a:sym typeface="Times New Roman"/>
              </a:rPr>
              <a:t>Vision:</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 Develop a scalable AI framework that begins with agriculture and extends to other vital sectors of the Indian economy.</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900">
              <a:solidFill>
                <a:srgbClr val="000000"/>
              </a:solidFill>
              <a:latin typeface="Times New Roman"/>
              <a:ea typeface="Times New Roman"/>
              <a:cs typeface="Times New Roman"/>
              <a:sym typeface="Times New Roman"/>
            </a:endParaRPr>
          </a:p>
        </p:txBody>
      </p:sp>
      <p:sp>
        <p:nvSpPr>
          <p:cNvPr id="435" name="Google Shape;435;p29"/>
          <p:cNvSpPr/>
          <p:nvPr/>
        </p:nvSpPr>
        <p:spPr>
          <a:xfrm>
            <a:off x="517475" y="193075"/>
            <a:ext cx="7620000" cy="702900"/>
          </a:xfrm>
          <a:prstGeom prst="roundRect">
            <a:avLst>
              <a:gd fmla="val 17934"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400">
                <a:solidFill>
                  <a:schemeClr val="accent3"/>
                </a:solidFill>
                <a:latin typeface="Staatliches"/>
                <a:ea typeface="Staatliches"/>
                <a:cs typeface="Staatliches"/>
                <a:sym typeface="Staatliches"/>
              </a:rPr>
              <a:t>MOTIVATION</a:t>
            </a:r>
            <a:endParaRPr b="1" sz="2800">
              <a:latin typeface="Trebuchet MS"/>
              <a:ea typeface="Trebuchet MS"/>
              <a:cs typeface="Trebuchet MS"/>
              <a:sym typeface="Trebuchet MS"/>
            </a:endParaRPr>
          </a:p>
          <a:p>
            <a:pPr indent="0" lvl="0" marL="0" rtl="0" algn="ctr">
              <a:lnSpc>
                <a:spcPct val="115000"/>
              </a:lnSpc>
              <a:spcBef>
                <a:spcPts val="0"/>
              </a:spcBef>
              <a:spcAft>
                <a:spcPts val="0"/>
              </a:spcAft>
              <a:buNone/>
            </a:pPr>
            <a:r>
              <a:t/>
            </a:r>
            <a:endParaRPr b="1" sz="2800">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9" name="Shape 439"/>
        <p:cNvGrpSpPr/>
        <p:nvPr/>
      </p:nvGrpSpPr>
      <p:grpSpPr>
        <a:xfrm>
          <a:off x="0" y="0"/>
          <a:ext cx="0" cy="0"/>
          <a:chOff x="0" y="0"/>
          <a:chExt cx="0" cy="0"/>
        </a:xfrm>
      </p:grpSpPr>
      <p:sp>
        <p:nvSpPr>
          <p:cNvPr id="440" name="Google Shape;440;p30"/>
          <p:cNvSpPr/>
          <p:nvPr/>
        </p:nvSpPr>
        <p:spPr>
          <a:xfrm>
            <a:off x="5944075" y="1439619"/>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
          <p:cNvSpPr txBox="1"/>
          <p:nvPr>
            <p:ph idx="1" type="subTitle"/>
          </p:nvPr>
        </p:nvSpPr>
        <p:spPr>
          <a:xfrm>
            <a:off x="143200" y="186975"/>
            <a:ext cx="8652900" cy="51435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b="1" sz="1900">
              <a:solidFill>
                <a:srgbClr val="0033CC"/>
              </a:solidFill>
              <a:latin typeface="Trebuchet MS"/>
              <a:ea typeface="Trebuchet MS"/>
              <a:cs typeface="Trebuchet MS"/>
              <a:sym typeface="Trebuchet MS"/>
            </a:endParaRPr>
          </a:p>
          <a:p>
            <a:pPr indent="0" lvl="0" marL="0" rtl="0" algn="just">
              <a:lnSpc>
                <a:spcPct val="115000"/>
              </a:lnSpc>
              <a:spcBef>
                <a:spcPts val="0"/>
              </a:spcBef>
              <a:spcAft>
                <a:spcPts val="0"/>
              </a:spcAft>
              <a:buNone/>
            </a:pPr>
            <a:r>
              <a:t/>
            </a:r>
            <a:endParaRPr b="1" sz="1900">
              <a:solidFill>
                <a:srgbClr val="0033CC"/>
              </a:solidFill>
              <a:latin typeface="Trebuchet MS"/>
              <a:ea typeface="Trebuchet MS"/>
              <a:cs typeface="Trebuchet MS"/>
              <a:sym typeface="Trebuchet MS"/>
            </a:endParaRPr>
          </a:p>
          <a:p>
            <a:pPr indent="0" lvl="0" marL="0" rtl="0" algn="l">
              <a:lnSpc>
                <a:spcPct val="115000"/>
              </a:lnSpc>
              <a:spcBef>
                <a:spcPts val="1400"/>
              </a:spcBef>
              <a:spcAft>
                <a:spcPts val="0"/>
              </a:spcAft>
              <a:buNone/>
            </a:pPr>
            <a:r>
              <a:rPr b="1" lang="en" sz="1700" u="sng">
                <a:solidFill>
                  <a:srgbClr val="0000FF"/>
                </a:solidFill>
                <a:latin typeface="Arial"/>
                <a:ea typeface="Arial"/>
                <a:cs typeface="Arial"/>
                <a:sym typeface="Arial"/>
              </a:rPr>
              <a:t>Past Geopolitical Scenarios Affecting India:</a:t>
            </a:r>
            <a:endParaRPr b="1" sz="1700" u="sng">
              <a:solidFill>
                <a:srgbClr val="0000FF"/>
              </a:solidFill>
              <a:latin typeface="Arial"/>
              <a:ea typeface="Arial"/>
              <a:cs typeface="Arial"/>
              <a:sym typeface="Arial"/>
            </a:endParaRPr>
          </a:p>
          <a:p>
            <a:pPr indent="-336550" lvl="0" marL="457200" rtl="0" algn="l">
              <a:lnSpc>
                <a:spcPct val="150000"/>
              </a:lnSpc>
              <a:spcBef>
                <a:spcPts val="1200"/>
              </a:spcBef>
              <a:spcAft>
                <a:spcPts val="0"/>
              </a:spcAft>
              <a:buClr>
                <a:srgbClr val="000000"/>
              </a:buClr>
              <a:buSzPts val="1700"/>
              <a:buFont typeface="Arial"/>
              <a:buChar char="➢"/>
            </a:pPr>
            <a:r>
              <a:rPr b="1" lang="en" sz="1700">
                <a:solidFill>
                  <a:srgbClr val="000000"/>
                </a:solidFill>
                <a:latin typeface="Arial"/>
                <a:ea typeface="Arial"/>
                <a:cs typeface="Arial"/>
                <a:sym typeface="Arial"/>
              </a:rPr>
              <a:t> USA imposed 50% tariff on Indian goods citing India’s import and resale of Russian oil (Aug 6,  2025).</a:t>
            </a:r>
            <a:endParaRPr b="1" sz="1700">
              <a:solidFill>
                <a:srgbClr val="000000"/>
              </a:solidFill>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Font typeface="Arial"/>
              <a:buChar char="➢"/>
            </a:pPr>
            <a:r>
              <a:rPr b="1" lang="en" sz="1600">
                <a:solidFill>
                  <a:srgbClr val="000000"/>
                </a:solidFill>
                <a:latin typeface="Arial"/>
                <a:ea typeface="Arial"/>
                <a:cs typeface="Arial"/>
                <a:sym typeface="Arial"/>
              </a:rPr>
              <a:t>Russia-Ukraine conflict (2022) led to a surge in global crude oil prices, impacting India’s oil import  costs  </a:t>
            </a:r>
            <a:endParaRPr b="1" sz="1600">
              <a:solidFill>
                <a:srgbClr val="000000"/>
              </a:solidFill>
              <a:latin typeface="Arial"/>
              <a:ea typeface="Arial"/>
              <a:cs typeface="Arial"/>
              <a:sym typeface="Arial"/>
            </a:endParaRPr>
          </a:p>
          <a:p>
            <a:pPr indent="-330200" lvl="0" marL="457200" rtl="0" algn="l">
              <a:lnSpc>
                <a:spcPct val="150000"/>
              </a:lnSpc>
              <a:spcBef>
                <a:spcPts val="1200"/>
              </a:spcBef>
              <a:spcAft>
                <a:spcPts val="0"/>
              </a:spcAft>
              <a:buClr>
                <a:srgbClr val="000000"/>
              </a:buClr>
              <a:buSzPts val="1600"/>
              <a:buFont typeface="Arial"/>
              <a:buChar char="➢"/>
            </a:pPr>
            <a:r>
              <a:rPr b="1" lang="en" sz="1600">
                <a:solidFill>
                  <a:srgbClr val="000000"/>
                </a:solidFill>
                <a:latin typeface="Arial"/>
                <a:ea typeface="Arial"/>
                <a:cs typeface="Arial"/>
                <a:sym typeface="Arial"/>
              </a:rPr>
              <a:t> China’s Ban on Certain Agricultural fertilizers to India (2021–2022)</a:t>
            </a:r>
            <a:endParaRPr b="1" sz="1600">
              <a:solidFill>
                <a:srgbClr val="000000"/>
              </a:solidFill>
              <a:latin typeface="Arial"/>
              <a:ea typeface="Arial"/>
              <a:cs typeface="Arial"/>
              <a:sym typeface="Arial"/>
            </a:endParaRPr>
          </a:p>
          <a:p>
            <a:pPr indent="-330200" lvl="0" marL="457200" rtl="0" algn="l">
              <a:lnSpc>
                <a:spcPct val="150000"/>
              </a:lnSpc>
              <a:spcBef>
                <a:spcPts val="1200"/>
              </a:spcBef>
              <a:spcAft>
                <a:spcPts val="0"/>
              </a:spcAft>
              <a:buClr>
                <a:srgbClr val="000000"/>
              </a:buClr>
              <a:buSzPts val="1600"/>
              <a:buFont typeface="Arial"/>
              <a:buChar char="➢"/>
            </a:pPr>
            <a:r>
              <a:rPr b="1" lang="en" sz="1600">
                <a:solidFill>
                  <a:srgbClr val="000000"/>
                </a:solidFill>
                <a:latin typeface="Arial"/>
                <a:ea typeface="Arial"/>
                <a:cs typeface="Arial"/>
                <a:sym typeface="Arial"/>
              </a:rPr>
              <a:t>India-Bangladesh trade curbs (2024–25): Bangladesh restricted Indian cotton yarn, rice, and imposed transit fees, disrupting exports and raising frictio</a:t>
            </a:r>
            <a:r>
              <a:rPr b="1" lang="en" sz="1600">
                <a:solidFill>
                  <a:srgbClr val="000000"/>
                </a:solidFill>
                <a:latin typeface="Arial"/>
                <a:ea typeface="Arial"/>
                <a:cs typeface="Arial"/>
                <a:sym typeface="Arial"/>
              </a:rPr>
              <a:t>n</a:t>
            </a:r>
            <a:endParaRPr b="1" sz="1600">
              <a:solidFill>
                <a:srgbClr val="000000"/>
              </a:solidFill>
              <a:latin typeface="Arial"/>
              <a:ea typeface="Arial"/>
              <a:cs typeface="Arial"/>
              <a:sym typeface="Arial"/>
            </a:endParaRPr>
          </a:p>
          <a:p>
            <a:pPr indent="0" lvl="0" marL="457200" rtl="0" algn="l">
              <a:lnSpc>
                <a:spcPct val="150000"/>
              </a:lnSpc>
              <a:spcBef>
                <a:spcPts val="1200"/>
              </a:spcBef>
              <a:spcAft>
                <a:spcPts val="0"/>
              </a:spcAft>
              <a:buNone/>
            </a:pPr>
            <a:r>
              <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solidFill>
                <a:srgbClr val="000000"/>
              </a:solidFill>
              <a:latin typeface="Arial"/>
              <a:ea typeface="Arial"/>
              <a:cs typeface="Arial"/>
              <a:sym typeface="Arial"/>
            </a:endParaRPr>
          </a:p>
        </p:txBody>
      </p:sp>
      <p:sp>
        <p:nvSpPr>
          <p:cNvPr id="442" name="Google Shape;442;p30"/>
          <p:cNvSpPr/>
          <p:nvPr/>
        </p:nvSpPr>
        <p:spPr>
          <a:xfrm>
            <a:off x="6195943" y="20521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0"/>
          <p:cNvSpPr/>
          <p:nvPr/>
        </p:nvSpPr>
        <p:spPr>
          <a:xfrm>
            <a:off x="7060217" y="2380726"/>
            <a:ext cx="21541" cy="21541"/>
          </a:xfrm>
          <a:custGeom>
            <a:rect b="b" l="l" r="r" t="t"/>
            <a:pathLst>
              <a:path extrusionOk="0" h="491" w="491">
                <a:moveTo>
                  <a:pt x="245" y="1"/>
                </a:moveTo>
                <a:cubicBezTo>
                  <a:pt x="110" y="1"/>
                  <a:pt x="1" y="111"/>
                  <a:pt x="1" y="246"/>
                </a:cubicBezTo>
                <a:cubicBezTo>
                  <a:pt x="1" y="381"/>
                  <a:pt x="110" y="490"/>
                  <a:pt x="245" y="490"/>
                </a:cubicBezTo>
                <a:cubicBezTo>
                  <a:pt x="381" y="490"/>
                  <a:pt x="491" y="381"/>
                  <a:pt x="491" y="246"/>
                </a:cubicBezTo>
                <a:cubicBezTo>
                  <a:pt x="491" y="111"/>
                  <a:pt x="381"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a:off x="7057322" y="3216132"/>
            <a:ext cx="24437" cy="23384"/>
          </a:xfrm>
          <a:custGeom>
            <a:rect b="b" l="l" r="r" t="t"/>
            <a:pathLst>
              <a:path extrusionOk="0" h="533" w="557">
                <a:moveTo>
                  <a:pt x="277" y="0"/>
                </a:moveTo>
                <a:cubicBezTo>
                  <a:pt x="124" y="0"/>
                  <a:pt x="1" y="118"/>
                  <a:pt x="1" y="267"/>
                </a:cubicBezTo>
                <a:cubicBezTo>
                  <a:pt x="1" y="414"/>
                  <a:pt x="124" y="533"/>
                  <a:pt x="277" y="533"/>
                </a:cubicBezTo>
                <a:cubicBezTo>
                  <a:pt x="434" y="533"/>
                  <a:pt x="557" y="414"/>
                  <a:pt x="557" y="267"/>
                </a:cubicBezTo>
                <a:cubicBezTo>
                  <a:pt x="557" y="118"/>
                  <a:pt x="434" y="0"/>
                  <a:pt x="2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rot="-5400000">
            <a:off x="7251250" y="2108625"/>
            <a:ext cx="69000" cy="15900"/>
          </a:xfrm>
          <a:prstGeom prst="rtTriangle">
            <a:avLst/>
          </a:prstGeom>
          <a:solidFill>
            <a:srgbClr val="DD7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5748368" y="2359402"/>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a:off x="76223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8" name="Google Shape;448;p30"/>
          <p:cNvPicPr preferRelativeResize="0"/>
          <p:nvPr/>
        </p:nvPicPr>
        <p:blipFill>
          <a:blip r:embed="rId3">
            <a:alphaModFix/>
          </a:blip>
          <a:stretch>
            <a:fillRect/>
          </a:stretch>
        </p:blipFill>
        <p:spPr>
          <a:xfrm>
            <a:off x="7542088" y="119950"/>
            <a:ext cx="1504950" cy="533400"/>
          </a:xfrm>
          <a:prstGeom prst="rect">
            <a:avLst/>
          </a:prstGeom>
          <a:noFill/>
          <a:ln>
            <a:noFill/>
          </a:ln>
        </p:spPr>
      </p:pic>
      <p:sp>
        <p:nvSpPr>
          <p:cNvPr id="449" name="Google Shape;449;p30"/>
          <p:cNvSpPr/>
          <p:nvPr/>
        </p:nvSpPr>
        <p:spPr>
          <a:xfrm>
            <a:off x="188950" y="251475"/>
            <a:ext cx="7398900" cy="6531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900">
                <a:latin typeface="Trebuchet MS"/>
                <a:ea typeface="Trebuchet MS"/>
                <a:cs typeface="Trebuchet MS"/>
                <a:sym typeface="Trebuchet MS"/>
              </a:rPr>
              <a:t>Drishti: AI-Powered Early Crisis Prediction and Advisory System</a:t>
            </a:r>
            <a:endParaRPr/>
          </a:p>
        </p:txBody>
      </p:sp>
      <p:sp>
        <p:nvSpPr>
          <p:cNvPr id="450" name="Google Shape;450;p30"/>
          <p:cNvSpPr/>
          <p:nvPr/>
        </p:nvSpPr>
        <p:spPr>
          <a:xfrm>
            <a:off x="143200" y="251475"/>
            <a:ext cx="7479300" cy="653100"/>
          </a:xfrm>
          <a:prstGeom prst="roundRect">
            <a:avLst>
              <a:gd fmla="val 1475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4" name="Shape 454"/>
        <p:cNvGrpSpPr/>
        <p:nvPr/>
      </p:nvGrpSpPr>
      <p:grpSpPr>
        <a:xfrm>
          <a:off x="0" y="0"/>
          <a:ext cx="0" cy="0"/>
          <a:chOff x="0" y="0"/>
          <a:chExt cx="0" cy="0"/>
        </a:xfrm>
      </p:grpSpPr>
      <p:sp>
        <p:nvSpPr>
          <p:cNvPr id="455" name="Google Shape;455;p31"/>
          <p:cNvSpPr/>
          <p:nvPr/>
        </p:nvSpPr>
        <p:spPr>
          <a:xfrm>
            <a:off x="5989825" y="1384119"/>
            <a:ext cx="1241460" cy="348172"/>
          </a:xfrm>
          <a:custGeom>
            <a:rect b="b" l="l" r="r" t="t"/>
            <a:pathLst>
              <a:path extrusionOk="0" h="7936" w="28297">
                <a:moveTo>
                  <a:pt x="722" y="0"/>
                </a:moveTo>
                <a:cubicBezTo>
                  <a:pt x="324" y="0"/>
                  <a:pt x="0" y="323"/>
                  <a:pt x="0" y="725"/>
                </a:cubicBezTo>
                <a:lnTo>
                  <a:pt x="0" y="7211"/>
                </a:lnTo>
                <a:cubicBezTo>
                  <a:pt x="0" y="7613"/>
                  <a:pt x="324" y="7936"/>
                  <a:pt x="722" y="7936"/>
                </a:cubicBezTo>
                <a:lnTo>
                  <a:pt x="27576" y="7936"/>
                </a:lnTo>
                <a:cubicBezTo>
                  <a:pt x="27973" y="7936"/>
                  <a:pt x="28296" y="7613"/>
                  <a:pt x="28296" y="7211"/>
                </a:cubicBezTo>
                <a:lnTo>
                  <a:pt x="28296" y="725"/>
                </a:lnTo>
                <a:cubicBezTo>
                  <a:pt x="28296" y="323"/>
                  <a:pt x="27973" y="0"/>
                  <a:pt x="275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1"/>
          <p:cNvSpPr txBox="1"/>
          <p:nvPr>
            <p:ph idx="1" type="subTitle"/>
          </p:nvPr>
        </p:nvSpPr>
        <p:spPr>
          <a:xfrm>
            <a:off x="130250" y="251475"/>
            <a:ext cx="8652900" cy="45090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b="1" sz="1900">
              <a:solidFill>
                <a:srgbClr val="0033CC"/>
              </a:solidFill>
              <a:latin typeface="Trebuchet MS"/>
              <a:ea typeface="Trebuchet MS"/>
              <a:cs typeface="Trebuchet MS"/>
              <a:sym typeface="Trebuchet MS"/>
            </a:endParaRPr>
          </a:p>
          <a:p>
            <a:pPr indent="0" lvl="0" marL="0" rtl="0" algn="just">
              <a:lnSpc>
                <a:spcPct val="115000"/>
              </a:lnSpc>
              <a:spcBef>
                <a:spcPts val="0"/>
              </a:spcBef>
              <a:spcAft>
                <a:spcPts val="0"/>
              </a:spcAft>
              <a:buNone/>
            </a:pPr>
            <a:r>
              <a:t/>
            </a:r>
            <a:endParaRPr b="1" sz="1900">
              <a:solidFill>
                <a:srgbClr val="0033CC"/>
              </a:solidFill>
              <a:latin typeface="Trebuchet MS"/>
              <a:ea typeface="Trebuchet MS"/>
              <a:cs typeface="Trebuchet MS"/>
              <a:sym typeface="Trebuchet MS"/>
            </a:endParaRPr>
          </a:p>
          <a:p>
            <a:pPr indent="0" lvl="0" marL="457200" rtl="0" algn="l">
              <a:lnSpc>
                <a:spcPct val="115000"/>
              </a:lnSpc>
              <a:spcBef>
                <a:spcPts val="1200"/>
              </a:spcBef>
              <a:spcAft>
                <a:spcPts val="0"/>
              </a:spcAft>
              <a:buNone/>
            </a:pPr>
            <a:r>
              <a:rPr b="1" lang="en" sz="1700">
                <a:solidFill>
                  <a:srgbClr val="E06666"/>
                </a:solidFill>
                <a:latin typeface="Arial"/>
                <a:ea typeface="Arial"/>
                <a:cs typeface="Arial"/>
                <a:sym typeface="Arial"/>
              </a:rPr>
              <a:t>Problem Statement:</a:t>
            </a:r>
            <a:endParaRPr b="1" sz="1700">
              <a:solidFill>
                <a:srgbClr val="E06666"/>
              </a:solidFill>
              <a:latin typeface="Arial"/>
              <a:ea typeface="Arial"/>
              <a:cs typeface="Arial"/>
              <a:sym typeface="Arial"/>
            </a:endParaRPr>
          </a:p>
          <a:p>
            <a:pPr indent="0" lvl="0" marL="457200" rtl="0" algn="l">
              <a:lnSpc>
                <a:spcPct val="115000"/>
              </a:lnSpc>
              <a:spcBef>
                <a:spcPts val="1200"/>
              </a:spcBef>
              <a:spcAft>
                <a:spcPts val="0"/>
              </a:spcAft>
              <a:buNone/>
            </a:pPr>
            <a:r>
              <a:rPr lang="en" sz="1500">
                <a:solidFill>
                  <a:srgbClr val="000000"/>
                </a:solidFill>
                <a:latin typeface="Times New Roman"/>
                <a:ea typeface="Times New Roman"/>
                <a:cs typeface="Times New Roman"/>
                <a:sym typeface="Times New Roman"/>
              </a:rPr>
              <a:t>Global geopolitical crises—manifesting through tariffs, sudden policy shifts, international conflicts, and large-scale trade disruptions—exert profound and multidimensional impacts on the Indian economy, with agriculture being disproportionately vulnerable. These exogenous shocks cascade across multiple economic layers, influencing export competitiveness, depressing GDP growth, destabilizing employment in rural and allied sectors, straining foreign exchange reserves, and triggering inflationary pressures. However, the systemic challenge lies in the fact that such consequences are often recognized only in a reactive manner—once significant losses have already materialized—rather than being anticipated and mitigated proactively.</a:t>
            </a:r>
            <a:endParaRPr sz="1500">
              <a:solidFill>
                <a:srgbClr val="000000"/>
              </a:solidFill>
              <a:latin typeface="Times New Roman"/>
              <a:ea typeface="Times New Roman"/>
              <a:cs typeface="Times New Roman"/>
              <a:sym typeface="Times New Roman"/>
            </a:endParaRPr>
          </a:p>
          <a:p>
            <a:pPr indent="0" lvl="0" marL="457200" rtl="0" algn="just">
              <a:lnSpc>
                <a:spcPct val="115000"/>
              </a:lnSpc>
              <a:spcBef>
                <a:spcPts val="1200"/>
              </a:spcBef>
              <a:spcAft>
                <a:spcPts val="0"/>
              </a:spcAft>
              <a:buNone/>
            </a:pPr>
            <a:r>
              <a:rPr lang="en" sz="1800">
                <a:solidFill>
                  <a:srgbClr val="0000FF"/>
                </a:solidFill>
                <a:latin typeface="Times New Roman"/>
                <a:ea typeface="Times New Roman"/>
                <a:cs typeface="Times New Roman"/>
                <a:sym typeface="Times New Roman"/>
              </a:rPr>
              <a:t>Drishti</a:t>
            </a:r>
            <a:r>
              <a:rPr lang="en" sz="1800">
                <a:solidFill>
                  <a:srgbClr val="000000"/>
                </a:solidFill>
                <a:latin typeface="Times New Roman"/>
                <a:ea typeface="Times New Roman"/>
                <a:cs typeface="Times New Roman"/>
                <a:sym typeface="Times New Roman"/>
              </a:rPr>
              <a:t> fills this gap by providing an AI-powered early warning and </a:t>
            </a:r>
            <a:r>
              <a:rPr b="1" lang="en" sz="1800">
                <a:solidFill>
                  <a:srgbClr val="000000"/>
                </a:solidFill>
                <a:latin typeface="Times New Roman"/>
                <a:ea typeface="Times New Roman"/>
                <a:cs typeface="Times New Roman"/>
                <a:sym typeface="Times New Roman"/>
              </a:rPr>
              <a:t>advisory system</a:t>
            </a:r>
            <a:r>
              <a:rPr lang="en" sz="1800">
                <a:solidFill>
                  <a:srgbClr val="000000"/>
                </a:solidFill>
                <a:latin typeface="Times New Roman"/>
                <a:ea typeface="Times New Roman"/>
                <a:cs typeface="Times New Roman"/>
                <a:sym typeface="Times New Roman"/>
              </a:rPr>
              <a:t>, starting with Indian agriculture and scalable to other key sector</a:t>
            </a:r>
            <a:r>
              <a:rPr lang="en" sz="1700">
                <a:solidFill>
                  <a:srgbClr val="000000"/>
                </a:solidFill>
                <a:latin typeface="Times New Roman"/>
                <a:ea typeface="Times New Roman"/>
                <a:cs typeface="Times New Roman"/>
                <a:sym typeface="Times New Roman"/>
              </a:rPr>
              <a:t>s.</a:t>
            </a:r>
            <a:endParaRPr sz="17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7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i="1" sz="14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1900" u="sng">
              <a:solidFill>
                <a:srgbClr val="0033CC"/>
              </a:solidFill>
              <a:latin typeface="Trebuchet MS"/>
              <a:ea typeface="Trebuchet MS"/>
              <a:cs typeface="Trebuchet MS"/>
              <a:sym typeface="Trebuchet MS"/>
            </a:endParaRPr>
          </a:p>
          <a:p>
            <a:pPr indent="0" lvl="0" marL="0" rtl="0" algn="just">
              <a:lnSpc>
                <a:spcPct val="115000"/>
              </a:lnSpc>
              <a:spcBef>
                <a:spcPts val="1200"/>
              </a:spcBef>
              <a:spcAft>
                <a:spcPts val="0"/>
              </a:spcAft>
              <a:buNone/>
            </a:pPr>
            <a:r>
              <a:t/>
            </a:r>
            <a:endParaRPr sz="1400">
              <a:solidFill>
                <a:srgbClr val="1F1F1F"/>
              </a:solidFill>
              <a:latin typeface="Arial"/>
              <a:ea typeface="Arial"/>
              <a:cs typeface="Arial"/>
              <a:sym typeface="Arial"/>
            </a:endParaRPr>
          </a:p>
          <a:p>
            <a:pPr indent="0" lvl="0" marL="0" rtl="0" algn="l">
              <a:spcBef>
                <a:spcPts val="0"/>
              </a:spcBef>
              <a:spcAft>
                <a:spcPts val="0"/>
              </a:spcAft>
              <a:buNone/>
            </a:pPr>
            <a:r>
              <a:t/>
            </a:r>
            <a:endParaRPr sz="1500">
              <a:solidFill>
                <a:schemeClr val="accent2"/>
              </a:solidFill>
              <a:latin typeface="Staatliches"/>
              <a:ea typeface="Staatliches"/>
              <a:cs typeface="Staatliches"/>
              <a:sym typeface="Staatliches"/>
            </a:endParaRPr>
          </a:p>
        </p:txBody>
      </p:sp>
      <p:sp>
        <p:nvSpPr>
          <p:cNvPr id="457" name="Google Shape;457;p31"/>
          <p:cNvSpPr/>
          <p:nvPr/>
        </p:nvSpPr>
        <p:spPr>
          <a:xfrm>
            <a:off x="62416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1"/>
          <p:cNvSpPr/>
          <p:nvPr/>
        </p:nvSpPr>
        <p:spPr>
          <a:xfrm>
            <a:off x="7105967" y="2325226"/>
            <a:ext cx="21541" cy="21541"/>
          </a:xfrm>
          <a:custGeom>
            <a:rect b="b" l="l" r="r" t="t"/>
            <a:pathLst>
              <a:path extrusionOk="0" h="491" w="491">
                <a:moveTo>
                  <a:pt x="245" y="1"/>
                </a:moveTo>
                <a:cubicBezTo>
                  <a:pt x="110" y="1"/>
                  <a:pt x="1" y="111"/>
                  <a:pt x="1" y="246"/>
                </a:cubicBezTo>
                <a:cubicBezTo>
                  <a:pt x="1" y="381"/>
                  <a:pt x="110" y="490"/>
                  <a:pt x="245" y="490"/>
                </a:cubicBezTo>
                <a:cubicBezTo>
                  <a:pt x="381" y="490"/>
                  <a:pt x="491" y="381"/>
                  <a:pt x="491" y="246"/>
                </a:cubicBezTo>
                <a:cubicBezTo>
                  <a:pt x="491" y="111"/>
                  <a:pt x="381" y="1"/>
                  <a:pt x="24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1"/>
          <p:cNvSpPr/>
          <p:nvPr/>
        </p:nvSpPr>
        <p:spPr>
          <a:xfrm>
            <a:off x="7103072" y="3160632"/>
            <a:ext cx="24437" cy="23384"/>
          </a:xfrm>
          <a:custGeom>
            <a:rect b="b" l="l" r="r" t="t"/>
            <a:pathLst>
              <a:path extrusionOk="0" h="533" w="557">
                <a:moveTo>
                  <a:pt x="277" y="0"/>
                </a:moveTo>
                <a:cubicBezTo>
                  <a:pt x="124" y="0"/>
                  <a:pt x="1" y="118"/>
                  <a:pt x="1" y="267"/>
                </a:cubicBezTo>
                <a:cubicBezTo>
                  <a:pt x="1" y="414"/>
                  <a:pt x="124" y="533"/>
                  <a:pt x="277" y="533"/>
                </a:cubicBezTo>
                <a:cubicBezTo>
                  <a:pt x="434" y="533"/>
                  <a:pt x="557" y="414"/>
                  <a:pt x="557" y="267"/>
                </a:cubicBezTo>
                <a:cubicBezTo>
                  <a:pt x="557" y="118"/>
                  <a:pt x="434" y="0"/>
                  <a:pt x="2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1"/>
          <p:cNvSpPr/>
          <p:nvPr/>
        </p:nvSpPr>
        <p:spPr>
          <a:xfrm rot="-5400000">
            <a:off x="7251250" y="2108625"/>
            <a:ext cx="69000" cy="15900"/>
          </a:xfrm>
          <a:prstGeom prst="rtTriangle">
            <a:avLst/>
          </a:prstGeom>
          <a:solidFill>
            <a:srgbClr val="DD7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1"/>
          <p:cNvSpPr/>
          <p:nvPr/>
        </p:nvSpPr>
        <p:spPr>
          <a:xfrm>
            <a:off x="5794118" y="2303902"/>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1"/>
          <p:cNvSpPr/>
          <p:nvPr/>
        </p:nvSpPr>
        <p:spPr>
          <a:xfrm>
            <a:off x="7622393" y="1996627"/>
            <a:ext cx="21498" cy="21322"/>
          </a:xfrm>
          <a:custGeom>
            <a:rect b="b" l="l" r="r" t="t"/>
            <a:pathLst>
              <a:path extrusionOk="0" h="486" w="490">
                <a:moveTo>
                  <a:pt x="245" y="1"/>
                </a:moveTo>
                <a:cubicBezTo>
                  <a:pt x="110" y="1"/>
                  <a:pt x="1" y="110"/>
                  <a:pt x="1" y="241"/>
                </a:cubicBezTo>
                <a:cubicBezTo>
                  <a:pt x="1" y="376"/>
                  <a:pt x="110" y="485"/>
                  <a:pt x="245" y="485"/>
                </a:cubicBezTo>
                <a:cubicBezTo>
                  <a:pt x="380" y="485"/>
                  <a:pt x="489" y="376"/>
                  <a:pt x="489" y="241"/>
                </a:cubicBezTo>
                <a:cubicBezTo>
                  <a:pt x="489" y="110"/>
                  <a:pt x="380" y="1"/>
                  <a:pt x="2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3" name="Google Shape;463;p31"/>
          <p:cNvPicPr preferRelativeResize="0"/>
          <p:nvPr/>
        </p:nvPicPr>
        <p:blipFill>
          <a:blip r:embed="rId3">
            <a:alphaModFix/>
          </a:blip>
          <a:stretch>
            <a:fillRect/>
          </a:stretch>
        </p:blipFill>
        <p:spPr>
          <a:xfrm>
            <a:off x="7542088" y="119950"/>
            <a:ext cx="1504950" cy="533400"/>
          </a:xfrm>
          <a:prstGeom prst="rect">
            <a:avLst/>
          </a:prstGeom>
          <a:noFill/>
          <a:ln>
            <a:noFill/>
          </a:ln>
        </p:spPr>
      </p:pic>
      <p:sp>
        <p:nvSpPr>
          <p:cNvPr id="464" name="Google Shape;464;p31"/>
          <p:cNvSpPr/>
          <p:nvPr/>
        </p:nvSpPr>
        <p:spPr>
          <a:xfrm>
            <a:off x="188950" y="251475"/>
            <a:ext cx="7398900" cy="6531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900">
                <a:latin typeface="Trebuchet MS"/>
                <a:ea typeface="Trebuchet MS"/>
                <a:cs typeface="Trebuchet MS"/>
                <a:sym typeface="Trebuchet MS"/>
              </a:rPr>
              <a:t>Drishti: AI-Powered Early Crisis Prediction and Advisory System</a:t>
            </a:r>
            <a:endParaRPr/>
          </a:p>
        </p:txBody>
      </p:sp>
      <p:sp>
        <p:nvSpPr>
          <p:cNvPr id="465" name="Google Shape;465;p31"/>
          <p:cNvSpPr/>
          <p:nvPr/>
        </p:nvSpPr>
        <p:spPr>
          <a:xfrm>
            <a:off x="188950" y="251475"/>
            <a:ext cx="7398900" cy="653100"/>
          </a:xfrm>
          <a:prstGeom prst="roundRect">
            <a:avLst>
              <a:gd fmla="val 1475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2"/>
          <p:cNvSpPr txBox="1"/>
          <p:nvPr>
            <p:ph type="ctrTitle"/>
          </p:nvPr>
        </p:nvSpPr>
        <p:spPr>
          <a:xfrm>
            <a:off x="383550" y="119375"/>
            <a:ext cx="49023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2600"/>
          </a:p>
        </p:txBody>
      </p:sp>
      <p:sp>
        <p:nvSpPr>
          <p:cNvPr id="471" name="Google Shape;471;p32"/>
          <p:cNvSpPr txBox="1"/>
          <p:nvPr>
            <p:ph idx="1" type="subTitle"/>
          </p:nvPr>
        </p:nvSpPr>
        <p:spPr>
          <a:xfrm>
            <a:off x="3865450" y="50450"/>
            <a:ext cx="5181600" cy="5062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b="1" sz="1300">
              <a:solidFill>
                <a:srgbClr val="000000"/>
              </a:solidFill>
              <a:latin typeface="Arial"/>
              <a:ea typeface="Arial"/>
              <a:cs typeface="Arial"/>
              <a:sym typeface="Arial"/>
            </a:endParaRPr>
          </a:p>
          <a:p>
            <a:pPr indent="-317500" lvl="0" marL="457200" rtl="0" algn="l">
              <a:lnSpc>
                <a:spcPct val="115000"/>
              </a:lnSpc>
              <a:spcBef>
                <a:spcPts val="1400"/>
              </a:spcBef>
              <a:spcAft>
                <a:spcPts val="0"/>
              </a:spcAft>
              <a:buClr>
                <a:srgbClr val="000000"/>
              </a:buClr>
              <a:buSzPts val="1400"/>
              <a:buFont typeface="Arial"/>
              <a:buChar char="●"/>
            </a:pPr>
            <a:r>
              <a:rPr b="1" lang="en" sz="1400">
                <a:solidFill>
                  <a:srgbClr val="000000"/>
                </a:solidFill>
                <a:latin typeface="Arial"/>
                <a:ea typeface="Arial"/>
                <a:cs typeface="Arial"/>
                <a:sym typeface="Arial"/>
              </a:rPr>
              <a:t>Real-Time News Monitoring</a:t>
            </a:r>
            <a:endParaRPr b="1" sz="1400">
              <a:solidFill>
                <a:srgbClr val="000000"/>
              </a:solidFill>
              <a:latin typeface="Arial"/>
              <a:ea typeface="Arial"/>
              <a:cs typeface="Arial"/>
              <a:sym typeface="Arial"/>
            </a:endParaRPr>
          </a:p>
          <a:p>
            <a:pPr indent="-304800" lvl="0" marL="914400" rtl="0" algn="l">
              <a:lnSpc>
                <a:spcPct val="115000"/>
              </a:lnSpc>
              <a:spcBef>
                <a:spcPts val="0"/>
              </a:spcBef>
              <a:spcAft>
                <a:spcPts val="0"/>
              </a:spcAft>
              <a:buClr>
                <a:srgbClr val="000000"/>
              </a:buClr>
              <a:buSzPts val="1200"/>
              <a:buFont typeface="Arial"/>
              <a:buChar char="❖"/>
            </a:pPr>
            <a:r>
              <a:rPr lang="en">
                <a:solidFill>
                  <a:srgbClr val="000000"/>
                </a:solidFill>
                <a:latin typeface="Arial"/>
                <a:ea typeface="Arial"/>
                <a:cs typeface="Arial"/>
                <a:sym typeface="Arial"/>
              </a:rPr>
              <a:t>Continuously collect and analyse breaking news from global and local sources (News APIs, GDELT, verified media feeds).</a:t>
            </a:r>
            <a:endParaRPr>
              <a:solidFill>
                <a:srgbClr val="000000"/>
              </a:solidFill>
              <a:latin typeface="Arial"/>
              <a:ea typeface="Arial"/>
              <a:cs typeface="Arial"/>
              <a:sym typeface="Arial"/>
            </a:endParaRPr>
          </a:p>
          <a:p>
            <a:pPr indent="-304800" lvl="0" marL="914400" rtl="0" algn="l">
              <a:lnSpc>
                <a:spcPct val="115000"/>
              </a:lnSpc>
              <a:spcBef>
                <a:spcPts val="0"/>
              </a:spcBef>
              <a:spcAft>
                <a:spcPts val="0"/>
              </a:spcAft>
              <a:buClr>
                <a:srgbClr val="000000"/>
              </a:buClr>
              <a:buSzPts val="1200"/>
              <a:buFont typeface="Arial"/>
              <a:buChar char="❖"/>
            </a:pPr>
            <a:r>
              <a:rPr lang="en">
                <a:solidFill>
                  <a:srgbClr val="000000"/>
                </a:solidFill>
                <a:latin typeface="Arial"/>
                <a:ea typeface="Arial"/>
                <a:cs typeface="Arial"/>
                <a:sym typeface="Arial"/>
              </a:rPr>
              <a:t>Use NLP to </a:t>
            </a:r>
            <a:r>
              <a:rPr b="1" lang="en">
                <a:solidFill>
                  <a:srgbClr val="000000"/>
                </a:solidFill>
                <a:latin typeface="Arial"/>
                <a:ea typeface="Arial"/>
                <a:cs typeface="Arial"/>
                <a:sym typeface="Arial"/>
              </a:rPr>
              <a:t>classify and flag stories related to trade disruptions</a:t>
            </a:r>
            <a:r>
              <a:rPr lang="en">
                <a:solidFill>
                  <a:srgbClr val="000000"/>
                </a:solidFill>
                <a:latin typeface="Arial"/>
                <a:ea typeface="Arial"/>
                <a:cs typeface="Arial"/>
                <a:sym typeface="Arial"/>
              </a:rPr>
              <a:t> and other crisis triggers as they emerge.</a:t>
            </a:r>
            <a:endParaRPr>
              <a:solidFill>
                <a:srgbClr val="000000"/>
              </a:solidFill>
              <a:latin typeface="Arial"/>
              <a:ea typeface="Arial"/>
              <a:cs typeface="Arial"/>
              <a:sym typeface="Arial"/>
            </a:endParaRPr>
          </a:p>
          <a:p>
            <a:pPr indent="-304800" lvl="0" marL="914400" rtl="0" algn="l">
              <a:lnSpc>
                <a:spcPct val="115000"/>
              </a:lnSpc>
              <a:spcBef>
                <a:spcPts val="0"/>
              </a:spcBef>
              <a:spcAft>
                <a:spcPts val="0"/>
              </a:spcAft>
              <a:buClr>
                <a:srgbClr val="000000"/>
              </a:buClr>
              <a:buSzPts val="1200"/>
              <a:buFont typeface="Arial"/>
              <a:buChar char="❖"/>
            </a:pPr>
            <a:r>
              <a:rPr lang="en">
                <a:solidFill>
                  <a:srgbClr val="000000"/>
                </a:solidFill>
                <a:latin typeface="Arial"/>
                <a:ea typeface="Arial"/>
                <a:cs typeface="Arial"/>
                <a:sym typeface="Arial"/>
              </a:rPr>
              <a:t>Feed these flagged events straight into the impact-prediction model to forecast future effects.</a:t>
            </a:r>
            <a:endParaRPr sz="1400">
              <a:solidFill>
                <a:srgbClr val="000000"/>
              </a:solidFill>
              <a:latin typeface="Arial"/>
              <a:ea typeface="Arial"/>
              <a:cs typeface="Arial"/>
              <a:sym typeface="Arial"/>
            </a:endParaRPr>
          </a:p>
          <a:p>
            <a:pPr indent="-349250" lvl="0" marL="457200" rtl="0" algn="l">
              <a:lnSpc>
                <a:spcPct val="115000"/>
              </a:lnSpc>
              <a:spcBef>
                <a:spcPts val="0"/>
              </a:spcBef>
              <a:spcAft>
                <a:spcPts val="0"/>
              </a:spcAft>
              <a:buClr>
                <a:srgbClr val="000000"/>
              </a:buClr>
              <a:buSzPts val="1900"/>
              <a:buFont typeface="Arial"/>
              <a:buChar char="●"/>
            </a:pPr>
            <a:r>
              <a:rPr b="1" lang="en" sz="1400">
                <a:solidFill>
                  <a:srgbClr val="000000"/>
                </a:solidFill>
                <a:latin typeface="Arial"/>
                <a:ea typeface="Arial"/>
                <a:cs typeface="Arial"/>
                <a:sym typeface="Arial"/>
              </a:rPr>
              <a:t>Cascading Impact Modelling</a:t>
            </a:r>
            <a:br>
              <a:rPr b="1"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 Map cause-effect chains: Crisis → Trade disruption → Income ↓ → Prices ↑ → Employment ↓ → Inflation ↑ → GDP/Forex strain</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 Build dynamic knowledge graphs linking sectors, actors &amp; regions</a:t>
            </a:r>
            <a:endParaRPr sz="1300">
              <a:solidFill>
                <a:srgbClr val="000000"/>
              </a:solidFill>
              <a:latin typeface="Arial"/>
              <a:ea typeface="Arial"/>
              <a:cs typeface="Arial"/>
              <a:sym typeface="Arial"/>
            </a:endParaRPr>
          </a:p>
          <a:p>
            <a:pPr indent="-349250" lvl="0" marL="457200" rtl="0" algn="l">
              <a:lnSpc>
                <a:spcPct val="115000"/>
              </a:lnSpc>
              <a:spcBef>
                <a:spcPts val="0"/>
              </a:spcBef>
              <a:spcAft>
                <a:spcPts val="0"/>
              </a:spcAft>
              <a:buClr>
                <a:srgbClr val="000000"/>
              </a:buClr>
              <a:buSzPts val="1900"/>
              <a:buFont typeface="Arial"/>
              <a:buChar char="●"/>
            </a:pPr>
            <a:r>
              <a:rPr b="1" lang="en" sz="1400">
                <a:solidFill>
                  <a:srgbClr val="000000"/>
                </a:solidFill>
                <a:latin typeface="Arial"/>
                <a:ea typeface="Arial"/>
                <a:cs typeface="Arial"/>
                <a:sym typeface="Arial"/>
              </a:rPr>
              <a:t>AI-Based Prediction &amp; Advisory</a:t>
            </a:r>
            <a:br>
              <a:rPr b="1"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 Forecast sectoral and regional impacts with ML models</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 Deliver actionable recommendations to farmers, government &amp; policymakers (e.g. buffer stocks, subsidies, crop diversification)</a:t>
            </a:r>
            <a:br>
              <a:rPr lang="en" sz="1300">
                <a:solidFill>
                  <a:srgbClr val="000000"/>
                </a:solidFill>
                <a:latin typeface="Arial"/>
                <a:ea typeface="Arial"/>
                <a:cs typeface="Arial"/>
                <a:sym typeface="Arial"/>
              </a:rPr>
            </a:br>
            <a:r>
              <a:rPr lang="en" sz="1300">
                <a:solidFill>
                  <a:srgbClr val="000000"/>
                </a:solidFill>
                <a:latin typeface="Arial"/>
                <a:ea typeface="Arial"/>
                <a:cs typeface="Arial"/>
                <a:sym typeface="Arial"/>
              </a:rPr>
              <a:t> – Provide risk dashboards with levels, timelines &amp; scenarios</a:t>
            </a:r>
            <a:endParaRPr b="1" sz="1700">
              <a:solidFill>
                <a:srgbClr val="000000"/>
              </a:solidFill>
              <a:latin typeface="Arial"/>
              <a:ea typeface="Arial"/>
              <a:cs typeface="Arial"/>
              <a:sym typeface="Arial"/>
            </a:endParaRPr>
          </a:p>
        </p:txBody>
      </p:sp>
      <p:pic>
        <p:nvPicPr>
          <p:cNvPr id="472" name="Google Shape;472;p32"/>
          <p:cNvPicPr preferRelativeResize="0"/>
          <p:nvPr/>
        </p:nvPicPr>
        <p:blipFill>
          <a:blip r:embed="rId3">
            <a:alphaModFix/>
          </a:blip>
          <a:stretch>
            <a:fillRect/>
          </a:stretch>
        </p:blipFill>
        <p:spPr>
          <a:xfrm>
            <a:off x="320050" y="756850"/>
            <a:ext cx="3365500" cy="4168750"/>
          </a:xfrm>
          <a:prstGeom prst="rect">
            <a:avLst/>
          </a:prstGeom>
          <a:noFill/>
          <a:ln cap="flat" cmpd="sng" w="38100">
            <a:solidFill>
              <a:schemeClr val="accent1"/>
            </a:solidFill>
            <a:prstDash val="solid"/>
            <a:round/>
            <a:headEnd len="sm" w="sm" type="none"/>
            <a:tailEnd len="sm" w="sm" type="none"/>
          </a:ln>
        </p:spPr>
      </p:pic>
      <p:sp>
        <p:nvSpPr>
          <p:cNvPr id="473" name="Google Shape;473;p32"/>
          <p:cNvSpPr/>
          <p:nvPr/>
        </p:nvSpPr>
        <p:spPr>
          <a:xfrm>
            <a:off x="383550" y="107200"/>
            <a:ext cx="6988500" cy="5589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rgbClr val="2F2F2F"/>
                </a:solidFill>
                <a:latin typeface="Staatliches"/>
                <a:ea typeface="Staatliches"/>
                <a:cs typeface="Staatliches"/>
                <a:sym typeface="Staatliches"/>
              </a:rPr>
              <a:t>Proposed Solution:</a:t>
            </a:r>
            <a:r>
              <a:rPr b="1" lang="en" sz="2100">
                <a:solidFill>
                  <a:schemeClr val="accent3"/>
                </a:solidFill>
                <a:latin typeface="Staatliches"/>
                <a:ea typeface="Staatliches"/>
                <a:cs typeface="Staatliches"/>
                <a:sym typeface="Staatliches"/>
              </a:rPr>
              <a:t>   </a:t>
            </a:r>
            <a:r>
              <a:rPr b="1" lang="en" sz="1800"/>
              <a:t>(with Cascading Effects)</a:t>
            </a:r>
            <a:r>
              <a:rPr b="1" lang="en" sz="2600">
                <a:solidFill>
                  <a:schemeClr val="accent3"/>
                </a:solidFill>
                <a:latin typeface="Staatliches"/>
                <a:ea typeface="Staatliches"/>
                <a:cs typeface="Staatliches"/>
                <a:sym typeface="Staatliches"/>
              </a:rPr>
              <a:t> </a:t>
            </a:r>
            <a:endParaRPr b="1" sz="2600">
              <a:solidFill>
                <a:schemeClr val="accent3"/>
              </a:solidFill>
              <a:latin typeface="Staatliches"/>
              <a:ea typeface="Staatliches"/>
              <a:cs typeface="Staatliches"/>
              <a:sym typeface="Staatliches"/>
            </a:endParaRPr>
          </a:p>
        </p:txBody>
      </p:sp>
      <p:sp>
        <p:nvSpPr>
          <p:cNvPr id="474" name="Google Shape;474;p32"/>
          <p:cNvSpPr txBox="1"/>
          <p:nvPr/>
        </p:nvSpPr>
        <p:spPr>
          <a:xfrm>
            <a:off x="10391150" y="3751575"/>
            <a:ext cx="577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accent3"/>
              </a:solidFill>
              <a:latin typeface="Anaheim"/>
              <a:ea typeface="Anaheim"/>
              <a:cs typeface="Anaheim"/>
              <a:sym typeface="Anaheim"/>
            </a:endParaRPr>
          </a:p>
        </p:txBody>
      </p:sp>
      <p:pic>
        <p:nvPicPr>
          <p:cNvPr id="475" name="Google Shape;475;p32"/>
          <p:cNvPicPr preferRelativeResize="0"/>
          <p:nvPr/>
        </p:nvPicPr>
        <p:blipFill>
          <a:blip r:embed="rId4">
            <a:alphaModFix/>
          </a:blip>
          <a:stretch>
            <a:fillRect/>
          </a:stretch>
        </p:blipFill>
        <p:spPr>
          <a:xfrm>
            <a:off x="7542088" y="119950"/>
            <a:ext cx="1504950" cy="53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3"/>
          <p:cNvSpPr txBox="1"/>
          <p:nvPr>
            <p:ph idx="1" type="subTitle"/>
          </p:nvPr>
        </p:nvSpPr>
        <p:spPr>
          <a:xfrm>
            <a:off x="355250" y="671900"/>
            <a:ext cx="8541900" cy="42246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rgbClr val="000000"/>
              </a:buClr>
              <a:buSzPts val="1400"/>
              <a:buFont typeface="Times New Roman"/>
              <a:buChar char="●"/>
            </a:pPr>
            <a:r>
              <a:rPr b="1" lang="en" sz="1400">
                <a:solidFill>
                  <a:srgbClr val="000000"/>
                </a:solidFill>
                <a:latin typeface="Times New Roman"/>
                <a:ea typeface="Times New Roman"/>
                <a:cs typeface="Times New Roman"/>
                <a:sym typeface="Times New Roman"/>
              </a:rPr>
              <a:t>Problem &amp; Context:</a:t>
            </a:r>
            <a:endParaRPr b="1" sz="1400">
              <a:solidFill>
                <a:srgbClr val="000000"/>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000000"/>
              </a:buClr>
              <a:buSzPts val="1400"/>
              <a:buFont typeface="Times New Roman"/>
              <a:buChar char="○"/>
            </a:pPr>
            <a:r>
              <a:rPr lang="en">
                <a:solidFill>
                  <a:srgbClr val="000000"/>
                </a:solidFill>
                <a:latin typeface="Times New Roman"/>
                <a:ea typeface="Times New Roman"/>
                <a:cs typeface="Times New Roman"/>
                <a:sym typeface="Times New Roman"/>
              </a:rPr>
              <a:t>Global geopolitical crises (wars, tariffs, trade restrictions) severely impact India’s economy, especially agriculture.</a:t>
            </a:r>
            <a:endParaRPr>
              <a:solidFill>
                <a:srgbClr val="000000"/>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000000"/>
              </a:buClr>
              <a:buSzPts val="1400"/>
              <a:buFont typeface="Times New Roman"/>
              <a:buChar char="○"/>
            </a:pPr>
            <a:r>
              <a:rPr lang="en">
                <a:solidFill>
                  <a:srgbClr val="000000"/>
                </a:solidFill>
                <a:latin typeface="Times New Roman"/>
                <a:ea typeface="Times New Roman"/>
                <a:cs typeface="Times New Roman"/>
                <a:sym typeface="Times New Roman"/>
              </a:rPr>
              <a:t>These affect exports, GDP, and inflation, but impacts are understood only after losses occur.</a:t>
            </a:r>
            <a:endParaRPr>
              <a:solidFill>
                <a:srgbClr val="000000"/>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000000"/>
              </a:buClr>
              <a:buSzPts val="1400"/>
              <a:buFont typeface="Times New Roman"/>
              <a:buChar char="○"/>
            </a:pPr>
            <a:r>
              <a:rPr lang="en">
                <a:solidFill>
                  <a:srgbClr val="000000"/>
                </a:solidFill>
                <a:latin typeface="Times New Roman"/>
                <a:ea typeface="Times New Roman"/>
                <a:cs typeface="Times New Roman"/>
                <a:sym typeface="Times New Roman"/>
              </a:rPr>
              <a:t>No existing predictive system anticipates such consequences in advance.</a:t>
            </a:r>
            <a:br>
              <a:rPr lang="en">
                <a:solidFill>
                  <a:srgbClr val="000000"/>
                </a:solidFill>
                <a:latin typeface="Times New Roman"/>
                <a:ea typeface="Times New Roman"/>
                <a:cs typeface="Times New Roman"/>
                <a:sym typeface="Times New Roman"/>
              </a:rPr>
            </a:br>
            <a:endParaRPr>
              <a:solidFill>
                <a:srgbClr val="000000"/>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000000"/>
              </a:buClr>
              <a:buSzPts val="1400"/>
              <a:buFont typeface="Times New Roman"/>
              <a:buChar char="●"/>
            </a:pPr>
            <a:r>
              <a:rPr b="1" lang="en" sz="1400">
                <a:solidFill>
                  <a:srgbClr val="000000"/>
                </a:solidFill>
                <a:latin typeface="Times New Roman"/>
                <a:ea typeface="Times New Roman"/>
                <a:cs typeface="Times New Roman"/>
                <a:sym typeface="Times New Roman"/>
              </a:rPr>
              <a:t>Project Introduction &amp; Scope:</a:t>
            </a:r>
            <a:endParaRPr b="1" sz="1400">
              <a:solidFill>
                <a:srgbClr val="000000"/>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000000"/>
              </a:buClr>
              <a:buSzPts val="1400"/>
              <a:buFont typeface="Arial"/>
              <a:buChar char="○"/>
            </a:pPr>
            <a:r>
              <a:rPr i="1" lang="en">
                <a:solidFill>
                  <a:srgbClr val="000000"/>
                </a:solidFill>
                <a:latin typeface="Times New Roman"/>
                <a:ea typeface="Times New Roman"/>
                <a:cs typeface="Times New Roman"/>
                <a:sym typeface="Times New Roman"/>
              </a:rPr>
              <a:t>Drishti</a:t>
            </a:r>
            <a:r>
              <a:rPr lang="en">
                <a:solidFill>
                  <a:srgbClr val="000000"/>
                </a:solidFill>
                <a:latin typeface="Times New Roman"/>
                <a:ea typeface="Times New Roman"/>
                <a:cs typeface="Times New Roman"/>
                <a:sym typeface="Times New Roman"/>
              </a:rPr>
              <a:t> is an </a:t>
            </a:r>
            <a:r>
              <a:rPr b="1" lang="en">
                <a:solidFill>
                  <a:srgbClr val="000000"/>
                </a:solidFill>
                <a:latin typeface="Times New Roman"/>
                <a:ea typeface="Times New Roman"/>
                <a:cs typeface="Times New Roman"/>
                <a:sym typeface="Times New Roman"/>
              </a:rPr>
              <a:t>AI-powered early warning and advisory system</a:t>
            </a:r>
            <a:r>
              <a:rPr lang="en">
                <a:solidFill>
                  <a:srgbClr val="000000"/>
                </a:solidFill>
                <a:latin typeface="Times New Roman"/>
                <a:ea typeface="Times New Roman"/>
                <a:cs typeface="Times New Roman"/>
                <a:sym typeface="Times New Roman"/>
              </a:rPr>
              <a:t> that uses </a:t>
            </a:r>
            <a:r>
              <a:rPr b="1" lang="en">
                <a:solidFill>
                  <a:srgbClr val="000000"/>
                </a:solidFill>
                <a:latin typeface="Times New Roman"/>
                <a:ea typeface="Times New Roman"/>
                <a:cs typeface="Times New Roman"/>
                <a:sym typeface="Times New Roman"/>
              </a:rPr>
              <a:t>ML and NLP</a:t>
            </a:r>
            <a:r>
              <a:rPr lang="en">
                <a:solidFill>
                  <a:srgbClr val="000000"/>
                </a:solidFill>
                <a:latin typeface="Times New Roman"/>
                <a:ea typeface="Times New Roman"/>
                <a:cs typeface="Times New Roman"/>
                <a:sym typeface="Times New Roman"/>
              </a:rPr>
              <a:t> to analyze global news, trade data, and policy trends.</a:t>
            </a:r>
            <a:endParaRPr>
              <a:solidFill>
                <a:srgbClr val="000000"/>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000000"/>
              </a:buClr>
              <a:buSzPts val="1400"/>
              <a:buFont typeface="Arial"/>
              <a:buChar char="○"/>
            </a:pPr>
            <a:r>
              <a:rPr lang="en">
                <a:solidFill>
                  <a:srgbClr val="000000"/>
                </a:solidFill>
                <a:latin typeface="Times New Roman"/>
                <a:ea typeface="Times New Roman"/>
                <a:cs typeface="Times New Roman"/>
                <a:sym typeface="Times New Roman"/>
              </a:rPr>
              <a:t>It forecasts the </a:t>
            </a:r>
            <a:r>
              <a:rPr b="1" lang="en">
                <a:solidFill>
                  <a:srgbClr val="000000"/>
                </a:solidFill>
                <a:latin typeface="Times New Roman"/>
                <a:ea typeface="Times New Roman"/>
                <a:cs typeface="Times New Roman"/>
                <a:sym typeface="Times New Roman"/>
              </a:rPr>
              <a:t>economic and agricultural impacts</a:t>
            </a:r>
            <a:r>
              <a:rPr lang="en">
                <a:solidFill>
                  <a:srgbClr val="000000"/>
                </a:solidFill>
                <a:latin typeface="Times New Roman"/>
                <a:ea typeface="Times New Roman"/>
                <a:cs typeface="Times New Roman"/>
                <a:sym typeface="Times New Roman"/>
              </a:rPr>
              <a:t> of global events.</a:t>
            </a:r>
            <a:endParaRPr>
              <a:solidFill>
                <a:srgbClr val="000000"/>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rgbClr val="000000"/>
              </a:buClr>
              <a:buSzPts val="1400"/>
              <a:buFont typeface="Arial"/>
              <a:buChar char="○"/>
            </a:pPr>
            <a:r>
              <a:rPr lang="en">
                <a:solidFill>
                  <a:srgbClr val="000000"/>
                </a:solidFill>
                <a:latin typeface="Times New Roman"/>
                <a:ea typeface="Times New Roman"/>
                <a:cs typeface="Times New Roman"/>
                <a:sym typeface="Times New Roman"/>
              </a:rPr>
              <a:t>It forecasts the </a:t>
            </a:r>
            <a:r>
              <a:rPr b="1" lang="en">
                <a:solidFill>
                  <a:srgbClr val="000000"/>
                </a:solidFill>
                <a:latin typeface="Times New Roman"/>
                <a:ea typeface="Times New Roman"/>
                <a:cs typeface="Times New Roman"/>
                <a:sym typeface="Times New Roman"/>
              </a:rPr>
              <a:t>economic and agricultural impacts</a:t>
            </a:r>
            <a:r>
              <a:rPr lang="en">
                <a:solidFill>
                  <a:srgbClr val="000000"/>
                </a:solidFill>
                <a:latin typeface="Times New Roman"/>
                <a:ea typeface="Times New Roman"/>
                <a:cs typeface="Times New Roman"/>
                <a:sym typeface="Times New Roman"/>
              </a:rPr>
              <a:t> of global events, focusing specifically on </a:t>
            </a:r>
            <a:r>
              <a:rPr b="1" lang="en">
                <a:solidFill>
                  <a:srgbClr val="000000"/>
                </a:solidFill>
                <a:latin typeface="Times New Roman"/>
                <a:ea typeface="Times New Roman"/>
                <a:cs typeface="Times New Roman"/>
                <a:sym typeface="Times New Roman"/>
              </a:rPr>
              <a:t>Indian agriculture</a:t>
            </a:r>
            <a:r>
              <a:rPr lang="en">
                <a:solidFill>
                  <a:srgbClr val="000000"/>
                </a:solidFill>
                <a:latin typeface="Times New Roman"/>
                <a:ea typeface="Times New Roman"/>
                <a:cs typeface="Times New Roman"/>
                <a:sym typeface="Times New Roman"/>
              </a:rPr>
              <a:t>.</a:t>
            </a:r>
            <a:br>
              <a:rPr lang="en">
                <a:solidFill>
                  <a:srgbClr val="000000"/>
                </a:solidFill>
                <a:latin typeface="Times New Roman"/>
                <a:ea typeface="Times New Roman"/>
                <a:cs typeface="Times New Roman"/>
                <a:sym typeface="Times New Roman"/>
              </a:rPr>
            </a:br>
            <a:endParaRPr>
              <a:solidFill>
                <a:srgbClr val="000000"/>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000000"/>
              </a:buClr>
              <a:buSzPts val="1400"/>
              <a:buFont typeface="Times New Roman"/>
              <a:buChar char="●"/>
            </a:pPr>
            <a:r>
              <a:rPr b="1" lang="en" sz="1400">
                <a:solidFill>
                  <a:srgbClr val="000000"/>
                </a:solidFill>
                <a:latin typeface="Times New Roman"/>
                <a:ea typeface="Times New Roman"/>
                <a:cs typeface="Times New Roman"/>
                <a:sym typeface="Times New Roman"/>
              </a:rPr>
              <a:t>Objective &amp; Adopted Approach:</a:t>
            </a:r>
            <a:br>
              <a:rPr b="1" lang="en" sz="1400">
                <a:solidFill>
                  <a:srgbClr val="000000"/>
                </a:solidFill>
                <a:latin typeface="Times New Roman"/>
                <a:ea typeface="Times New Roman"/>
                <a:cs typeface="Times New Roman"/>
                <a:sym typeface="Times New Roman"/>
              </a:rPr>
            </a:br>
            <a:r>
              <a:rPr lang="en" sz="1400">
                <a:solidFill>
                  <a:srgbClr val="000000"/>
                </a:solidFill>
                <a:latin typeface="Times New Roman"/>
                <a:ea typeface="Times New Roman"/>
                <a:cs typeface="Times New Roman"/>
                <a:sym typeface="Times New Roman"/>
              </a:rPr>
              <a:t>Aim: </a:t>
            </a:r>
            <a:r>
              <a:rPr b="1" lang="en" sz="1400">
                <a:solidFill>
                  <a:srgbClr val="000000"/>
                </a:solidFill>
                <a:latin typeface="Times New Roman"/>
                <a:ea typeface="Times New Roman"/>
                <a:cs typeface="Times New Roman"/>
                <a:sym typeface="Times New Roman"/>
              </a:rPr>
              <a:t>Predict and mitigate</a:t>
            </a:r>
            <a:r>
              <a:rPr lang="en" sz="1400">
                <a:solidFill>
                  <a:srgbClr val="000000"/>
                </a:solidFill>
                <a:latin typeface="Times New Roman"/>
                <a:ea typeface="Times New Roman"/>
                <a:cs typeface="Times New Roman"/>
                <a:sym typeface="Times New Roman"/>
              </a:rPr>
              <a:t> the effects of global geopolitical changes through </a:t>
            </a:r>
            <a:r>
              <a:rPr b="1" lang="en" sz="1400">
                <a:solidFill>
                  <a:srgbClr val="000000"/>
                </a:solidFill>
                <a:latin typeface="Times New Roman"/>
                <a:ea typeface="Times New Roman"/>
                <a:cs typeface="Times New Roman"/>
                <a:sym typeface="Times New Roman"/>
              </a:rPr>
              <a:t>data-driven insights</a:t>
            </a:r>
            <a:r>
              <a:rPr lang="en"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indent="-285750" lvl="1" marL="914400" rtl="0" algn="l">
              <a:lnSpc>
                <a:spcPct val="115000"/>
              </a:lnSpc>
              <a:spcBef>
                <a:spcPts val="0"/>
              </a:spcBef>
              <a:spcAft>
                <a:spcPts val="0"/>
              </a:spcAft>
              <a:buClr>
                <a:srgbClr val="000000"/>
              </a:buClr>
              <a:buSzPts val="900"/>
              <a:buFont typeface="Arial"/>
              <a:buChar char="○"/>
            </a:pPr>
            <a:r>
              <a:rPr lang="en">
                <a:solidFill>
                  <a:srgbClr val="000000"/>
                </a:solidFill>
                <a:latin typeface="Times New Roman"/>
                <a:ea typeface="Times New Roman"/>
                <a:cs typeface="Times New Roman"/>
                <a:sym typeface="Times New Roman"/>
              </a:rPr>
              <a:t>Approach: </a:t>
            </a:r>
            <a:r>
              <a:rPr b="1" lang="en">
                <a:solidFill>
                  <a:srgbClr val="000000"/>
                </a:solidFill>
                <a:latin typeface="Times New Roman"/>
                <a:ea typeface="Times New Roman"/>
                <a:cs typeface="Times New Roman"/>
                <a:sym typeface="Times New Roman"/>
              </a:rPr>
              <a:t>Collect and process</a:t>
            </a:r>
            <a:r>
              <a:rPr lang="en">
                <a:solidFill>
                  <a:srgbClr val="000000"/>
                </a:solidFill>
                <a:latin typeface="Times New Roman"/>
                <a:ea typeface="Times New Roman"/>
                <a:cs typeface="Times New Roman"/>
                <a:sym typeface="Times New Roman"/>
              </a:rPr>
              <a:t> global data, </a:t>
            </a:r>
            <a:r>
              <a:rPr b="1" lang="en">
                <a:solidFill>
                  <a:srgbClr val="000000"/>
                </a:solidFill>
                <a:latin typeface="Times New Roman"/>
                <a:ea typeface="Times New Roman"/>
                <a:cs typeface="Times New Roman"/>
                <a:sym typeface="Times New Roman"/>
              </a:rPr>
              <a:t>extract patterns</a:t>
            </a:r>
            <a:r>
              <a:rPr lang="en">
                <a:solidFill>
                  <a:srgbClr val="000000"/>
                </a:solidFill>
                <a:latin typeface="Times New Roman"/>
                <a:ea typeface="Times New Roman"/>
                <a:cs typeface="Times New Roman"/>
                <a:sym typeface="Times New Roman"/>
              </a:rPr>
              <a:t> using NLP, </a:t>
            </a:r>
            <a:r>
              <a:rPr b="1" lang="en">
                <a:solidFill>
                  <a:srgbClr val="000000"/>
                </a:solidFill>
                <a:latin typeface="Times New Roman"/>
                <a:ea typeface="Times New Roman"/>
                <a:cs typeface="Times New Roman"/>
                <a:sym typeface="Times New Roman"/>
              </a:rPr>
              <a:t>train ML models</a:t>
            </a:r>
            <a:r>
              <a:rPr lang="en">
                <a:solidFill>
                  <a:srgbClr val="000000"/>
                </a:solidFill>
                <a:latin typeface="Times New Roman"/>
                <a:ea typeface="Times New Roman"/>
                <a:cs typeface="Times New Roman"/>
                <a:sym typeface="Times New Roman"/>
              </a:rPr>
              <a:t> to forecast impacts, and </a:t>
            </a:r>
            <a:r>
              <a:rPr b="1" lang="en">
                <a:solidFill>
                  <a:srgbClr val="000000"/>
                </a:solidFill>
                <a:latin typeface="Times New Roman"/>
                <a:ea typeface="Times New Roman"/>
                <a:cs typeface="Times New Roman"/>
                <a:sym typeface="Times New Roman"/>
              </a:rPr>
              <a:t>validate results</a:t>
            </a:r>
            <a:r>
              <a:rPr lang="en">
                <a:solidFill>
                  <a:srgbClr val="000000"/>
                </a:solidFill>
                <a:latin typeface="Times New Roman"/>
                <a:ea typeface="Times New Roman"/>
                <a:cs typeface="Times New Roman"/>
                <a:sym typeface="Times New Roman"/>
              </a:rPr>
              <a:t> for better decision-making and preparedness.</a:t>
            </a:r>
            <a:br>
              <a:rPr lang="en" sz="900">
                <a:solidFill>
                  <a:srgbClr val="000000"/>
                </a:solidFill>
                <a:latin typeface="Times New Roman"/>
                <a:ea typeface="Times New Roman"/>
                <a:cs typeface="Times New Roman"/>
                <a:sym typeface="Times New Roman"/>
              </a:rPr>
            </a:br>
            <a:endParaRPr sz="9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latin typeface="Times New Roman"/>
              <a:ea typeface="Times New Roman"/>
              <a:cs typeface="Times New Roman"/>
              <a:sym typeface="Times New Roman"/>
            </a:endParaRPr>
          </a:p>
        </p:txBody>
      </p:sp>
      <p:sp>
        <p:nvSpPr>
          <p:cNvPr id="481" name="Google Shape;481;p33"/>
          <p:cNvSpPr/>
          <p:nvPr/>
        </p:nvSpPr>
        <p:spPr>
          <a:xfrm>
            <a:off x="548350" y="131275"/>
            <a:ext cx="7620000" cy="625800"/>
          </a:xfrm>
          <a:prstGeom prst="roundRect">
            <a:avLst>
              <a:gd fmla="val 17934"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300">
                <a:solidFill>
                  <a:schemeClr val="accent3"/>
                </a:solidFill>
                <a:latin typeface="Staatliches"/>
                <a:ea typeface="Staatliches"/>
                <a:cs typeface="Staatliches"/>
                <a:sym typeface="Staatliches"/>
              </a:rPr>
              <a:t>ABSTRACT AND SCOPE</a:t>
            </a:r>
            <a:endParaRPr b="1" sz="1700">
              <a:latin typeface="Trebuchet MS"/>
              <a:ea typeface="Trebuchet MS"/>
              <a:cs typeface="Trebuchet MS"/>
              <a:sym typeface="Trebuchet MS"/>
            </a:endParaRPr>
          </a:p>
          <a:p>
            <a:pPr indent="0" lvl="0" marL="0" rtl="0" algn="ctr">
              <a:lnSpc>
                <a:spcPct val="115000"/>
              </a:lnSpc>
              <a:spcBef>
                <a:spcPts val="0"/>
              </a:spcBef>
              <a:spcAft>
                <a:spcPts val="0"/>
              </a:spcAft>
              <a:buNone/>
            </a:pPr>
            <a:r>
              <a:t/>
            </a:r>
            <a:endParaRPr b="1" sz="2800">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4"/>
          <p:cNvSpPr txBox="1"/>
          <p:nvPr>
            <p:ph type="ctrTitle"/>
          </p:nvPr>
        </p:nvSpPr>
        <p:spPr>
          <a:xfrm>
            <a:off x="2301250" y="208275"/>
            <a:ext cx="4051200" cy="622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                   Proposed Solution:</a:t>
            </a:r>
            <a:endParaRPr sz="3200"/>
          </a:p>
        </p:txBody>
      </p:sp>
      <p:sp>
        <p:nvSpPr>
          <p:cNvPr id="487" name="Google Shape;487;p34"/>
          <p:cNvSpPr/>
          <p:nvPr/>
        </p:nvSpPr>
        <p:spPr>
          <a:xfrm>
            <a:off x="872550" y="192825"/>
            <a:ext cx="6114900" cy="6531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3"/>
                </a:solidFill>
                <a:latin typeface="Staatliches"/>
                <a:ea typeface="Staatliches"/>
                <a:cs typeface="Staatliches"/>
                <a:sym typeface="Staatliches"/>
              </a:rPr>
              <a:t>                                       Suggestions from Review - 1                         </a:t>
            </a:r>
            <a:r>
              <a:rPr lang="en" sz="2900">
                <a:solidFill>
                  <a:schemeClr val="accent3"/>
                </a:solidFill>
                <a:latin typeface="Staatliches"/>
                <a:ea typeface="Staatliches"/>
                <a:cs typeface="Staatliches"/>
                <a:sym typeface="Staatliches"/>
              </a:rPr>
              <a:t>  </a:t>
            </a:r>
            <a:endParaRPr sz="2900">
              <a:solidFill>
                <a:schemeClr val="accent3"/>
              </a:solidFill>
              <a:latin typeface="Staatliches"/>
              <a:ea typeface="Staatliches"/>
              <a:cs typeface="Staatliches"/>
              <a:sym typeface="Staatliches"/>
            </a:endParaRPr>
          </a:p>
        </p:txBody>
      </p:sp>
      <p:pic>
        <p:nvPicPr>
          <p:cNvPr id="488" name="Google Shape;488;p34"/>
          <p:cNvPicPr preferRelativeResize="0"/>
          <p:nvPr/>
        </p:nvPicPr>
        <p:blipFill>
          <a:blip r:embed="rId3">
            <a:alphaModFix/>
          </a:blip>
          <a:stretch>
            <a:fillRect/>
          </a:stretch>
        </p:blipFill>
        <p:spPr>
          <a:xfrm>
            <a:off x="7542088" y="119950"/>
            <a:ext cx="1504950" cy="533400"/>
          </a:xfrm>
          <a:prstGeom prst="rect">
            <a:avLst/>
          </a:prstGeom>
          <a:noFill/>
          <a:ln>
            <a:noFill/>
          </a:ln>
        </p:spPr>
      </p:pic>
      <p:sp>
        <p:nvSpPr>
          <p:cNvPr id="489" name="Google Shape;489;p34"/>
          <p:cNvSpPr txBox="1"/>
          <p:nvPr/>
        </p:nvSpPr>
        <p:spPr>
          <a:xfrm>
            <a:off x="792375" y="1398150"/>
            <a:ext cx="6195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i="1" sz="1100"/>
          </a:p>
        </p:txBody>
      </p:sp>
      <p:sp>
        <p:nvSpPr>
          <p:cNvPr id="490" name="Google Shape;490;p34"/>
          <p:cNvSpPr txBox="1"/>
          <p:nvPr/>
        </p:nvSpPr>
        <p:spPr>
          <a:xfrm>
            <a:off x="872550" y="1501350"/>
            <a:ext cx="6195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i="1" sz="1100"/>
          </a:p>
        </p:txBody>
      </p:sp>
      <p:sp>
        <p:nvSpPr>
          <p:cNvPr id="491" name="Google Shape;491;p34"/>
          <p:cNvSpPr txBox="1"/>
          <p:nvPr/>
        </p:nvSpPr>
        <p:spPr>
          <a:xfrm>
            <a:off x="1097175" y="1702950"/>
            <a:ext cx="6195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i="1" sz="1100"/>
          </a:p>
        </p:txBody>
      </p:sp>
      <p:sp>
        <p:nvSpPr>
          <p:cNvPr id="492" name="Google Shape;492;p34"/>
          <p:cNvSpPr txBox="1"/>
          <p:nvPr/>
        </p:nvSpPr>
        <p:spPr>
          <a:xfrm>
            <a:off x="1249575" y="1855350"/>
            <a:ext cx="6195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i="1" sz="1100"/>
          </a:p>
        </p:txBody>
      </p:sp>
      <p:sp>
        <p:nvSpPr>
          <p:cNvPr id="493" name="Google Shape;493;p34"/>
          <p:cNvSpPr txBox="1"/>
          <p:nvPr/>
        </p:nvSpPr>
        <p:spPr>
          <a:xfrm>
            <a:off x="402475" y="777600"/>
            <a:ext cx="8196900" cy="45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i="1" lang="en" sz="1100"/>
              <a:t>How correct is the news data </a:t>
            </a:r>
            <a:r>
              <a:rPr b="1" i="1" lang="en" sz="1100"/>
              <a:t>which</a:t>
            </a:r>
            <a:r>
              <a:rPr b="1" i="1" lang="en" sz="1100"/>
              <a:t> you get on geopolitical events?</a:t>
            </a:r>
            <a:endParaRPr b="1" i="1" sz="1100"/>
          </a:p>
          <a:p>
            <a:pPr indent="0" lvl="0" marL="0" rtl="0" algn="l">
              <a:lnSpc>
                <a:spcPct val="115000"/>
              </a:lnSpc>
              <a:spcBef>
                <a:spcPts val="1400"/>
              </a:spcBef>
              <a:spcAft>
                <a:spcPts val="0"/>
              </a:spcAft>
              <a:buNone/>
            </a:pPr>
            <a:r>
              <a:rPr lang="en" sz="1100"/>
              <a:t>To ensure </a:t>
            </a:r>
            <a:r>
              <a:rPr b="1" lang="en" sz="1100"/>
              <a:t>accuracy and reliability</a:t>
            </a:r>
            <a:r>
              <a:rPr lang="en" sz="1100"/>
              <a:t> of geopolitical event data, the system follows a </a:t>
            </a:r>
            <a:r>
              <a:rPr b="1" lang="en" sz="1100"/>
              <a:t>multi-layered verification approach</a:t>
            </a:r>
            <a:r>
              <a:rPr lang="en" sz="1100"/>
              <a:t>:</a:t>
            </a:r>
            <a:endParaRPr sz="1100"/>
          </a:p>
          <a:p>
            <a:pPr indent="0" lvl="0" marL="0" rtl="0" algn="l">
              <a:lnSpc>
                <a:spcPct val="115000"/>
              </a:lnSpc>
              <a:spcBef>
                <a:spcPts val="1400"/>
              </a:spcBef>
              <a:spcAft>
                <a:spcPts val="0"/>
              </a:spcAft>
              <a:buNone/>
            </a:pPr>
            <a:r>
              <a:rPr b="1" lang="en" sz="1100"/>
              <a:t>Data Source Reliability:</a:t>
            </a:r>
            <a:endParaRPr b="1" sz="1100"/>
          </a:p>
          <a:p>
            <a:pPr indent="-298450" lvl="0" marL="457200" rtl="0" algn="l">
              <a:lnSpc>
                <a:spcPct val="115000"/>
              </a:lnSpc>
              <a:spcBef>
                <a:spcPts val="1200"/>
              </a:spcBef>
              <a:spcAft>
                <a:spcPts val="0"/>
              </a:spcAft>
              <a:buSzPts val="1100"/>
              <a:buChar char="●"/>
            </a:pPr>
            <a:r>
              <a:rPr lang="en" sz="1100"/>
              <a:t>News and event data are collected from </a:t>
            </a:r>
            <a:r>
              <a:rPr b="1" lang="en" sz="1100"/>
              <a:t>trusted, high-reputation sources</a:t>
            </a:r>
            <a:r>
              <a:rPr lang="en" sz="1100"/>
              <a:t> such as Reuters, Bloomberg, The Hindu Business Line, and government press releases.</a:t>
            </a:r>
            <a:endParaRPr sz="1100"/>
          </a:p>
          <a:p>
            <a:pPr indent="-298450" lvl="0" marL="457200" rtl="0" algn="l">
              <a:lnSpc>
                <a:spcPct val="115000"/>
              </a:lnSpc>
              <a:spcBef>
                <a:spcPts val="0"/>
              </a:spcBef>
              <a:spcAft>
                <a:spcPts val="0"/>
              </a:spcAft>
              <a:buSzPts val="1100"/>
              <a:buChar char="●"/>
            </a:pPr>
            <a:r>
              <a:rPr lang="en" sz="1100"/>
              <a:t>APIs like </a:t>
            </a:r>
            <a:r>
              <a:rPr b="1" lang="en" sz="1100"/>
              <a:t>GDELT</a:t>
            </a:r>
            <a:r>
              <a:rPr lang="en" sz="1100"/>
              <a:t> (Global Database of Events, Language and Tone) and </a:t>
            </a:r>
            <a:r>
              <a:rPr b="1" lang="en" sz="1100"/>
              <a:t>News API</a:t>
            </a:r>
            <a:r>
              <a:rPr lang="en" sz="1100"/>
              <a:t> are used, which tag verified global events with metadata such as source reliability and geographic location.</a:t>
            </a:r>
            <a:endParaRPr sz="1100"/>
          </a:p>
          <a:p>
            <a:pPr indent="0" lvl="0" marL="0" rtl="0" algn="l">
              <a:lnSpc>
                <a:spcPct val="115000"/>
              </a:lnSpc>
              <a:spcBef>
                <a:spcPts val="1200"/>
              </a:spcBef>
              <a:spcAft>
                <a:spcPts val="0"/>
              </a:spcAft>
              <a:buNone/>
            </a:pPr>
            <a:r>
              <a:rPr b="1" lang="en" sz="1100"/>
              <a:t>Event Validation Module:</a:t>
            </a:r>
            <a:endParaRPr b="1" sz="1100"/>
          </a:p>
          <a:p>
            <a:pPr indent="-298450" lvl="0" marL="457200" rtl="0" algn="l">
              <a:lnSpc>
                <a:spcPct val="115000"/>
              </a:lnSpc>
              <a:spcBef>
                <a:spcPts val="1200"/>
              </a:spcBef>
              <a:spcAft>
                <a:spcPts val="0"/>
              </a:spcAft>
              <a:buSzPts val="1100"/>
              <a:buChar char="●"/>
            </a:pPr>
            <a:r>
              <a:rPr lang="en" sz="1100"/>
              <a:t>Each collected event is cross-checked against </a:t>
            </a:r>
            <a:r>
              <a:rPr b="1" lang="en" sz="1100"/>
              <a:t>multiple independent news outlets</a:t>
            </a:r>
            <a:r>
              <a:rPr lang="en" sz="1100"/>
              <a:t>.</a:t>
            </a:r>
            <a:endParaRPr sz="1100"/>
          </a:p>
          <a:p>
            <a:pPr indent="-298450" lvl="0" marL="457200" rtl="0" algn="l">
              <a:lnSpc>
                <a:spcPct val="115000"/>
              </a:lnSpc>
              <a:spcBef>
                <a:spcPts val="0"/>
              </a:spcBef>
              <a:spcAft>
                <a:spcPts val="0"/>
              </a:spcAft>
              <a:buSzPts val="1100"/>
              <a:buChar char="●"/>
            </a:pPr>
            <a:r>
              <a:rPr lang="en" sz="1100"/>
              <a:t>Only events with </a:t>
            </a:r>
            <a:r>
              <a:rPr b="1" lang="en" sz="1100"/>
              <a:t>at least two verified mentions</a:t>
            </a:r>
            <a:r>
              <a:rPr lang="en" sz="1100"/>
              <a:t> and consistent metadata (location, time, involved countries) are accepted.</a:t>
            </a:r>
            <a:endParaRPr sz="1100"/>
          </a:p>
          <a:p>
            <a:pPr indent="0" lvl="0" marL="0" rtl="0" algn="l">
              <a:lnSpc>
                <a:spcPct val="115000"/>
              </a:lnSpc>
              <a:spcBef>
                <a:spcPts val="1200"/>
              </a:spcBef>
              <a:spcAft>
                <a:spcPts val="0"/>
              </a:spcAft>
              <a:buNone/>
            </a:pPr>
            <a:r>
              <a:rPr b="1" lang="en" sz="1100"/>
              <a:t>Noise Filtering &amp; NLP-based Cleaning:</a:t>
            </a:r>
            <a:endParaRPr b="1" sz="1100"/>
          </a:p>
          <a:p>
            <a:pPr indent="-298450" lvl="0" marL="457200" rtl="0" algn="l">
              <a:lnSpc>
                <a:spcPct val="115000"/>
              </a:lnSpc>
              <a:spcBef>
                <a:spcPts val="1200"/>
              </a:spcBef>
              <a:spcAft>
                <a:spcPts val="0"/>
              </a:spcAft>
              <a:buSzPts val="1100"/>
              <a:buChar char="●"/>
            </a:pPr>
            <a:r>
              <a:rPr lang="en" sz="1100"/>
              <a:t>NLP filters remove rumors, opinions, and irrelevant mentions.</a:t>
            </a:r>
            <a:endParaRPr sz="1100"/>
          </a:p>
          <a:p>
            <a:pPr indent="-298450" lvl="0" marL="457200" rtl="0" algn="l">
              <a:lnSpc>
                <a:spcPct val="115000"/>
              </a:lnSpc>
              <a:spcBef>
                <a:spcPts val="0"/>
              </a:spcBef>
              <a:spcAft>
                <a:spcPts val="0"/>
              </a:spcAft>
              <a:buSzPts val="1100"/>
              <a:buChar char="●"/>
            </a:pPr>
            <a:r>
              <a:rPr lang="en" sz="1100"/>
              <a:t>Named Entity Recognition (NER) ensures that events actually involve </a:t>
            </a:r>
            <a:r>
              <a:rPr b="1" lang="en" sz="1100"/>
              <a:t>recognized geopolitical entities</a:t>
            </a:r>
            <a:r>
              <a:rPr lang="en" sz="1100"/>
              <a:t> (e.g., India, Russia, OPEC)</a:t>
            </a:r>
            <a:endParaRPr sz="1100"/>
          </a:p>
          <a:p>
            <a:pPr indent="0" lvl="0" marL="0" rtl="0" algn="l">
              <a:lnSpc>
                <a:spcPct val="115000"/>
              </a:lnSpc>
              <a:spcBef>
                <a:spcPts val="1400"/>
              </a:spcBef>
              <a:spcAft>
                <a:spcPts val="400"/>
              </a:spcAft>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5"/>
          <p:cNvSpPr txBox="1"/>
          <p:nvPr>
            <p:ph idx="4" type="ctrTitle"/>
          </p:nvPr>
        </p:nvSpPr>
        <p:spPr>
          <a:xfrm>
            <a:off x="3637100" y="456125"/>
            <a:ext cx="4091700" cy="45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Research / Technology Gap</a:t>
            </a:r>
            <a:endParaRPr sz="2500"/>
          </a:p>
        </p:txBody>
      </p:sp>
      <p:sp>
        <p:nvSpPr>
          <p:cNvPr id="499" name="Google Shape;499;p35"/>
          <p:cNvSpPr/>
          <p:nvPr/>
        </p:nvSpPr>
        <p:spPr>
          <a:xfrm>
            <a:off x="229550" y="1086650"/>
            <a:ext cx="8639700" cy="38235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Existing AI models in agriculture focus mainly on </a:t>
            </a:r>
            <a:r>
              <a:rPr b="1" lang="en"/>
              <a:t>crop yield</a:t>
            </a:r>
            <a:r>
              <a:rPr lang="en"/>
              <a:t> and </a:t>
            </a:r>
            <a:r>
              <a:rPr b="1" lang="en"/>
              <a:t>price prediction</a:t>
            </a:r>
            <a:r>
              <a:rPr lang="en"/>
              <a:t>.</a:t>
            </a:r>
            <a:br>
              <a:rPr lang="en"/>
            </a:br>
            <a:endParaRPr/>
          </a:p>
          <a:p>
            <a:pPr indent="-317500" lvl="0" marL="457200" rtl="0" algn="l">
              <a:spcBef>
                <a:spcPts val="0"/>
              </a:spcBef>
              <a:spcAft>
                <a:spcPts val="0"/>
              </a:spcAft>
              <a:buSzPts val="1400"/>
              <a:buChar char="●"/>
            </a:pPr>
            <a:r>
              <a:rPr lang="en"/>
              <a:t>They </a:t>
            </a:r>
            <a:r>
              <a:rPr b="1" lang="en"/>
              <a:t>do not capture the indirect effects</a:t>
            </a:r>
            <a:r>
              <a:rPr lang="en"/>
              <a:t> of global geopolitical crises such as </a:t>
            </a:r>
            <a:r>
              <a:rPr b="1" lang="en"/>
              <a:t>trade bans, conflicts, or policy changes</a:t>
            </a:r>
            <a:r>
              <a:rPr lang="en"/>
              <a:t>.</a:t>
            </a:r>
            <a:br>
              <a:rPr lang="en"/>
            </a:br>
            <a:endParaRPr/>
          </a:p>
          <a:p>
            <a:pPr indent="-317500" lvl="0" marL="457200" rtl="0" algn="l">
              <a:spcBef>
                <a:spcPts val="0"/>
              </a:spcBef>
              <a:spcAft>
                <a:spcPts val="0"/>
              </a:spcAft>
              <a:buSzPts val="1400"/>
              <a:buChar char="●"/>
            </a:pPr>
            <a:r>
              <a:rPr lang="en"/>
              <a:t>Current systems are largely </a:t>
            </a:r>
            <a:r>
              <a:rPr b="1" lang="en"/>
              <a:t>reactive</a:t>
            </a:r>
            <a:r>
              <a:rPr lang="en"/>
              <a:t>, offering insights only </a:t>
            </a:r>
            <a:r>
              <a:rPr b="1" lang="en"/>
              <a:t>after economic losses occur</a:t>
            </a:r>
            <a:r>
              <a:rPr lang="en"/>
              <a:t>.</a:t>
            </a:r>
            <a:br>
              <a:rPr lang="en"/>
            </a:br>
            <a:endParaRPr/>
          </a:p>
          <a:p>
            <a:pPr indent="-317500" lvl="0" marL="457200" rtl="0" algn="l">
              <a:spcBef>
                <a:spcPts val="0"/>
              </a:spcBef>
              <a:spcAft>
                <a:spcPts val="0"/>
              </a:spcAft>
              <a:buSzPts val="1400"/>
              <a:buChar char="●"/>
            </a:pPr>
            <a:r>
              <a:rPr lang="en"/>
              <a:t>There is a lack of </a:t>
            </a:r>
            <a:r>
              <a:rPr b="1" lang="en"/>
              <a:t>integrated modeling</a:t>
            </a:r>
            <a:r>
              <a:rPr lang="en"/>
              <a:t> that connects cascading economic impacts —</a:t>
            </a:r>
            <a:br>
              <a:rPr lang="en"/>
            </a:br>
            <a:r>
              <a:rPr lang="en"/>
              <a:t> </a:t>
            </a:r>
            <a:r>
              <a:rPr i="1" lang="en"/>
              <a:t>(Trade → Income → Inflation → GDP)</a:t>
            </a:r>
            <a:r>
              <a:rPr lang="en"/>
              <a:t>.</a:t>
            </a:r>
            <a:br>
              <a:rPr lang="en"/>
            </a:br>
            <a:endParaRPr/>
          </a:p>
          <a:p>
            <a:pPr indent="-317500" lvl="0" marL="457200" rtl="0" algn="l">
              <a:spcBef>
                <a:spcPts val="0"/>
              </a:spcBef>
              <a:spcAft>
                <a:spcPts val="0"/>
              </a:spcAft>
              <a:buSzPts val="1400"/>
              <a:buChar char="●"/>
            </a:pPr>
            <a:r>
              <a:rPr b="1" lang="en"/>
              <a:t>Real-time integration</a:t>
            </a:r>
            <a:r>
              <a:rPr lang="en"/>
              <a:t> of global event data from news and policy sources is still limited.</a:t>
            </a:r>
            <a:br>
              <a:rPr lang="en"/>
            </a:br>
            <a:endParaRPr/>
          </a:p>
          <a:p>
            <a:pPr indent="-317500" lvl="0" marL="457200" rtl="0" algn="l">
              <a:spcBef>
                <a:spcPts val="0"/>
              </a:spcBef>
              <a:spcAft>
                <a:spcPts val="0"/>
              </a:spcAft>
              <a:buSzPts val="1400"/>
              <a:buChar char="●"/>
            </a:pPr>
            <a:r>
              <a:rPr b="1" lang="en"/>
              <a:t>Sector-specific advisories</a:t>
            </a:r>
            <a:r>
              <a:rPr lang="en"/>
              <a:t> based on geopolitical impact analysis remain </a:t>
            </a:r>
            <a:r>
              <a:rPr b="1" lang="en"/>
              <a:t>underexplored</a:t>
            </a:r>
            <a:r>
              <a:rPr lang="en"/>
              <a:t>.</a:t>
            </a:r>
            <a:br>
              <a:rPr lang="en"/>
            </a:br>
            <a:endParaRPr/>
          </a:p>
          <a:p>
            <a:pPr indent="-317500" lvl="0" marL="457200" rtl="0" algn="l">
              <a:spcBef>
                <a:spcPts val="0"/>
              </a:spcBef>
              <a:spcAft>
                <a:spcPts val="0"/>
              </a:spcAft>
              <a:buSzPts val="1400"/>
              <a:buChar char="●"/>
            </a:pPr>
            <a:r>
              <a:rPr lang="en"/>
              <a:t>These gaps highlight the need for an </a:t>
            </a:r>
            <a:r>
              <a:rPr b="1" lang="en"/>
              <a:t>AI-powered early prediction and advisory system</a:t>
            </a:r>
            <a:r>
              <a:rPr lang="en"/>
              <a:t>, which </a:t>
            </a:r>
            <a:r>
              <a:rPr b="1" lang="en"/>
              <a:t>Drishti</a:t>
            </a:r>
            <a:r>
              <a:rPr lang="en"/>
              <a:t> aims to fulfill.</a:t>
            </a:r>
            <a:endParaRPr/>
          </a:p>
          <a:p>
            <a:pPr indent="0" lvl="0" marL="0" rtl="0" algn="l">
              <a:spcBef>
                <a:spcPts val="0"/>
              </a:spcBef>
              <a:spcAft>
                <a:spcPts val="0"/>
              </a:spcAft>
              <a:buNone/>
            </a:pPr>
            <a:r>
              <a:t/>
            </a:r>
            <a:endParaRPr sz="2300"/>
          </a:p>
        </p:txBody>
      </p:sp>
      <p:sp>
        <p:nvSpPr>
          <p:cNvPr id="500" name="Google Shape;500;p35"/>
          <p:cNvSpPr txBox="1"/>
          <p:nvPr/>
        </p:nvSpPr>
        <p:spPr>
          <a:xfrm>
            <a:off x="1056450" y="2400150"/>
            <a:ext cx="8128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accent3"/>
              </a:solidFill>
              <a:latin typeface="Anaheim"/>
              <a:ea typeface="Anaheim"/>
              <a:cs typeface="Anaheim"/>
              <a:sym typeface="Anahei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4" name="Shape 504"/>
        <p:cNvGrpSpPr/>
        <p:nvPr/>
      </p:nvGrpSpPr>
      <p:grpSpPr>
        <a:xfrm>
          <a:off x="0" y="0"/>
          <a:ext cx="0" cy="0"/>
          <a:chOff x="0" y="0"/>
          <a:chExt cx="0" cy="0"/>
        </a:xfrm>
      </p:grpSpPr>
      <p:sp>
        <p:nvSpPr>
          <p:cNvPr id="505" name="Google Shape;505;p36"/>
          <p:cNvSpPr/>
          <p:nvPr/>
        </p:nvSpPr>
        <p:spPr>
          <a:xfrm>
            <a:off x="477000" y="1177275"/>
            <a:ext cx="6426000" cy="38658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6"/>
          <p:cNvSpPr/>
          <p:nvPr/>
        </p:nvSpPr>
        <p:spPr>
          <a:xfrm>
            <a:off x="477000" y="1177275"/>
            <a:ext cx="6426000" cy="3917700"/>
          </a:xfrm>
          <a:prstGeom prst="roundRect">
            <a:avLst>
              <a:gd fmla="val 1475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sz="1600"/>
              <a:t>Data Gaps:</a:t>
            </a:r>
            <a:r>
              <a:rPr lang="en" sz="1600"/>
              <a:t> Incomplete/irregular data on crises &amp; trade.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Uncertainty: </a:t>
            </a:r>
            <a:r>
              <a:rPr lang="en" sz="1600"/>
              <a:t>Geopolitical events are sudden &amp; unpredictable.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Model Complexity:</a:t>
            </a:r>
            <a:r>
              <a:rPr lang="en" sz="1600"/>
              <a:t> Integration of time-series, NLP, sentiment analysis.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Interpretability:</a:t>
            </a:r>
            <a:r>
              <a:rPr lang="en" sz="1600"/>
              <a:t> Need to simplify outputs for non-technical users.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800"/>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p:txBody>
      </p:sp>
      <p:sp>
        <p:nvSpPr>
          <p:cNvPr id="507" name="Google Shape;507;p36"/>
          <p:cNvSpPr txBox="1"/>
          <p:nvPr>
            <p:ph idx="2" type="ctrTitle"/>
          </p:nvPr>
        </p:nvSpPr>
        <p:spPr>
          <a:xfrm>
            <a:off x="1311740" y="792375"/>
            <a:ext cx="2538900" cy="38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8" name="Google Shape;508;p36"/>
          <p:cNvSpPr txBox="1"/>
          <p:nvPr>
            <p:ph idx="4" type="ctrTitle"/>
          </p:nvPr>
        </p:nvSpPr>
        <p:spPr>
          <a:xfrm>
            <a:off x="3575975" y="374150"/>
            <a:ext cx="5205300" cy="57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sz="1600"/>
          </a:p>
          <a:p>
            <a:pPr indent="0" lvl="0" marL="0" rtl="0" algn="l">
              <a:spcBef>
                <a:spcPts val="0"/>
              </a:spcBef>
              <a:spcAft>
                <a:spcPts val="0"/>
              </a:spcAft>
              <a:buNone/>
            </a:pPr>
            <a:r>
              <a:rPr lang="en" sz="2100" u="sng"/>
              <a:t>Challenges for Proposed Work</a:t>
            </a:r>
            <a:endParaRPr sz="2100" u="sng"/>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2" name="Shape 512"/>
        <p:cNvGrpSpPr/>
        <p:nvPr/>
      </p:nvGrpSpPr>
      <p:grpSpPr>
        <a:xfrm>
          <a:off x="0" y="0"/>
          <a:ext cx="0" cy="0"/>
          <a:chOff x="0" y="0"/>
          <a:chExt cx="0" cy="0"/>
        </a:xfrm>
      </p:grpSpPr>
      <p:sp>
        <p:nvSpPr>
          <p:cNvPr id="513" name="Google Shape;513;p37"/>
          <p:cNvSpPr txBox="1"/>
          <p:nvPr>
            <p:ph type="ctrTitle"/>
          </p:nvPr>
        </p:nvSpPr>
        <p:spPr>
          <a:xfrm>
            <a:off x="256775" y="144625"/>
            <a:ext cx="4018200" cy="38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t>OBJECTIVES</a:t>
            </a:r>
            <a:endParaRPr b="1"/>
          </a:p>
        </p:txBody>
      </p:sp>
      <p:sp>
        <p:nvSpPr>
          <p:cNvPr id="514" name="Google Shape;514;p37"/>
          <p:cNvSpPr/>
          <p:nvPr/>
        </p:nvSpPr>
        <p:spPr>
          <a:xfrm flipH="1">
            <a:off x="7815668" y="4906241"/>
            <a:ext cx="6829" cy="3196"/>
          </a:xfrm>
          <a:custGeom>
            <a:rect b="b" l="l" r="r" t="t"/>
            <a:pathLst>
              <a:path extrusionOk="0" h="66" w="141">
                <a:moveTo>
                  <a:pt x="123" y="1"/>
                </a:moveTo>
                <a:cubicBezTo>
                  <a:pt x="112" y="22"/>
                  <a:pt x="80" y="40"/>
                  <a:pt x="29" y="58"/>
                </a:cubicBezTo>
                <a:cubicBezTo>
                  <a:pt x="22" y="61"/>
                  <a:pt x="11" y="61"/>
                  <a:pt x="1" y="65"/>
                </a:cubicBezTo>
                <a:cubicBezTo>
                  <a:pt x="76" y="51"/>
                  <a:pt x="119" y="36"/>
                  <a:pt x="130" y="22"/>
                </a:cubicBezTo>
                <a:cubicBezTo>
                  <a:pt x="137" y="15"/>
                  <a:pt x="141" y="8"/>
                  <a:pt x="141" y="1"/>
                </a:cubicBezTo>
                <a:close/>
              </a:path>
            </a:pathLst>
          </a:custGeom>
          <a:solidFill>
            <a:srgbClr val="7D8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5" name="Google Shape;515;p37"/>
          <p:cNvPicPr preferRelativeResize="0"/>
          <p:nvPr/>
        </p:nvPicPr>
        <p:blipFill>
          <a:blip r:embed="rId3">
            <a:alphaModFix/>
          </a:blip>
          <a:stretch>
            <a:fillRect/>
          </a:stretch>
        </p:blipFill>
        <p:spPr>
          <a:xfrm>
            <a:off x="7371575" y="144625"/>
            <a:ext cx="1558325" cy="552325"/>
          </a:xfrm>
          <a:prstGeom prst="rect">
            <a:avLst/>
          </a:prstGeom>
          <a:noFill/>
          <a:ln>
            <a:noFill/>
          </a:ln>
        </p:spPr>
      </p:pic>
      <p:sp>
        <p:nvSpPr>
          <p:cNvPr id="516" name="Google Shape;516;p37"/>
          <p:cNvSpPr/>
          <p:nvPr/>
        </p:nvSpPr>
        <p:spPr>
          <a:xfrm>
            <a:off x="131850" y="533125"/>
            <a:ext cx="8880300" cy="4509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t/>
            </a:r>
            <a:endParaRPr b="1" sz="1100"/>
          </a:p>
          <a:p>
            <a:pPr indent="0" lvl="0" marL="0" rtl="0" algn="l">
              <a:lnSpc>
                <a:spcPct val="115000"/>
              </a:lnSpc>
              <a:spcBef>
                <a:spcPts val="1200"/>
              </a:spcBef>
              <a:spcAft>
                <a:spcPts val="0"/>
              </a:spcAft>
              <a:buNone/>
            </a:pPr>
            <a:r>
              <a:rPr b="1" lang="en" sz="1100"/>
              <a:t>1. Event Identification &amp; Categorization:</a:t>
            </a:r>
            <a:r>
              <a:rPr lang="en" sz="1100"/>
              <a:t>To systematically identify and classify global geopolitical events (conflicts, trade sanctions, p</a:t>
            </a:r>
            <a:r>
              <a:rPr lang="en" sz="1100"/>
              <a:t>olicy shifts, etc.) that can potentially impact the Indian economy, especially agriculture.</a:t>
            </a:r>
            <a:endParaRPr sz="1100"/>
          </a:p>
          <a:p>
            <a:pPr indent="0" lvl="0" marL="0" rtl="0" algn="l">
              <a:lnSpc>
                <a:spcPct val="115000"/>
              </a:lnSpc>
              <a:spcBef>
                <a:spcPts val="1200"/>
              </a:spcBef>
              <a:spcAft>
                <a:spcPts val="0"/>
              </a:spcAft>
              <a:buNone/>
            </a:pPr>
            <a:r>
              <a:rPr b="1" lang="en" sz="1100"/>
              <a:t>2. Sector Mapping:</a:t>
            </a:r>
            <a:r>
              <a:rPr lang="en" sz="1100"/>
              <a:t>To establish a linkage between specific event types and the Indian agricultural sector — by mapping affected trade partners, commodities, and dependencies.</a:t>
            </a:r>
            <a:endParaRPr sz="1100"/>
          </a:p>
          <a:p>
            <a:pPr indent="0" lvl="0" marL="0" rtl="0" algn="l">
              <a:lnSpc>
                <a:spcPct val="115000"/>
              </a:lnSpc>
              <a:spcBef>
                <a:spcPts val="1200"/>
              </a:spcBef>
              <a:spcAft>
                <a:spcPts val="0"/>
              </a:spcAft>
              <a:buNone/>
            </a:pPr>
            <a:r>
              <a:rPr b="1" lang="en" sz="1100"/>
              <a:t>3. Data Integration:</a:t>
            </a:r>
            <a:r>
              <a:rPr lang="en" sz="1100"/>
              <a:t>To build a comprehensive dataset combining geopolitical event data, trade statistics, and economic indicators for India.</a:t>
            </a:r>
            <a:endParaRPr sz="1100"/>
          </a:p>
          <a:p>
            <a:pPr indent="0" lvl="0" marL="0" rtl="0" algn="l">
              <a:lnSpc>
                <a:spcPct val="115000"/>
              </a:lnSpc>
              <a:spcBef>
                <a:spcPts val="1200"/>
              </a:spcBef>
              <a:spcAft>
                <a:spcPts val="0"/>
              </a:spcAft>
              <a:buNone/>
            </a:pPr>
            <a:r>
              <a:rPr b="1" lang="en" sz="1100"/>
              <a:t>4. Impact Analysis &amp; Prediction:</a:t>
            </a:r>
            <a:r>
              <a:rPr lang="en" sz="1100"/>
              <a:t>To quantify and predict the magnitude of impact (on exports, production, prices, farmer income, etc.) caused by such events using machine learning models (e.g., regression, neural networks)</a:t>
            </a:r>
            <a:endParaRPr sz="1100"/>
          </a:p>
          <a:p>
            <a:pPr indent="0" lvl="0" marL="0" rtl="0" algn="l">
              <a:lnSpc>
                <a:spcPct val="115000"/>
              </a:lnSpc>
              <a:spcBef>
                <a:spcPts val="1200"/>
              </a:spcBef>
              <a:spcAft>
                <a:spcPts val="0"/>
              </a:spcAft>
              <a:buNone/>
            </a:pPr>
            <a:r>
              <a:rPr b="1" lang="en" sz="1100"/>
              <a:t>5. Cascading Effect Modeling:</a:t>
            </a:r>
            <a:r>
              <a:rPr lang="en" sz="1100"/>
              <a:t>To analyze the indirect or spillover effects of agricultural disruptions on related sectors such as manufacturing, logistics, and retail.</a:t>
            </a:r>
            <a:endParaRPr sz="1100"/>
          </a:p>
          <a:p>
            <a:pPr indent="0" lvl="0" marL="0" rtl="0" algn="l">
              <a:lnSpc>
                <a:spcPct val="115000"/>
              </a:lnSpc>
              <a:spcBef>
                <a:spcPts val="1200"/>
              </a:spcBef>
              <a:spcAft>
                <a:spcPts val="0"/>
              </a:spcAft>
              <a:buNone/>
            </a:pPr>
            <a:r>
              <a:rPr b="1" lang="en" sz="1100"/>
              <a:t>6. Advisory &amp; Decision Support:</a:t>
            </a:r>
            <a:r>
              <a:rPr lang="en" sz="1100"/>
              <a:t>To generate policy and business advisory insights that can guide stakeholders (government, traders, farmers) to mitigate risks and respond proactively to global shocks.</a:t>
            </a:r>
            <a:endParaRPr sz="1100"/>
          </a:p>
          <a:p>
            <a:pPr indent="0" lvl="0" marL="0" rtl="0" algn="l">
              <a:lnSpc>
                <a:spcPct val="115000"/>
              </a:lnSpc>
              <a:spcBef>
                <a:spcPts val="1200"/>
              </a:spcBef>
              <a:spcAft>
                <a:spcPts val="0"/>
              </a:spcAft>
              <a:buNone/>
            </a:pPr>
            <a:r>
              <a:rPr b="1" lang="en" sz="1100"/>
              <a:t>7. Validation &amp; Visualization:</a:t>
            </a:r>
            <a:r>
              <a:rPr lang="en" sz="1100"/>
              <a:t>validate model accuracy using historical data (e.g., Russia–Ukraine war, COVID trade disruption) and visualize results using dashboards or maps.</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1200"/>
              </a:spcAft>
              <a:buNone/>
            </a:pPr>
            <a:r>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0" name="Shape 520"/>
        <p:cNvGrpSpPr/>
        <p:nvPr/>
      </p:nvGrpSpPr>
      <p:grpSpPr>
        <a:xfrm>
          <a:off x="0" y="0"/>
          <a:ext cx="0" cy="0"/>
          <a:chOff x="0" y="0"/>
          <a:chExt cx="0" cy="0"/>
        </a:xfrm>
      </p:grpSpPr>
      <p:sp>
        <p:nvSpPr>
          <p:cNvPr id="521" name="Google Shape;521;p38"/>
          <p:cNvSpPr/>
          <p:nvPr/>
        </p:nvSpPr>
        <p:spPr>
          <a:xfrm>
            <a:off x="384750" y="1012825"/>
            <a:ext cx="4484700" cy="38658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8"/>
          <p:cNvSpPr/>
          <p:nvPr/>
        </p:nvSpPr>
        <p:spPr>
          <a:xfrm>
            <a:off x="384750" y="1035625"/>
            <a:ext cx="4484700" cy="3820200"/>
          </a:xfrm>
          <a:prstGeom prst="roundRect">
            <a:avLst>
              <a:gd fmla="val 1475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a:p>
            <a:pPr indent="0" lvl="0" marL="0" rtl="0" algn="l">
              <a:spcBef>
                <a:spcPts val="0"/>
              </a:spcBef>
              <a:spcAft>
                <a:spcPts val="0"/>
              </a:spcAft>
              <a:buNone/>
            </a:pPr>
            <a:r>
              <a:t/>
            </a:r>
            <a:endParaRPr sz="1300"/>
          </a:p>
          <a:p>
            <a:pPr indent="0" lvl="0" marL="0" rtl="0" algn="l">
              <a:spcBef>
                <a:spcPts val="0"/>
              </a:spcBef>
              <a:spcAft>
                <a:spcPts val="0"/>
              </a:spcAft>
              <a:buNone/>
            </a:pPr>
            <a:r>
              <a:t/>
            </a:r>
            <a:endParaRPr/>
          </a:p>
        </p:txBody>
      </p:sp>
      <p:sp>
        <p:nvSpPr>
          <p:cNvPr id="523" name="Google Shape;523;p38"/>
          <p:cNvSpPr txBox="1"/>
          <p:nvPr>
            <p:ph idx="4" type="ctrTitle"/>
          </p:nvPr>
        </p:nvSpPr>
        <p:spPr>
          <a:xfrm>
            <a:off x="4743725" y="650425"/>
            <a:ext cx="3891300" cy="481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SCOPE</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sp>
        <p:nvSpPr>
          <p:cNvPr id="524" name="Google Shape;524;p38"/>
          <p:cNvSpPr txBox="1"/>
          <p:nvPr/>
        </p:nvSpPr>
        <p:spPr>
          <a:xfrm>
            <a:off x="548150" y="1131625"/>
            <a:ext cx="4037400" cy="3140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accent3"/>
                </a:solidFill>
              </a:rPr>
              <a:t>Domain:</a:t>
            </a:r>
            <a:r>
              <a:rPr lang="en" sz="1200">
                <a:solidFill>
                  <a:schemeClr val="accent3"/>
                </a:solidFill>
              </a:rPr>
              <a:t> Impact analysis of global geopolitical events on Indian sectors (starting with agriculture).</a:t>
            </a:r>
            <a:endParaRPr sz="1200">
              <a:solidFill>
                <a:schemeClr val="accent3"/>
              </a:solidFill>
            </a:endParaRPr>
          </a:p>
          <a:p>
            <a:pPr indent="0" lvl="0" marL="0" rtl="0" algn="r">
              <a:spcBef>
                <a:spcPts val="0"/>
              </a:spcBef>
              <a:spcAft>
                <a:spcPts val="0"/>
              </a:spcAft>
              <a:buNone/>
            </a:pPr>
            <a:r>
              <a:t/>
            </a:r>
            <a:endParaRPr sz="1200">
              <a:solidFill>
                <a:schemeClr val="accent3"/>
              </a:solidFill>
            </a:endParaRPr>
          </a:p>
          <a:p>
            <a:pPr indent="0" lvl="0" marL="0" rtl="0" algn="l">
              <a:spcBef>
                <a:spcPts val="0"/>
              </a:spcBef>
              <a:spcAft>
                <a:spcPts val="0"/>
              </a:spcAft>
              <a:buNone/>
            </a:pPr>
            <a:r>
              <a:rPr b="1" lang="en" sz="1200">
                <a:solidFill>
                  <a:schemeClr val="accent3"/>
                </a:solidFill>
              </a:rPr>
              <a:t>Focus</a:t>
            </a:r>
            <a:r>
              <a:rPr lang="en" sz="1200">
                <a:solidFill>
                  <a:schemeClr val="accent3"/>
                </a:solidFill>
              </a:rPr>
              <a:t>: Early warning, forecasting, and advisory system.</a:t>
            </a:r>
            <a:endParaRPr sz="1200">
              <a:solidFill>
                <a:schemeClr val="accent3"/>
              </a:solidFill>
            </a:endParaRPr>
          </a:p>
          <a:p>
            <a:pPr indent="0" lvl="0" marL="0" rtl="0" algn="r">
              <a:spcBef>
                <a:spcPts val="0"/>
              </a:spcBef>
              <a:spcAft>
                <a:spcPts val="0"/>
              </a:spcAft>
              <a:buNone/>
            </a:pPr>
            <a:r>
              <a:t/>
            </a:r>
            <a:endParaRPr sz="1200">
              <a:solidFill>
                <a:schemeClr val="accent3"/>
              </a:solidFill>
            </a:endParaRPr>
          </a:p>
          <a:p>
            <a:pPr indent="0" lvl="0" marL="0" rtl="0" algn="l">
              <a:spcBef>
                <a:spcPts val="0"/>
              </a:spcBef>
              <a:spcAft>
                <a:spcPts val="0"/>
              </a:spcAft>
              <a:buNone/>
            </a:pPr>
            <a:r>
              <a:rPr b="1" lang="en" sz="1200">
                <a:solidFill>
                  <a:schemeClr val="accent3"/>
                </a:solidFill>
              </a:rPr>
              <a:t>Coverage:</a:t>
            </a:r>
            <a:endParaRPr b="1" sz="1200">
              <a:solidFill>
                <a:schemeClr val="accent3"/>
              </a:solidFill>
            </a:endParaRPr>
          </a:p>
          <a:p>
            <a:pPr indent="0" lvl="0" marL="0" rtl="0" algn="r">
              <a:spcBef>
                <a:spcPts val="0"/>
              </a:spcBef>
              <a:spcAft>
                <a:spcPts val="0"/>
              </a:spcAft>
              <a:buNone/>
            </a:pPr>
            <a:r>
              <a:t/>
            </a:r>
            <a:endParaRPr sz="1200">
              <a:solidFill>
                <a:schemeClr val="accent3"/>
              </a:solidFill>
            </a:endParaRPr>
          </a:p>
          <a:p>
            <a:pPr indent="0" lvl="0" marL="0" rtl="0" algn="l">
              <a:spcBef>
                <a:spcPts val="0"/>
              </a:spcBef>
              <a:spcAft>
                <a:spcPts val="0"/>
              </a:spcAft>
              <a:buNone/>
            </a:pPr>
            <a:r>
              <a:rPr lang="en" sz="1200">
                <a:solidFill>
                  <a:schemeClr val="accent3"/>
                </a:solidFill>
              </a:rPr>
              <a:t>Agriculture (exports, yields, pricing, farmer income, supply chain).</a:t>
            </a:r>
            <a:endParaRPr sz="1200">
              <a:solidFill>
                <a:schemeClr val="accent3"/>
              </a:solidFill>
            </a:endParaRPr>
          </a:p>
          <a:p>
            <a:pPr indent="0" lvl="0" marL="0" rtl="0" algn="r">
              <a:spcBef>
                <a:spcPts val="0"/>
              </a:spcBef>
              <a:spcAft>
                <a:spcPts val="0"/>
              </a:spcAft>
              <a:buNone/>
            </a:pPr>
            <a:r>
              <a:t/>
            </a:r>
            <a:endParaRPr sz="1200">
              <a:solidFill>
                <a:schemeClr val="accent3"/>
              </a:solidFill>
            </a:endParaRPr>
          </a:p>
          <a:p>
            <a:pPr indent="0" lvl="0" marL="0" rtl="0" algn="l">
              <a:spcBef>
                <a:spcPts val="0"/>
              </a:spcBef>
              <a:spcAft>
                <a:spcPts val="0"/>
              </a:spcAft>
              <a:buNone/>
            </a:pPr>
            <a:r>
              <a:rPr lang="en" sz="1200">
                <a:solidFill>
                  <a:schemeClr val="accent3"/>
                </a:solidFill>
              </a:rPr>
              <a:t>Ripple effects on GDP, employment, forex, inflation.</a:t>
            </a:r>
            <a:endParaRPr sz="1200">
              <a:solidFill>
                <a:schemeClr val="accent3"/>
              </a:solidFill>
            </a:endParaRPr>
          </a:p>
          <a:p>
            <a:pPr indent="0" lvl="0" marL="0" rtl="0" algn="r">
              <a:spcBef>
                <a:spcPts val="0"/>
              </a:spcBef>
              <a:spcAft>
                <a:spcPts val="0"/>
              </a:spcAft>
              <a:buNone/>
            </a:pPr>
            <a:r>
              <a:t/>
            </a:r>
            <a:endParaRPr sz="1200">
              <a:solidFill>
                <a:schemeClr val="accent3"/>
              </a:solidFill>
            </a:endParaRPr>
          </a:p>
          <a:p>
            <a:pPr indent="0" lvl="0" marL="0" rtl="0" algn="l">
              <a:spcBef>
                <a:spcPts val="0"/>
              </a:spcBef>
              <a:spcAft>
                <a:spcPts val="0"/>
              </a:spcAft>
              <a:buNone/>
            </a:pPr>
            <a:r>
              <a:rPr lang="en" sz="1200">
                <a:solidFill>
                  <a:schemeClr val="accent3"/>
                </a:solidFill>
              </a:rPr>
              <a:t>Stakeholders: Farmers, policymakers, trade bodies, financial institutions.</a:t>
            </a:r>
            <a:endParaRPr sz="1200">
              <a:solidFill>
                <a:schemeClr val="accent3"/>
              </a:solidFill>
            </a:endParaRPr>
          </a:p>
          <a:p>
            <a:pPr indent="0" lvl="0" marL="0" rtl="0" algn="r">
              <a:spcBef>
                <a:spcPts val="0"/>
              </a:spcBef>
              <a:spcAft>
                <a:spcPts val="0"/>
              </a:spcAft>
              <a:buNone/>
            </a:pPr>
            <a:r>
              <a:t/>
            </a:r>
            <a:endParaRPr sz="1200">
              <a:solidFill>
                <a:schemeClr val="accent3"/>
              </a:solidFill>
              <a:latin typeface="Anaheim"/>
              <a:ea typeface="Anaheim"/>
              <a:cs typeface="Anaheim"/>
              <a:sym typeface="Anaheim"/>
            </a:endParaRPr>
          </a:p>
          <a:p>
            <a:pPr indent="0" lvl="0" marL="0" rtl="0" algn="r">
              <a:spcBef>
                <a:spcPts val="0"/>
              </a:spcBef>
              <a:spcAft>
                <a:spcPts val="0"/>
              </a:spcAft>
              <a:buNone/>
            </a:pPr>
            <a:r>
              <a:t/>
            </a:r>
            <a:endParaRPr sz="1200">
              <a:solidFill>
                <a:schemeClr val="accent3"/>
              </a:solidFill>
              <a:latin typeface="Anaheim"/>
              <a:ea typeface="Anaheim"/>
              <a:cs typeface="Anaheim"/>
              <a:sym typeface="Anaheim"/>
            </a:endParaRPr>
          </a:p>
        </p:txBody>
      </p:sp>
      <p:grpSp>
        <p:nvGrpSpPr>
          <p:cNvPr id="525" name="Google Shape;525;p38"/>
          <p:cNvGrpSpPr/>
          <p:nvPr/>
        </p:nvGrpSpPr>
        <p:grpSpPr>
          <a:xfrm>
            <a:off x="5439273" y="1192956"/>
            <a:ext cx="3081703" cy="2757573"/>
            <a:chOff x="5215723" y="1479118"/>
            <a:chExt cx="3081703" cy="2757573"/>
          </a:xfrm>
        </p:grpSpPr>
        <p:grpSp>
          <p:nvGrpSpPr>
            <p:cNvPr id="526" name="Google Shape;526;p38"/>
            <p:cNvGrpSpPr/>
            <p:nvPr/>
          </p:nvGrpSpPr>
          <p:grpSpPr>
            <a:xfrm>
              <a:off x="5215723" y="1707350"/>
              <a:ext cx="3081703" cy="2529341"/>
              <a:chOff x="5150194" y="1591500"/>
              <a:chExt cx="3081703" cy="2529341"/>
            </a:xfrm>
          </p:grpSpPr>
          <p:sp>
            <p:nvSpPr>
              <p:cNvPr id="527" name="Google Shape;527;p38"/>
              <p:cNvSpPr/>
              <p:nvPr/>
            </p:nvSpPr>
            <p:spPr>
              <a:xfrm>
                <a:off x="5150194" y="1591500"/>
                <a:ext cx="1147444" cy="2529341"/>
              </a:xfrm>
              <a:custGeom>
                <a:rect b="b" l="l" r="r" t="t"/>
                <a:pathLst>
                  <a:path extrusionOk="0" h="64368" w="46540">
                    <a:moveTo>
                      <a:pt x="45240" y="58"/>
                    </a:moveTo>
                    <a:cubicBezTo>
                      <a:pt x="45926" y="58"/>
                      <a:pt x="46482" y="614"/>
                      <a:pt x="46482" y="1299"/>
                    </a:cubicBezTo>
                    <a:lnTo>
                      <a:pt x="46482" y="63068"/>
                    </a:lnTo>
                    <a:cubicBezTo>
                      <a:pt x="46482" y="63753"/>
                      <a:pt x="45926" y="64310"/>
                      <a:pt x="45240" y="64310"/>
                    </a:cubicBezTo>
                    <a:lnTo>
                      <a:pt x="1299" y="64310"/>
                    </a:lnTo>
                    <a:cubicBezTo>
                      <a:pt x="615" y="64310"/>
                      <a:pt x="58" y="63753"/>
                      <a:pt x="58" y="63068"/>
                    </a:cubicBezTo>
                    <a:lnTo>
                      <a:pt x="58" y="1299"/>
                    </a:lnTo>
                    <a:cubicBezTo>
                      <a:pt x="58" y="614"/>
                      <a:pt x="615" y="58"/>
                      <a:pt x="1299" y="58"/>
                    </a:cubicBezTo>
                    <a:close/>
                    <a:moveTo>
                      <a:pt x="1299" y="0"/>
                    </a:moveTo>
                    <a:cubicBezTo>
                      <a:pt x="582" y="0"/>
                      <a:pt x="0" y="582"/>
                      <a:pt x="0" y="1299"/>
                    </a:cubicBezTo>
                    <a:lnTo>
                      <a:pt x="0" y="63068"/>
                    </a:lnTo>
                    <a:cubicBezTo>
                      <a:pt x="0" y="63786"/>
                      <a:pt x="582" y="64368"/>
                      <a:pt x="1299" y="64368"/>
                    </a:cubicBezTo>
                    <a:lnTo>
                      <a:pt x="45240" y="64368"/>
                    </a:lnTo>
                    <a:cubicBezTo>
                      <a:pt x="45958" y="64368"/>
                      <a:pt x="46539" y="63786"/>
                      <a:pt x="46539" y="63068"/>
                    </a:cubicBezTo>
                    <a:lnTo>
                      <a:pt x="46539" y="1299"/>
                    </a:lnTo>
                    <a:cubicBezTo>
                      <a:pt x="46539" y="582"/>
                      <a:pt x="45958" y="0"/>
                      <a:pt x="4524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8"/>
              <p:cNvSpPr/>
              <p:nvPr/>
            </p:nvSpPr>
            <p:spPr>
              <a:xfrm>
                <a:off x="6402990" y="1591500"/>
                <a:ext cx="1828907" cy="2529341"/>
              </a:xfrm>
              <a:custGeom>
                <a:rect b="b" l="l" r="r" t="t"/>
                <a:pathLst>
                  <a:path extrusionOk="0" h="64368" w="46543">
                    <a:moveTo>
                      <a:pt x="45243" y="58"/>
                    </a:moveTo>
                    <a:cubicBezTo>
                      <a:pt x="45928" y="58"/>
                      <a:pt x="46485" y="614"/>
                      <a:pt x="46485" y="1299"/>
                    </a:cubicBezTo>
                    <a:lnTo>
                      <a:pt x="46485" y="63068"/>
                    </a:lnTo>
                    <a:cubicBezTo>
                      <a:pt x="46485" y="63753"/>
                      <a:pt x="45928" y="64310"/>
                      <a:pt x="45243" y="64310"/>
                    </a:cubicBezTo>
                    <a:lnTo>
                      <a:pt x="1299" y="64310"/>
                    </a:lnTo>
                    <a:cubicBezTo>
                      <a:pt x="617" y="64310"/>
                      <a:pt x="57" y="63753"/>
                      <a:pt x="57" y="63068"/>
                    </a:cubicBezTo>
                    <a:lnTo>
                      <a:pt x="57" y="1299"/>
                    </a:lnTo>
                    <a:cubicBezTo>
                      <a:pt x="57" y="614"/>
                      <a:pt x="617" y="58"/>
                      <a:pt x="1299" y="58"/>
                    </a:cubicBezTo>
                    <a:close/>
                    <a:moveTo>
                      <a:pt x="1299" y="0"/>
                    </a:moveTo>
                    <a:cubicBezTo>
                      <a:pt x="585" y="0"/>
                      <a:pt x="0" y="582"/>
                      <a:pt x="0" y="1299"/>
                    </a:cubicBezTo>
                    <a:lnTo>
                      <a:pt x="0" y="63068"/>
                    </a:lnTo>
                    <a:cubicBezTo>
                      <a:pt x="0" y="63786"/>
                      <a:pt x="585" y="64368"/>
                      <a:pt x="1299" y="64368"/>
                    </a:cubicBezTo>
                    <a:lnTo>
                      <a:pt x="45243" y="64368"/>
                    </a:lnTo>
                    <a:cubicBezTo>
                      <a:pt x="45961" y="64368"/>
                      <a:pt x="46542" y="63786"/>
                      <a:pt x="46542" y="63068"/>
                    </a:cubicBezTo>
                    <a:lnTo>
                      <a:pt x="46542" y="1299"/>
                    </a:lnTo>
                    <a:cubicBezTo>
                      <a:pt x="46542" y="582"/>
                      <a:pt x="45961" y="0"/>
                      <a:pt x="45243"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38"/>
            <p:cNvGrpSpPr/>
            <p:nvPr/>
          </p:nvGrpSpPr>
          <p:grpSpPr>
            <a:xfrm>
              <a:off x="5723516" y="1479118"/>
              <a:ext cx="2288423" cy="1787926"/>
              <a:chOff x="5723516" y="1479118"/>
              <a:chExt cx="2288423" cy="1787926"/>
            </a:xfrm>
          </p:grpSpPr>
          <p:sp>
            <p:nvSpPr>
              <p:cNvPr id="530" name="Google Shape;530;p38"/>
              <p:cNvSpPr/>
              <p:nvPr/>
            </p:nvSpPr>
            <p:spPr>
              <a:xfrm>
                <a:off x="5723516" y="1479118"/>
                <a:ext cx="2288423" cy="291294"/>
              </a:xfrm>
              <a:custGeom>
                <a:rect b="b" l="l" r="r" t="t"/>
                <a:pathLst>
                  <a:path extrusionOk="0" h="7413" w="58237">
                    <a:moveTo>
                      <a:pt x="1756" y="1"/>
                    </a:moveTo>
                    <a:cubicBezTo>
                      <a:pt x="791" y="1"/>
                      <a:pt x="1" y="794"/>
                      <a:pt x="1" y="1760"/>
                    </a:cubicBezTo>
                    <a:lnTo>
                      <a:pt x="1" y="7413"/>
                    </a:lnTo>
                    <a:lnTo>
                      <a:pt x="58237" y="7413"/>
                    </a:lnTo>
                    <a:lnTo>
                      <a:pt x="58237" y="1760"/>
                    </a:lnTo>
                    <a:cubicBezTo>
                      <a:pt x="58237" y="794"/>
                      <a:pt x="57448" y="1"/>
                      <a:pt x="56482" y="1"/>
                    </a:cubicBezTo>
                    <a:close/>
                  </a:path>
                </a:pathLst>
              </a:custGeom>
              <a:solidFill>
                <a:schemeClr val="accent3"/>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p:nvPr/>
            </p:nvSpPr>
            <p:spPr>
              <a:xfrm>
                <a:off x="6229445" y="1572681"/>
                <a:ext cx="104407" cy="104368"/>
              </a:xfrm>
              <a:custGeom>
                <a:rect b="b" l="l" r="r" t="t"/>
                <a:pathLst>
                  <a:path extrusionOk="0" h="2656" w="2657">
                    <a:moveTo>
                      <a:pt x="1329" y="0"/>
                    </a:moveTo>
                    <a:cubicBezTo>
                      <a:pt x="597" y="0"/>
                      <a:pt x="1" y="595"/>
                      <a:pt x="1" y="1328"/>
                    </a:cubicBezTo>
                    <a:cubicBezTo>
                      <a:pt x="1" y="2060"/>
                      <a:pt x="597" y="2656"/>
                      <a:pt x="1329" y="2656"/>
                    </a:cubicBezTo>
                    <a:cubicBezTo>
                      <a:pt x="2065" y="2656"/>
                      <a:pt x="2656" y="2060"/>
                      <a:pt x="2656" y="1328"/>
                    </a:cubicBezTo>
                    <a:cubicBezTo>
                      <a:pt x="2656" y="595"/>
                      <a:pt x="2065" y="0"/>
                      <a:pt x="1329" y="0"/>
                    </a:cubicBezTo>
                    <a:close/>
                  </a:path>
                </a:pathLst>
              </a:cu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8"/>
              <p:cNvSpPr/>
              <p:nvPr/>
            </p:nvSpPr>
            <p:spPr>
              <a:xfrm>
                <a:off x="6044560" y="1572681"/>
                <a:ext cx="104407" cy="104368"/>
              </a:xfrm>
              <a:custGeom>
                <a:rect b="b" l="l" r="r" t="t"/>
                <a:pathLst>
                  <a:path extrusionOk="0" h="2656" w="2657">
                    <a:moveTo>
                      <a:pt x="1328" y="0"/>
                    </a:moveTo>
                    <a:cubicBezTo>
                      <a:pt x="596" y="0"/>
                      <a:pt x="0" y="595"/>
                      <a:pt x="0" y="1328"/>
                    </a:cubicBezTo>
                    <a:cubicBezTo>
                      <a:pt x="0" y="2060"/>
                      <a:pt x="596" y="2656"/>
                      <a:pt x="1328" y="2656"/>
                    </a:cubicBezTo>
                    <a:cubicBezTo>
                      <a:pt x="2060" y="2656"/>
                      <a:pt x="2656" y="2060"/>
                      <a:pt x="2656" y="1328"/>
                    </a:cubicBezTo>
                    <a:cubicBezTo>
                      <a:pt x="2656" y="595"/>
                      <a:pt x="2060" y="0"/>
                      <a:pt x="1328" y="0"/>
                    </a:cubicBezTo>
                    <a:close/>
                  </a:path>
                </a:pathLst>
              </a:custGeom>
              <a:solidFill>
                <a:srgbClr val="FFFF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p:nvPr/>
            </p:nvSpPr>
            <p:spPr>
              <a:xfrm>
                <a:off x="5859635" y="1572681"/>
                <a:ext cx="104407" cy="104368"/>
              </a:xfrm>
              <a:custGeom>
                <a:rect b="b" l="l" r="r" t="t"/>
                <a:pathLst>
                  <a:path extrusionOk="0" h="2656" w="2657">
                    <a:moveTo>
                      <a:pt x="1329" y="0"/>
                    </a:moveTo>
                    <a:cubicBezTo>
                      <a:pt x="593" y="0"/>
                      <a:pt x="0" y="595"/>
                      <a:pt x="0" y="1328"/>
                    </a:cubicBezTo>
                    <a:cubicBezTo>
                      <a:pt x="0" y="2060"/>
                      <a:pt x="593" y="2656"/>
                      <a:pt x="1329" y="2656"/>
                    </a:cubicBezTo>
                    <a:cubicBezTo>
                      <a:pt x="2061" y="2656"/>
                      <a:pt x="2656" y="2060"/>
                      <a:pt x="2656" y="1328"/>
                    </a:cubicBezTo>
                    <a:cubicBezTo>
                      <a:pt x="2656" y="595"/>
                      <a:pt x="2061" y="0"/>
                      <a:pt x="1329" y="0"/>
                    </a:cubicBezTo>
                    <a:close/>
                  </a:path>
                </a:pathLst>
              </a:cu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8"/>
              <p:cNvSpPr/>
              <p:nvPr/>
            </p:nvSpPr>
            <p:spPr>
              <a:xfrm>
                <a:off x="5723516" y="1770377"/>
                <a:ext cx="2288423" cy="1496668"/>
              </a:xfrm>
              <a:custGeom>
                <a:rect b="b" l="l" r="r" t="t"/>
                <a:pathLst>
                  <a:path extrusionOk="0" h="38088" w="58237">
                    <a:moveTo>
                      <a:pt x="1" y="1"/>
                    </a:moveTo>
                    <a:lnTo>
                      <a:pt x="1" y="36332"/>
                    </a:lnTo>
                    <a:cubicBezTo>
                      <a:pt x="1" y="37297"/>
                      <a:pt x="791" y="38087"/>
                      <a:pt x="1756" y="38087"/>
                    </a:cubicBezTo>
                    <a:lnTo>
                      <a:pt x="56482" y="38087"/>
                    </a:lnTo>
                    <a:cubicBezTo>
                      <a:pt x="57448" y="38087"/>
                      <a:pt x="58237" y="37297"/>
                      <a:pt x="58237" y="36332"/>
                    </a:cubicBezTo>
                    <a:lnTo>
                      <a:pt x="58237" y="1"/>
                    </a:lnTo>
                    <a:close/>
                  </a:path>
                </a:pathLst>
              </a:cu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5" name="Google Shape;535;p38"/>
          <p:cNvGrpSpPr/>
          <p:nvPr/>
        </p:nvGrpSpPr>
        <p:grpSpPr>
          <a:xfrm>
            <a:off x="5236269" y="1573527"/>
            <a:ext cx="3380414" cy="2377173"/>
            <a:chOff x="4710406" y="1815485"/>
            <a:chExt cx="3380414" cy="2313100"/>
          </a:xfrm>
        </p:grpSpPr>
        <p:sp>
          <p:nvSpPr>
            <p:cNvPr id="536" name="Google Shape;536;p38"/>
            <p:cNvSpPr/>
            <p:nvPr/>
          </p:nvSpPr>
          <p:spPr>
            <a:xfrm>
              <a:off x="4710406" y="1815485"/>
              <a:ext cx="3380234" cy="2313100"/>
            </a:xfrm>
            <a:custGeom>
              <a:rect b="b" l="l" r="r" t="t"/>
              <a:pathLst>
                <a:path extrusionOk="0" h="58865" w="86022">
                  <a:moveTo>
                    <a:pt x="2190" y="1"/>
                  </a:moveTo>
                  <a:cubicBezTo>
                    <a:pt x="987" y="1"/>
                    <a:pt x="0" y="983"/>
                    <a:pt x="0" y="2186"/>
                  </a:cubicBezTo>
                  <a:lnTo>
                    <a:pt x="0" y="56679"/>
                  </a:lnTo>
                  <a:cubicBezTo>
                    <a:pt x="0" y="57881"/>
                    <a:pt x="987" y="58865"/>
                    <a:pt x="2190" y="58865"/>
                  </a:cubicBezTo>
                  <a:lnTo>
                    <a:pt x="83832" y="58865"/>
                  </a:lnTo>
                  <a:cubicBezTo>
                    <a:pt x="85034" y="58865"/>
                    <a:pt x="86021" y="57881"/>
                    <a:pt x="86021" y="56679"/>
                  </a:cubicBezTo>
                  <a:lnTo>
                    <a:pt x="86021" y="2186"/>
                  </a:lnTo>
                  <a:cubicBezTo>
                    <a:pt x="86021" y="983"/>
                    <a:pt x="85034" y="1"/>
                    <a:pt x="83832"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8"/>
            <p:cNvSpPr/>
            <p:nvPr/>
          </p:nvSpPr>
          <p:spPr>
            <a:xfrm>
              <a:off x="4710425" y="2037750"/>
              <a:ext cx="3380234" cy="1927813"/>
            </a:xfrm>
            <a:custGeom>
              <a:rect b="b" l="l" r="r" t="t"/>
              <a:pathLst>
                <a:path extrusionOk="0" h="49060" w="86022">
                  <a:moveTo>
                    <a:pt x="0" y="1"/>
                  </a:moveTo>
                  <a:lnTo>
                    <a:pt x="0" y="49059"/>
                  </a:lnTo>
                  <a:lnTo>
                    <a:pt x="86021" y="49059"/>
                  </a:lnTo>
                  <a:lnTo>
                    <a:pt x="86021" y="1"/>
                  </a:ln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 name="Google Shape;538;p38"/>
            <p:cNvGrpSpPr/>
            <p:nvPr/>
          </p:nvGrpSpPr>
          <p:grpSpPr>
            <a:xfrm>
              <a:off x="4710585" y="2281922"/>
              <a:ext cx="3380235" cy="1683652"/>
              <a:chOff x="4710585" y="2281922"/>
              <a:chExt cx="3380235" cy="1683652"/>
            </a:xfrm>
          </p:grpSpPr>
          <p:sp>
            <p:nvSpPr>
              <p:cNvPr id="539" name="Google Shape;539;p38"/>
              <p:cNvSpPr/>
              <p:nvPr/>
            </p:nvSpPr>
            <p:spPr>
              <a:xfrm>
                <a:off x="4710585" y="3230006"/>
                <a:ext cx="3380234" cy="447295"/>
              </a:xfrm>
              <a:custGeom>
                <a:rect b="b" l="l" r="r" t="t"/>
                <a:pathLst>
                  <a:path extrusionOk="0" h="11383" w="86022">
                    <a:moveTo>
                      <a:pt x="84485" y="464"/>
                    </a:moveTo>
                    <a:lnTo>
                      <a:pt x="84485" y="582"/>
                    </a:lnTo>
                    <a:cubicBezTo>
                      <a:pt x="85006" y="769"/>
                      <a:pt x="85512" y="1009"/>
                      <a:pt x="85989" y="1304"/>
                    </a:cubicBezTo>
                    <a:cubicBezTo>
                      <a:pt x="86000" y="1311"/>
                      <a:pt x="86011" y="1314"/>
                      <a:pt x="86021" y="1314"/>
                    </a:cubicBezTo>
                    <a:lnTo>
                      <a:pt x="86021" y="1188"/>
                    </a:lnTo>
                    <a:cubicBezTo>
                      <a:pt x="85534" y="890"/>
                      <a:pt x="85017" y="650"/>
                      <a:pt x="84485" y="464"/>
                    </a:cubicBezTo>
                    <a:close/>
                    <a:moveTo>
                      <a:pt x="0" y="3988"/>
                    </a:moveTo>
                    <a:lnTo>
                      <a:pt x="0" y="4139"/>
                    </a:lnTo>
                    <a:cubicBezTo>
                      <a:pt x="467" y="4760"/>
                      <a:pt x="980" y="5348"/>
                      <a:pt x="1536" y="5898"/>
                    </a:cubicBezTo>
                    <a:lnTo>
                      <a:pt x="1536" y="5740"/>
                    </a:lnTo>
                    <a:cubicBezTo>
                      <a:pt x="994" y="5194"/>
                      <a:pt x="499" y="4620"/>
                      <a:pt x="47" y="4009"/>
                    </a:cubicBezTo>
                    <a:cubicBezTo>
                      <a:pt x="36" y="3996"/>
                      <a:pt x="18" y="3988"/>
                      <a:pt x="0" y="3988"/>
                    </a:cubicBezTo>
                    <a:close/>
                    <a:moveTo>
                      <a:pt x="81772" y="0"/>
                    </a:moveTo>
                    <a:cubicBezTo>
                      <a:pt x="80738" y="0"/>
                      <a:pt x="79708" y="201"/>
                      <a:pt x="78764" y="603"/>
                    </a:cubicBezTo>
                    <a:cubicBezTo>
                      <a:pt x="77540" y="1131"/>
                      <a:pt x="76470" y="1971"/>
                      <a:pt x="75437" y="2785"/>
                    </a:cubicBezTo>
                    <a:cubicBezTo>
                      <a:pt x="74690" y="3375"/>
                      <a:pt x="73918" y="3984"/>
                      <a:pt x="73093" y="4469"/>
                    </a:cubicBezTo>
                    <a:cubicBezTo>
                      <a:pt x="71201" y="5578"/>
                      <a:pt x="68918" y="6128"/>
                      <a:pt x="66183" y="6128"/>
                    </a:cubicBezTo>
                    <a:cubicBezTo>
                      <a:pt x="64687" y="6128"/>
                      <a:pt x="63054" y="5966"/>
                      <a:pt x="61276" y="5636"/>
                    </a:cubicBezTo>
                    <a:cubicBezTo>
                      <a:pt x="59949" y="5388"/>
                      <a:pt x="58603" y="5076"/>
                      <a:pt x="57304" y="4774"/>
                    </a:cubicBezTo>
                    <a:cubicBezTo>
                      <a:pt x="54662" y="4160"/>
                      <a:pt x="51930" y="3525"/>
                      <a:pt x="49203" y="3418"/>
                    </a:cubicBezTo>
                    <a:cubicBezTo>
                      <a:pt x="48911" y="3406"/>
                      <a:pt x="48625" y="3399"/>
                      <a:pt x="48337" y="3399"/>
                    </a:cubicBezTo>
                    <a:cubicBezTo>
                      <a:pt x="46183" y="3399"/>
                      <a:pt x="44066" y="3711"/>
                      <a:pt x="41980" y="4207"/>
                    </a:cubicBezTo>
                    <a:lnTo>
                      <a:pt x="41980" y="4326"/>
                    </a:lnTo>
                    <a:cubicBezTo>
                      <a:pt x="44066" y="3827"/>
                      <a:pt x="46183" y="3514"/>
                      <a:pt x="48337" y="3514"/>
                    </a:cubicBezTo>
                    <a:cubicBezTo>
                      <a:pt x="48625" y="3514"/>
                      <a:pt x="48911" y="3518"/>
                      <a:pt x="49195" y="3532"/>
                    </a:cubicBezTo>
                    <a:cubicBezTo>
                      <a:pt x="51916" y="3636"/>
                      <a:pt x="54640" y="4271"/>
                      <a:pt x="57274" y="4885"/>
                    </a:cubicBezTo>
                    <a:cubicBezTo>
                      <a:pt x="58578" y="5187"/>
                      <a:pt x="59927" y="5499"/>
                      <a:pt x="61255" y="5747"/>
                    </a:cubicBezTo>
                    <a:cubicBezTo>
                      <a:pt x="63039" y="6077"/>
                      <a:pt x="64679" y="6242"/>
                      <a:pt x="66183" y="6242"/>
                    </a:cubicBezTo>
                    <a:cubicBezTo>
                      <a:pt x="68940" y="6242"/>
                      <a:pt x="71241" y="5686"/>
                      <a:pt x="73151" y="4566"/>
                    </a:cubicBezTo>
                    <a:cubicBezTo>
                      <a:pt x="73983" y="4077"/>
                      <a:pt x="74758" y="3468"/>
                      <a:pt x="75508" y="2876"/>
                    </a:cubicBezTo>
                    <a:cubicBezTo>
                      <a:pt x="76535" y="2064"/>
                      <a:pt x="77597" y="1228"/>
                      <a:pt x="78810" y="708"/>
                    </a:cubicBezTo>
                    <a:cubicBezTo>
                      <a:pt x="79740" y="309"/>
                      <a:pt x="80753" y="115"/>
                      <a:pt x="81772" y="115"/>
                    </a:cubicBezTo>
                    <a:cubicBezTo>
                      <a:pt x="82648" y="115"/>
                      <a:pt x="83531" y="259"/>
                      <a:pt x="84371" y="542"/>
                    </a:cubicBezTo>
                    <a:lnTo>
                      <a:pt x="84371" y="424"/>
                    </a:lnTo>
                    <a:cubicBezTo>
                      <a:pt x="83531" y="144"/>
                      <a:pt x="82648" y="0"/>
                      <a:pt x="81772" y="0"/>
                    </a:cubicBezTo>
                    <a:close/>
                    <a:moveTo>
                      <a:pt x="37756" y="5439"/>
                    </a:moveTo>
                    <a:cubicBezTo>
                      <a:pt x="36091" y="5994"/>
                      <a:pt x="34446" y="6619"/>
                      <a:pt x="32817" y="7233"/>
                    </a:cubicBezTo>
                    <a:cubicBezTo>
                      <a:pt x="31177" y="7854"/>
                      <a:pt x="29483" y="8497"/>
                      <a:pt x="27806" y="9057"/>
                    </a:cubicBezTo>
                    <a:cubicBezTo>
                      <a:pt x="23360" y="10546"/>
                      <a:pt x="19530" y="11267"/>
                      <a:pt x="15983" y="11267"/>
                    </a:cubicBezTo>
                    <a:cubicBezTo>
                      <a:pt x="15014" y="11267"/>
                      <a:pt x="14066" y="11214"/>
                      <a:pt x="13137" y="11106"/>
                    </a:cubicBezTo>
                    <a:cubicBezTo>
                      <a:pt x="8614" y="10589"/>
                      <a:pt x="4551" y="8708"/>
                      <a:pt x="1651" y="5851"/>
                    </a:cubicBezTo>
                    <a:lnTo>
                      <a:pt x="1651" y="6009"/>
                    </a:lnTo>
                    <a:cubicBezTo>
                      <a:pt x="4562" y="8841"/>
                      <a:pt x="8618" y="10704"/>
                      <a:pt x="13122" y="11220"/>
                    </a:cubicBezTo>
                    <a:cubicBezTo>
                      <a:pt x="14060" y="11328"/>
                      <a:pt x="15011" y="11382"/>
                      <a:pt x="15983" y="11382"/>
                    </a:cubicBezTo>
                    <a:cubicBezTo>
                      <a:pt x="19540" y="11382"/>
                      <a:pt x="23381" y="10657"/>
                      <a:pt x="27843" y="9164"/>
                    </a:cubicBezTo>
                    <a:cubicBezTo>
                      <a:pt x="29522" y="8604"/>
                      <a:pt x="31216" y="7962"/>
                      <a:pt x="32860" y="7341"/>
                    </a:cubicBezTo>
                    <a:cubicBezTo>
                      <a:pt x="34472" y="6731"/>
                      <a:pt x="36105" y="6113"/>
                      <a:pt x="37756" y="5557"/>
                    </a:cubicBezTo>
                    <a:lnTo>
                      <a:pt x="37756" y="5439"/>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 name="Google Shape;540;p38"/>
              <p:cNvGrpSpPr/>
              <p:nvPr/>
            </p:nvGrpSpPr>
            <p:grpSpPr>
              <a:xfrm>
                <a:off x="4710585" y="2281922"/>
                <a:ext cx="3380235" cy="634850"/>
                <a:chOff x="4672653" y="2281922"/>
                <a:chExt cx="3380235" cy="634850"/>
              </a:xfrm>
            </p:grpSpPr>
            <p:sp>
              <p:nvSpPr>
                <p:cNvPr id="541" name="Google Shape;541;p38"/>
                <p:cNvSpPr/>
                <p:nvPr/>
              </p:nvSpPr>
              <p:spPr>
                <a:xfrm>
                  <a:off x="4672653" y="2293200"/>
                  <a:ext cx="60514" cy="29235"/>
                </a:xfrm>
                <a:custGeom>
                  <a:rect b="b" l="l" r="r" t="t"/>
                  <a:pathLst>
                    <a:path extrusionOk="0" h="744" w="1540">
                      <a:moveTo>
                        <a:pt x="1539" y="0"/>
                      </a:moveTo>
                      <a:lnTo>
                        <a:pt x="1539" y="0"/>
                      </a:lnTo>
                      <a:cubicBezTo>
                        <a:pt x="1005" y="151"/>
                        <a:pt x="489" y="356"/>
                        <a:pt x="0" y="621"/>
                      </a:cubicBezTo>
                      <a:lnTo>
                        <a:pt x="0" y="743"/>
                      </a:lnTo>
                      <a:cubicBezTo>
                        <a:pt x="7" y="743"/>
                        <a:pt x="18" y="739"/>
                        <a:pt x="25" y="736"/>
                      </a:cubicBezTo>
                      <a:cubicBezTo>
                        <a:pt x="506" y="474"/>
                        <a:pt x="1012" y="270"/>
                        <a:pt x="1536" y="119"/>
                      </a:cubicBezTo>
                      <a:cubicBezTo>
                        <a:pt x="1536" y="79"/>
                        <a:pt x="1539" y="40"/>
                        <a:pt x="1539"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8"/>
                <p:cNvSpPr/>
                <p:nvPr/>
              </p:nvSpPr>
              <p:spPr>
                <a:xfrm>
                  <a:off x="4737530" y="2281922"/>
                  <a:ext cx="3315358" cy="634850"/>
                </a:xfrm>
                <a:custGeom>
                  <a:rect b="b" l="l" r="r" t="t"/>
                  <a:pathLst>
                    <a:path extrusionOk="0" h="16156" w="84371">
                      <a:moveTo>
                        <a:pt x="84370" y="9834"/>
                      </a:moveTo>
                      <a:cubicBezTo>
                        <a:pt x="84352" y="9834"/>
                        <a:pt x="84335" y="9842"/>
                        <a:pt x="84324" y="9856"/>
                      </a:cubicBezTo>
                      <a:cubicBezTo>
                        <a:pt x="83871" y="10434"/>
                        <a:pt x="83373" y="10976"/>
                        <a:pt x="82834" y="11482"/>
                      </a:cubicBezTo>
                      <a:lnTo>
                        <a:pt x="82834" y="11636"/>
                      </a:lnTo>
                      <a:cubicBezTo>
                        <a:pt x="83391" y="11123"/>
                        <a:pt x="83904" y="10574"/>
                        <a:pt x="84370" y="9985"/>
                      </a:cubicBezTo>
                      <a:lnTo>
                        <a:pt x="84370" y="9834"/>
                      </a:lnTo>
                      <a:close/>
                      <a:moveTo>
                        <a:pt x="2021" y="0"/>
                      </a:moveTo>
                      <a:cubicBezTo>
                        <a:pt x="1339" y="0"/>
                        <a:pt x="660" y="86"/>
                        <a:pt x="4" y="255"/>
                      </a:cubicBezTo>
                      <a:cubicBezTo>
                        <a:pt x="4" y="298"/>
                        <a:pt x="0" y="334"/>
                        <a:pt x="0" y="377"/>
                      </a:cubicBezTo>
                      <a:cubicBezTo>
                        <a:pt x="657" y="201"/>
                        <a:pt x="1339" y="111"/>
                        <a:pt x="2025" y="111"/>
                      </a:cubicBezTo>
                      <a:cubicBezTo>
                        <a:pt x="3234" y="111"/>
                        <a:pt x="4454" y="388"/>
                        <a:pt x="5557" y="940"/>
                      </a:cubicBezTo>
                      <a:cubicBezTo>
                        <a:pt x="6770" y="1547"/>
                        <a:pt x="7832" y="2459"/>
                        <a:pt x="8862" y="3342"/>
                      </a:cubicBezTo>
                      <a:cubicBezTo>
                        <a:pt x="9609" y="3988"/>
                        <a:pt x="10388" y="4652"/>
                        <a:pt x="11216" y="5201"/>
                      </a:cubicBezTo>
                      <a:cubicBezTo>
                        <a:pt x="13482" y="6690"/>
                        <a:pt x="16307" y="7427"/>
                        <a:pt x="19784" y="7427"/>
                      </a:cubicBezTo>
                      <a:cubicBezTo>
                        <a:pt x="20833" y="7427"/>
                        <a:pt x="21938" y="7362"/>
                        <a:pt x="23108" y="7229"/>
                      </a:cubicBezTo>
                      <a:cubicBezTo>
                        <a:pt x="24439" y="7078"/>
                        <a:pt x="25786" y="6859"/>
                        <a:pt x="27088" y="6651"/>
                      </a:cubicBezTo>
                      <a:cubicBezTo>
                        <a:pt x="29497" y="6259"/>
                        <a:pt x="31977" y="5861"/>
                        <a:pt x="34461" y="5861"/>
                      </a:cubicBezTo>
                      <a:lnTo>
                        <a:pt x="34777" y="5861"/>
                      </a:lnTo>
                      <a:cubicBezTo>
                        <a:pt x="34953" y="5840"/>
                        <a:pt x="35129" y="5825"/>
                        <a:pt x="35305" y="5825"/>
                      </a:cubicBezTo>
                      <a:cubicBezTo>
                        <a:pt x="35595" y="5825"/>
                        <a:pt x="35883" y="5858"/>
                        <a:pt x="36173" y="5926"/>
                      </a:cubicBezTo>
                      <a:cubicBezTo>
                        <a:pt x="41485" y="6342"/>
                        <a:pt x="46575" y="8628"/>
                        <a:pt x="51506" y="10847"/>
                      </a:cubicBezTo>
                      <a:cubicBezTo>
                        <a:pt x="53147" y="11587"/>
                        <a:pt x="54845" y="12347"/>
                        <a:pt x="56521" y="13029"/>
                      </a:cubicBezTo>
                      <a:cubicBezTo>
                        <a:pt x="61751" y="15150"/>
                        <a:pt x="66126" y="16156"/>
                        <a:pt x="70189" y="16156"/>
                      </a:cubicBezTo>
                      <a:cubicBezTo>
                        <a:pt x="70544" y="16156"/>
                        <a:pt x="70892" y="16149"/>
                        <a:pt x="71245" y="16134"/>
                      </a:cubicBezTo>
                      <a:cubicBezTo>
                        <a:pt x="75749" y="15937"/>
                        <a:pt x="79805" y="14365"/>
                        <a:pt x="82720" y="11741"/>
                      </a:cubicBezTo>
                      <a:lnTo>
                        <a:pt x="82720" y="11587"/>
                      </a:lnTo>
                      <a:cubicBezTo>
                        <a:pt x="79819" y="14235"/>
                        <a:pt x="75759" y="15826"/>
                        <a:pt x="71237" y="16019"/>
                      </a:cubicBezTo>
                      <a:cubicBezTo>
                        <a:pt x="70889" y="16033"/>
                        <a:pt x="70541" y="16041"/>
                        <a:pt x="70189" y="16041"/>
                      </a:cubicBezTo>
                      <a:cubicBezTo>
                        <a:pt x="66141" y="16041"/>
                        <a:pt x="61776" y="15039"/>
                        <a:pt x="56564" y="12925"/>
                      </a:cubicBezTo>
                      <a:cubicBezTo>
                        <a:pt x="54891" y="12243"/>
                        <a:pt x="53194" y="11482"/>
                        <a:pt x="51553" y="10743"/>
                      </a:cubicBezTo>
                      <a:cubicBezTo>
                        <a:pt x="46303" y="8381"/>
                        <a:pt x="40871" y="5941"/>
                        <a:pt x="35172" y="5757"/>
                      </a:cubicBezTo>
                      <a:cubicBezTo>
                        <a:pt x="34935" y="5750"/>
                        <a:pt x="34698" y="5747"/>
                        <a:pt x="34461" y="5747"/>
                      </a:cubicBezTo>
                      <a:cubicBezTo>
                        <a:pt x="31970" y="5747"/>
                        <a:pt x="29483" y="6148"/>
                        <a:pt x="27071" y="6536"/>
                      </a:cubicBezTo>
                      <a:cubicBezTo>
                        <a:pt x="25771" y="6748"/>
                        <a:pt x="24426" y="6963"/>
                        <a:pt x="23097" y="7114"/>
                      </a:cubicBezTo>
                      <a:cubicBezTo>
                        <a:pt x="21931" y="7247"/>
                        <a:pt x="20829" y="7315"/>
                        <a:pt x="19784" y="7315"/>
                      </a:cubicBezTo>
                      <a:cubicBezTo>
                        <a:pt x="16328" y="7315"/>
                        <a:pt x="13525" y="6582"/>
                        <a:pt x="11281" y="5104"/>
                      </a:cubicBezTo>
                      <a:cubicBezTo>
                        <a:pt x="10456" y="4562"/>
                        <a:pt x="9680" y="3898"/>
                        <a:pt x="8934" y="3256"/>
                      </a:cubicBezTo>
                      <a:cubicBezTo>
                        <a:pt x="7900" y="2369"/>
                        <a:pt x="6831" y="1450"/>
                        <a:pt x="5607" y="837"/>
                      </a:cubicBezTo>
                      <a:cubicBezTo>
                        <a:pt x="4487" y="277"/>
                        <a:pt x="3252" y="0"/>
                        <a:pt x="2021"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 name="Google Shape;543;p38"/>
              <p:cNvSpPr/>
              <p:nvPr/>
            </p:nvSpPr>
            <p:spPr>
              <a:xfrm>
                <a:off x="4921590" y="3223954"/>
                <a:ext cx="166021" cy="741615"/>
              </a:xfrm>
              <a:custGeom>
                <a:rect b="b" l="l" r="r" t="t"/>
                <a:pathLst>
                  <a:path extrusionOk="0" h="18873" w="4225">
                    <a:moveTo>
                      <a:pt x="0" y="0"/>
                    </a:moveTo>
                    <a:lnTo>
                      <a:pt x="0" y="18872"/>
                    </a:lnTo>
                    <a:lnTo>
                      <a:pt x="4225" y="18872"/>
                    </a:lnTo>
                    <a:lnTo>
                      <a:pt x="42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8"/>
              <p:cNvSpPr/>
              <p:nvPr/>
            </p:nvSpPr>
            <p:spPr>
              <a:xfrm>
                <a:off x="5168405" y="3072588"/>
                <a:ext cx="166179" cy="892979"/>
              </a:xfrm>
              <a:custGeom>
                <a:rect b="b" l="l" r="r" t="t"/>
                <a:pathLst>
                  <a:path extrusionOk="0" h="22725" w="4229">
                    <a:moveTo>
                      <a:pt x="1" y="1"/>
                    </a:moveTo>
                    <a:lnTo>
                      <a:pt x="1" y="22724"/>
                    </a:lnTo>
                    <a:lnTo>
                      <a:pt x="4229" y="22724"/>
                    </a:lnTo>
                    <a:lnTo>
                      <a:pt x="4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8"/>
              <p:cNvSpPr/>
              <p:nvPr/>
            </p:nvSpPr>
            <p:spPr>
              <a:xfrm>
                <a:off x="5415377" y="2923933"/>
                <a:ext cx="166179" cy="1041632"/>
              </a:xfrm>
              <a:custGeom>
                <a:rect b="b" l="l" r="r" t="t"/>
                <a:pathLst>
                  <a:path extrusionOk="0" h="26508" w="4229">
                    <a:moveTo>
                      <a:pt x="1" y="0"/>
                    </a:moveTo>
                    <a:lnTo>
                      <a:pt x="1" y="26507"/>
                    </a:lnTo>
                    <a:lnTo>
                      <a:pt x="4229" y="26507"/>
                    </a:lnTo>
                    <a:lnTo>
                      <a:pt x="42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8"/>
              <p:cNvSpPr/>
              <p:nvPr/>
            </p:nvSpPr>
            <p:spPr>
              <a:xfrm>
                <a:off x="5662310" y="2741719"/>
                <a:ext cx="166100" cy="1223843"/>
              </a:xfrm>
              <a:custGeom>
                <a:rect b="b" l="l" r="r" t="t"/>
                <a:pathLst>
                  <a:path extrusionOk="0" h="31145" w="4227">
                    <a:moveTo>
                      <a:pt x="1" y="0"/>
                    </a:moveTo>
                    <a:lnTo>
                      <a:pt x="1" y="31144"/>
                    </a:lnTo>
                    <a:lnTo>
                      <a:pt x="4226" y="31144"/>
                    </a:lnTo>
                    <a:lnTo>
                      <a:pt x="422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8"/>
              <p:cNvSpPr/>
              <p:nvPr/>
            </p:nvSpPr>
            <p:spPr>
              <a:xfrm>
                <a:off x="5909282" y="3001659"/>
                <a:ext cx="166061" cy="963906"/>
              </a:xfrm>
              <a:custGeom>
                <a:rect b="b" l="l" r="r" t="t"/>
                <a:pathLst>
                  <a:path extrusionOk="0" h="24530" w="4226">
                    <a:moveTo>
                      <a:pt x="1" y="0"/>
                    </a:moveTo>
                    <a:lnTo>
                      <a:pt x="1" y="24529"/>
                    </a:lnTo>
                    <a:lnTo>
                      <a:pt x="4225" y="24529"/>
                    </a:lnTo>
                    <a:lnTo>
                      <a:pt x="42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8"/>
              <p:cNvSpPr/>
              <p:nvPr/>
            </p:nvSpPr>
            <p:spPr>
              <a:xfrm>
                <a:off x="6156254" y="2640416"/>
                <a:ext cx="166061" cy="1325145"/>
              </a:xfrm>
              <a:custGeom>
                <a:rect b="b" l="l" r="r" t="t"/>
                <a:pathLst>
                  <a:path extrusionOk="0" h="33723" w="4226">
                    <a:moveTo>
                      <a:pt x="1" y="1"/>
                    </a:moveTo>
                    <a:lnTo>
                      <a:pt x="1" y="33722"/>
                    </a:lnTo>
                    <a:lnTo>
                      <a:pt x="4225" y="33722"/>
                    </a:lnTo>
                    <a:lnTo>
                      <a:pt x="42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8"/>
              <p:cNvSpPr/>
              <p:nvPr/>
            </p:nvSpPr>
            <p:spPr>
              <a:xfrm>
                <a:off x="6403226" y="3091489"/>
                <a:ext cx="166061" cy="874078"/>
              </a:xfrm>
              <a:custGeom>
                <a:rect b="b" l="l" r="r" t="t"/>
                <a:pathLst>
                  <a:path extrusionOk="0" h="22244" w="4226">
                    <a:moveTo>
                      <a:pt x="1" y="0"/>
                    </a:moveTo>
                    <a:lnTo>
                      <a:pt x="1" y="22243"/>
                    </a:lnTo>
                    <a:lnTo>
                      <a:pt x="4225" y="22243"/>
                    </a:lnTo>
                    <a:lnTo>
                      <a:pt x="42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8"/>
              <p:cNvSpPr/>
              <p:nvPr/>
            </p:nvSpPr>
            <p:spPr>
              <a:xfrm>
                <a:off x="6650080" y="2798266"/>
                <a:ext cx="166179" cy="1167297"/>
              </a:xfrm>
              <a:custGeom>
                <a:rect b="b" l="l" r="r" t="t"/>
                <a:pathLst>
                  <a:path extrusionOk="0" h="29706" w="4229">
                    <a:moveTo>
                      <a:pt x="0" y="1"/>
                    </a:moveTo>
                    <a:lnTo>
                      <a:pt x="0" y="29705"/>
                    </a:lnTo>
                    <a:lnTo>
                      <a:pt x="4228" y="29705"/>
                    </a:lnTo>
                    <a:lnTo>
                      <a:pt x="422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8"/>
              <p:cNvSpPr/>
              <p:nvPr/>
            </p:nvSpPr>
            <p:spPr>
              <a:xfrm>
                <a:off x="6897013" y="3673574"/>
                <a:ext cx="166218" cy="292001"/>
              </a:xfrm>
              <a:custGeom>
                <a:rect b="b" l="l" r="r" t="t"/>
                <a:pathLst>
                  <a:path extrusionOk="0" h="7431" w="4230">
                    <a:moveTo>
                      <a:pt x="1" y="1"/>
                    </a:moveTo>
                    <a:lnTo>
                      <a:pt x="1" y="7430"/>
                    </a:lnTo>
                    <a:lnTo>
                      <a:pt x="4229" y="7430"/>
                    </a:lnTo>
                    <a:lnTo>
                      <a:pt x="422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8"/>
              <p:cNvSpPr/>
              <p:nvPr/>
            </p:nvSpPr>
            <p:spPr>
              <a:xfrm>
                <a:off x="7143985" y="2724901"/>
                <a:ext cx="166061" cy="1240661"/>
              </a:xfrm>
              <a:custGeom>
                <a:rect b="b" l="l" r="r" t="t"/>
                <a:pathLst>
                  <a:path extrusionOk="0" h="31573" w="4226">
                    <a:moveTo>
                      <a:pt x="1" y="1"/>
                    </a:moveTo>
                    <a:lnTo>
                      <a:pt x="1" y="31572"/>
                    </a:lnTo>
                    <a:lnTo>
                      <a:pt x="4225" y="31572"/>
                    </a:lnTo>
                    <a:lnTo>
                      <a:pt x="42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8"/>
              <p:cNvSpPr/>
              <p:nvPr/>
            </p:nvSpPr>
            <p:spPr>
              <a:xfrm>
                <a:off x="7390957" y="2381065"/>
                <a:ext cx="166061" cy="1584492"/>
              </a:xfrm>
              <a:custGeom>
                <a:rect b="b" l="l" r="r" t="t"/>
                <a:pathLst>
                  <a:path extrusionOk="0" h="40323" w="4226">
                    <a:moveTo>
                      <a:pt x="1" y="0"/>
                    </a:moveTo>
                    <a:lnTo>
                      <a:pt x="1" y="40322"/>
                    </a:lnTo>
                    <a:lnTo>
                      <a:pt x="4225" y="40322"/>
                    </a:lnTo>
                    <a:lnTo>
                      <a:pt x="422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8"/>
              <p:cNvSpPr/>
              <p:nvPr/>
            </p:nvSpPr>
            <p:spPr>
              <a:xfrm>
                <a:off x="7637929" y="3115184"/>
                <a:ext cx="166061" cy="850383"/>
              </a:xfrm>
              <a:custGeom>
                <a:rect b="b" l="l" r="r" t="t"/>
                <a:pathLst>
                  <a:path extrusionOk="0" h="21641" w="4226">
                    <a:moveTo>
                      <a:pt x="1" y="0"/>
                    </a:moveTo>
                    <a:lnTo>
                      <a:pt x="1" y="21640"/>
                    </a:lnTo>
                    <a:lnTo>
                      <a:pt x="4225" y="21640"/>
                    </a:lnTo>
                    <a:lnTo>
                      <a:pt x="42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5" name="Google Shape;555;p38"/>
          <p:cNvGrpSpPr/>
          <p:nvPr/>
        </p:nvGrpSpPr>
        <p:grpSpPr>
          <a:xfrm>
            <a:off x="5236271" y="2386978"/>
            <a:ext cx="1054922" cy="2623643"/>
            <a:chOff x="5262046" y="2234728"/>
            <a:chExt cx="1054922" cy="2623643"/>
          </a:xfrm>
        </p:grpSpPr>
        <p:sp>
          <p:nvSpPr>
            <p:cNvPr id="556" name="Google Shape;556;p38"/>
            <p:cNvSpPr/>
            <p:nvPr/>
          </p:nvSpPr>
          <p:spPr>
            <a:xfrm>
              <a:off x="6104070" y="2510819"/>
              <a:ext cx="54895" cy="4008"/>
            </a:xfrm>
            <a:custGeom>
              <a:rect b="b" l="l" r="r" t="t"/>
              <a:pathLst>
                <a:path extrusionOk="0" h="102" w="1397">
                  <a:moveTo>
                    <a:pt x="529" y="0"/>
                  </a:moveTo>
                  <a:cubicBezTo>
                    <a:pt x="353" y="0"/>
                    <a:pt x="177" y="15"/>
                    <a:pt x="1" y="36"/>
                  </a:cubicBezTo>
                  <a:cubicBezTo>
                    <a:pt x="134" y="40"/>
                    <a:pt x="263" y="43"/>
                    <a:pt x="393" y="47"/>
                  </a:cubicBezTo>
                  <a:cubicBezTo>
                    <a:pt x="729" y="58"/>
                    <a:pt x="1064" y="76"/>
                    <a:pt x="1397" y="101"/>
                  </a:cubicBezTo>
                  <a:cubicBezTo>
                    <a:pt x="1107" y="33"/>
                    <a:pt x="819" y="0"/>
                    <a:pt x="529" y="0"/>
                  </a:cubicBezTo>
                  <a:close/>
                </a:path>
              </a:pathLst>
            </a:custGeom>
            <a:solidFill>
              <a:srgbClr val="C2D6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8"/>
            <p:cNvSpPr/>
            <p:nvPr/>
          </p:nvSpPr>
          <p:spPr>
            <a:xfrm>
              <a:off x="6266871" y="2618410"/>
              <a:ext cx="157" cy="236"/>
            </a:xfrm>
            <a:custGeom>
              <a:rect b="b" l="l" r="r" t="t"/>
              <a:pathLst>
                <a:path extrusionOk="0" h="6" w="4">
                  <a:moveTo>
                    <a:pt x="0" y="1"/>
                  </a:moveTo>
                  <a:cubicBezTo>
                    <a:pt x="0" y="5"/>
                    <a:pt x="4" y="5"/>
                    <a:pt x="4" y="5"/>
                  </a:cubicBezTo>
                  <a:cubicBezTo>
                    <a:pt x="4" y="5"/>
                    <a:pt x="0" y="5"/>
                    <a:pt x="0" y="1"/>
                  </a:cubicBezTo>
                  <a:close/>
                </a:path>
              </a:pathLst>
            </a:custGeom>
            <a:solidFill>
              <a:srgbClr val="99BD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8"/>
            <p:cNvSpPr/>
            <p:nvPr/>
          </p:nvSpPr>
          <p:spPr>
            <a:xfrm>
              <a:off x="5977067" y="2638333"/>
              <a:ext cx="3340" cy="49826"/>
            </a:xfrm>
            <a:custGeom>
              <a:rect b="b" l="l" r="r" t="t"/>
              <a:pathLst>
                <a:path extrusionOk="0" h="1268" w="85">
                  <a:moveTo>
                    <a:pt x="42" y="0"/>
                  </a:moveTo>
                  <a:cubicBezTo>
                    <a:pt x="9" y="244"/>
                    <a:pt x="1" y="487"/>
                    <a:pt x="15" y="728"/>
                  </a:cubicBezTo>
                  <a:lnTo>
                    <a:pt x="15" y="728"/>
                  </a:lnTo>
                  <a:cubicBezTo>
                    <a:pt x="2" y="487"/>
                    <a:pt x="11" y="243"/>
                    <a:pt x="45" y="0"/>
                  </a:cubicBezTo>
                  <a:close/>
                  <a:moveTo>
                    <a:pt x="15" y="728"/>
                  </a:moveTo>
                  <a:lnTo>
                    <a:pt x="15" y="728"/>
                  </a:lnTo>
                  <a:cubicBezTo>
                    <a:pt x="26" y="910"/>
                    <a:pt x="49" y="1091"/>
                    <a:pt x="85" y="1267"/>
                  </a:cubicBezTo>
                  <a:cubicBezTo>
                    <a:pt x="75" y="1213"/>
                    <a:pt x="63" y="1156"/>
                    <a:pt x="56" y="1099"/>
                  </a:cubicBezTo>
                  <a:cubicBezTo>
                    <a:pt x="37" y="976"/>
                    <a:pt x="23" y="852"/>
                    <a:pt x="15" y="728"/>
                  </a:cubicBezTo>
                  <a:close/>
                </a:path>
              </a:pathLst>
            </a:custGeom>
            <a:solidFill>
              <a:srgbClr val="E6EF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8"/>
            <p:cNvSpPr/>
            <p:nvPr/>
          </p:nvSpPr>
          <p:spPr>
            <a:xfrm>
              <a:off x="5988698" y="2715077"/>
              <a:ext cx="39099" cy="54306"/>
            </a:xfrm>
            <a:custGeom>
              <a:rect b="b" l="l" r="r" t="t"/>
              <a:pathLst>
                <a:path extrusionOk="0" h="1382" w="995">
                  <a:moveTo>
                    <a:pt x="1" y="0"/>
                  </a:moveTo>
                  <a:lnTo>
                    <a:pt x="1" y="0"/>
                  </a:lnTo>
                  <a:cubicBezTo>
                    <a:pt x="220" y="527"/>
                    <a:pt x="557" y="1001"/>
                    <a:pt x="995" y="1382"/>
                  </a:cubicBezTo>
                  <a:cubicBezTo>
                    <a:pt x="561" y="1001"/>
                    <a:pt x="220" y="524"/>
                    <a:pt x="1" y="0"/>
                  </a:cubicBezTo>
                  <a:close/>
                </a:path>
              </a:pathLst>
            </a:custGeom>
            <a:solidFill>
              <a:srgbClr val="E6EF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8"/>
            <p:cNvSpPr/>
            <p:nvPr/>
          </p:nvSpPr>
          <p:spPr>
            <a:xfrm>
              <a:off x="5965592" y="2784355"/>
              <a:ext cx="125548" cy="256714"/>
            </a:xfrm>
            <a:custGeom>
              <a:rect b="b" l="l" r="r" t="t"/>
              <a:pathLst>
                <a:path extrusionOk="0" h="6533" w="3195">
                  <a:moveTo>
                    <a:pt x="2729" y="0"/>
                  </a:moveTo>
                  <a:cubicBezTo>
                    <a:pt x="2573" y="0"/>
                    <a:pt x="2423" y="83"/>
                    <a:pt x="2344" y="229"/>
                  </a:cubicBezTo>
                  <a:cubicBezTo>
                    <a:pt x="1838" y="1169"/>
                    <a:pt x="1414" y="2139"/>
                    <a:pt x="1001" y="3115"/>
                  </a:cubicBezTo>
                  <a:cubicBezTo>
                    <a:pt x="804" y="3606"/>
                    <a:pt x="600" y="4091"/>
                    <a:pt x="417" y="4590"/>
                  </a:cubicBezTo>
                  <a:lnTo>
                    <a:pt x="137" y="5329"/>
                  </a:lnTo>
                  <a:cubicBezTo>
                    <a:pt x="44" y="5577"/>
                    <a:pt x="0" y="5843"/>
                    <a:pt x="173" y="6187"/>
                  </a:cubicBezTo>
                  <a:cubicBezTo>
                    <a:pt x="284" y="6404"/>
                    <a:pt x="505" y="6533"/>
                    <a:pt x="736" y="6533"/>
                  </a:cubicBezTo>
                  <a:cubicBezTo>
                    <a:pt x="819" y="6533"/>
                    <a:pt x="903" y="6516"/>
                    <a:pt x="983" y="6481"/>
                  </a:cubicBezTo>
                  <a:cubicBezTo>
                    <a:pt x="1339" y="6330"/>
                    <a:pt x="1475" y="6101"/>
                    <a:pt x="1561" y="5850"/>
                  </a:cubicBezTo>
                  <a:lnTo>
                    <a:pt x="1823" y="5103"/>
                  </a:lnTo>
                  <a:cubicBezTo>
                    <a:pt x="2007" y="4604"/>
                    <a:pt x="2161" y="4098"/>
                    <a:pt x="2326" y="3595"/>
                  </a:cubicBezTo>
                  <a:cubicBezTo>
                    <a:pt x="2638" y="2587"/>
                    <a:pt x="2936" y="1571"/>
                    <a:pt x="3155" y="523"/>
                  </a:cubicBezTo>
                  <a:cubicBezTo>
                    <a:pt x="3195" y="340"/>
                    <a:pt x="3108" y="146"/>
                    <a:pt x="2936" y="53"/>
                  </a:cubicBezTo>
                  <a:cubicBezTo>
                    <a:pt x="2870" y="17"/>
                    <a:pt x="2799" y="0"/>
                    <a:pt x="27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8"/>
            <p:cNvSpPr/>
            <p:nvPr/>
          </p:nvSpPr>
          <p:spPr>
            <a:xfrm>
              <a:off x="5288021" y="2719557"/>
              <a:ext cx="227950" cy="308348"/>
            </a:xfrm>
            <a:custGeom>
              <a:rect b="b" l="l" r="r" t="t"/>
              <a:pathLst>
                <a:path extrusionOk="0" h="7847" w="5801">
                  <a:moveTo>
                    <a:pt x="2024" y="1"/>
                  </a:moveTo>
                  <a:cubicBezTo>
                    <a:pt x="1928" y="130"/>
                    <a:pt x="1863" y="223"/>
                    <a:pt x="1788" y="331"/>
                  </a:cubicBezTo>
                  <a:cubicBezTo>
                    <a:pt x="1716" y="438"/>
                    <a:pt x="1648" y="543"/>
                    <a:pt x="1579" y="650"/>
                  </a:cubicBezTo>
                  <a:cubicBezTo>
                    <a:pt x="1446" y="866"/>
                    <a:pt x="1321" y="1081"/>
                    <a:pt x="1203" y="1303"/>
                  </a:cubicBezTo>
                  <a:cubicBezTo>
                    <a:pt x="966" y="1745"/>
                    <a:pt x="761" y="2204"/>
                    <a:pt x="582" y="2678"/>
                  </a:cubicBezTo>
                  <a:cubicBezTo>
                    <a:pt x="227" y="3626"/>
                    <a:pt x="0" y="4652"/>
                    <a:pt x="15" y="5718"/>
                  </a:cubicBezTo>
                  <a:cubicBezTo>
                    <a:pt x="15" y="5822"/>
                    <a:pt x="18" y="6049"/>
                    <a:pt x="68" y="6256"/>
                  </a:cubicBezTo>
                  <a:cubicBezTo>
                    <a:pt x="115" y="6465"/>
                    <a:pt x="205" y="6680"/>
                    <a:pt x="330" y="6864"/>
                  </a:cubicBezTo>
                  <a:cubicBezTo>
                    <a:pt x="585" y="7240"/>
                    <a:pt x="933" y="7452"/>
                    <a:pt x="1235" y="7578"/>
                  </a:cubicBezTo>
                  <a:cubicBezTo>
                    <a:pt x="1544" y="7707"/>
                    <a:pt x="1831" y="7768"/>
                    <a:pt x="2104" y="7804"/>
                  </a:cubicBezTo>
                  <a:cubicBezTo>
                    <a:pt x="2380" y="7840"/>
                    <a:pt x="2642" y="7847"/>
                    <a:pt x="2901" y="7847"/>
                  </a:cubicBezTo>
                  <a:cubicBezTo>
                    <a:pt x="3927" y="7822"/>
                    <a:pt x="4860" y="7628"/>
                    <a:pt x="5800" y="7341"/>
                  </a:cubicBezTo>
                  <a:lnTo>
                    <a:pt x="5603" y="6397"/>
                  </a:lnTo>
                  <a:cubicBezTo>
                    <a:pt x="5166" y="6423"/>
                    <a:pt x="4720" y="6442"/>
                    <a:pt x="4281" y="6442"/>
                  </a:cubicBezTo>
                  <a:cubicBezTo>
                    <a:pt x="3831" y="6442"/>
                    <a:pt x="3389" y="6422"/>
                    <a:pt x="2972" y="6372"/>
                  </a:cubicBezTo>
                  <a:cubicBezTo>
                    <a:pt x="2563" y="6325"/>
                    <a:pt x="2161" y="6225"/>
                    <a:pt x="1928" y="6092"/>
                  </a:cubicBezTo>
                  <a:cubicBezTo>
                    <a:pt x="1809" y="6024"/>
                    <a:pt x="1763" y="5959"/>
                    <a:pt x="1769" y="5938"/>
                  </a:cubicBezTo>
                  <a:lnTo>
                    <a:pt x="1773" y="5905"/>
                  </a:lnTo>
                  <a:lnTo>
                    <a:pt x="1784" y="5754"/>
                  </a:lnTo>
                  <a:cubicBezTo>
                    <a:pt x="1834" y="4961"/>
                    <a:pt x="2061" y="4157"/>
                    <a:pt x="2376" y="3382"/>
                  </a:cubicBezTo>
                  <a:cubicBezTo>
                    <a:pt x="2538" y="2991"/>
                    <a:pt x="2728" y="2610"/>
                    <a:pt x="2929" y="2237"/>
                  </a:cubicBezTo>
                  <a:cubicBezTo>
                    <a:pt x="3030" y="2050"/>
                    <a:pt x="3137" y="1863"/>
                    <a:pt x="3249" y="1684"/>
                  </a:cubicBezTo>
                  <a:lnTo>
                    <a:pt x="3417" y="1419"/>
                  </a:lnTo>
                  <a:cubicBezTo>
                    <a:pt x="3471" y="1336"/>
                    <a:pt x="3539" y="1235"/>
                    <a:pt x="3578" y="1178"/>
                  </a:cubicBezTo>
                  <a:lnTo>
                    <a:pt x="2024"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8"/>
            <p:cNvSpPr/>
            <p:nvPr/>
          </p:nvSpPr>
          <p:spPr>
            <a:xfrm>
              <a:off x="5297766" y="2639787"/>
              <a:ext cx="193528" cy="199147"/>
            </a:xfrm>
            <a:custGeom>
              <a:rect b="b" l="l" r="r" t="t"/>
              <a:pathLst>
                <a:path extrusionOk="0" h="5068" w="4925">
                  <a:moveTo>
                    <a:pt x="2971" y="1"/>
                  </a:moveTo>
                  <a:cubicBezTo>
                    <a:pt x="2873" y="1"/>
                    <a:pt x="2766" y="14"/>
                    <a:pt x="2649" y="43"/>
                  </a:cubicBezTo>
                  <a:cubicBezTo>
                    <a:pt x="1863" y="236"/>
                    <a:pt x="0" y="3338"/>
                    <a:pt x="0" y="3338"/>
                  </a:cubicBezTo>
                  <a:lnTo>
                    <a:pt x="4174" y="5067"/>
                  </a:lnTo>
                  <a:cubicBezTo>
                    <a:pt x="4174" y="5067"/>
                    <a:pt x="4924" y="2705"/>
                    <a:pt x="4454" y="1761"/>
                  </a:cubicBezTo>
                  <a:cubicBezTo>
                    <a:pt x="4017" y="883"/>
                    <a:pt x="3772" y="1"/>
                    <a:pt x="29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8"/>
            <p:cNvSpPr/>
            <p:nvPr/>
          </p:nvSpPr>
          <p:spPr>
            <a:xfrm>
              <a:off x="5488310" y="2958906"/>
              <a:ext cx="102442" cy="63068"/>
            </a:xfrm>
            <a:custGeom>
              <a:rect b="b" l="l" r="r" t="t"/>
              <a:pathLst>
                <a:path extrusionOk="0" h="1605" w="2607">
                  <a:moveTo>
                    <a:pt x="2606" y="1"/>
                  </a:moveTo>
                  <a:lnTo>
                    <a:pt x="696" y="202"/>
                  </a:lnTo>
                  <a:lnTo>
                    <a:pt x="0" y="765"/>
                  </a:lnTo>
                  <a:cubicBezTo>
                    <a:pt x="312" y="1494"/>
                    <a:pt x="1533" y="1605"/>
                    <a:pt x="1533" y="1605"/>
                  </a:cubicBezTo>
                  <a:lnTo>
                    <a:pt x="2606"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8"/>
            <p:cNvSpPr/>
            <p:nvPr/>
          </p:nvSpPr>
          <p:spPr>
            <a:xfrm>
              <a:off x="5548510" y="2958906"/>
              <a:ext cx="95801" cy="96076"/>
            </a:xfrm>
            <a:custGeom>
              <a:rect b="b" l="l" r="r" t="t"/>
              <a:pathLst>
                <a:path extrusionOk="0" h="2445" w="2438">
                  <a:moveTo>
                    <a:pt x="1074" y="1"/>
                  </a:moveTo>
                  <a:lnTo>
                    <a:pt x="1" y="1605"/>
                  </a:lnTo>
                  <a:lnTo>
                    <a:pt x="970" y="2445"/>
                  </a:lnTo>
                  <a:lnTo>
                    <a:pt x="2438" y="851"/>
                  </a:lnTo>
                  <a:lnTo>
                    <a:pt x="1074"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8"/>
            <p:cNvSpPr/>
            <p:nvPr/>
          </p:nvSpPr>
          <p:spPr>
            <a:xfrm>
              <a:off x="5395494" y="4767365"/>
              <a:ext cx="39099" cy="18940"/>
            </a:xfrm>
            <a:custGeom>
              <a:rect b="b" l="l" r="r" t="t"/>
              <a:pathLst>
                <a:path extrusionOk="0" h="482" w="995">
                  <a:moveTo>
                    <a:pt x="796" y="88"/>
                  </a:moveTo>
                  <a:cubicBezTo>
                    <a:pt x="818" y="88"/>
                    <a:pt x="836" y="91"/>
                    <a:pt x="851" y="98"/>
                  </a:cubicBezTo>
                  <a:cubicBezTo>
                    <a:pt x="865" y="105"/>
                    <a:pt x="883" y="119"/>
                    <a:pt x="890" y="159"/>
                  </a:cubicBezTo>
                  <a:cubicBezTo>
                    <a:pt x="901" y="227"/>
                    <a:pt x="887" y="281"/>
                    <a:pt x="843" y="316"/>
                  </a:cubicBezTo>
                  <a:cubicBezTo>
                    <a:pt x="789" y="368"/>
                    <a:pt x="685" y="393"/>
                    <a:pt x="545" y="393"/>
                  </a:cubicBezTo>
                  <a:cubicBezTo>
                    <a:pt x="438" y="393"/>
                    <a:pt x="310" y="378"/>
                    <a:pt x="166" y="349"/>
                  </a:cubicBezTo>
                  <a:cubicBezTo>
                    <a:pt x="372" y="227"/>
                    <a:pt x="650" y="88"/>
                    <a:pt x="796" y="88"/>
                  </a:cubicBezTo>
                  <a:close/>
                  <a:moveTo>
                    <a:pt x="792" y="1"/>
                  </a:moveTo>
                  <a:cubicBezTo>
                    <a:pt x="533" y="1"/>
                    <a:pt x="82" y="297"/>
                    <a:pt x="25" y="334"/>
                  </a:cubicBezTo>
                  <a:cubicBezTo>
                    <a:pt x="11" y="342"/>
                    <a:pt x="0" y="359"/>
                    <a:pt x="4" y="378"/>
                  </a:cubicBezTo>
                  <a:cubicBezTo>
                    <a:pt x="7" y="396"/>
                    <a:pt x="22" y="410"/>
                    <a:pt x="40" y="414"/>
                  </a:cubicBezTo>
                  <a:cubicBezTo>
                    <a:pt x="172" y="446"/>
                    <a:pt x="366" y="482"/>
                    <a:pt x="542" y="482"/>
                  </a:cubicBezTo>
                  <a:cubicBezTo>
                    <a:pt x="689" y="482"/>
                    <a:pt x="825" y="457"/>
                    <a:pt x="905" y="385"/>
                  </a:cubicBezTo>
                  <a:cubicBezTo>
                    <a:pt x="969" y="328"/>
                    <a:pt x="994" y="245"/>
                    <a:pt x="980" y="144"/>
                  </a:cubicBezTo>
                  <a:cubicBezTo>
                    <a:pt x="969" y="69"/>
                    <a:pt x="923" y="33"/>
                    <a:pt x="887" y="19"/>
                  </a:cubicBezTo>
                  <a:cubicBezTo>
                    <a:pt x="860" y="7"/>
                    <a:pt x="828" y="1"/>
                    <a:pt x="79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8"/>
            <p:cNvSpPr/>
            <p:nvPr/>
          </p:nvSpPr>
          <p:spPr>
            <a:xfrm>
              <a:off x="5395612" y="4749799"/>
              <a:ext cx="23341" cy="33990"/>
            </a:xfrm>
            <a:custGeom>
              <a:rect b="b" l="l" r="r" t="t"/>
              <a:pathLst>
                <a:path extrusionOk="0" h="865" w="594">
                  <a:moveTo>
                    <a:pt x="385" y="92"/>
                  </a:moveTo>
                  <a:cubicBezTo>
                    <a:pt x="446" y="100"/>
                    <a:pt x="456" y="125"/>
                    <a:pt x="461" y="147"/>
                  </a:cubicBezTo>
                  <a:cubicBezTo>
                    <a:pt x="489" y="279"/>
                    <a:pt x="274" y="588"/>
                    <a:pt x="94" y="731"/>
                  </a:cubicBezTo>
                  <a:cubicBezTo>
                    <a:pt x="101" y="548"/>
                    <a:pt x="144" y="240"/>
                    <a:pt x="267" y="132"/>
                  </a:cubicBezTo>
                  <a:cubicBezTo>
                    <a:pt x="295" y="103"/>
                    <a:pt x="327" y="92"/>
                    <a:pt x="367" y="92"/>
                  </a:cubicBezTo>
                  <a:close/>
                  <a:moveTo>
                    <a:pt x="361" y="0"/>
                  </a:moveTo>
                  <a:cubicBezTo>
                    <a:pt x="303" y="0"/>
                    <a:pt x="250" y="22"/>
                    <a:pt x="206" y="64"/>
                  </a:cubicBezTo>
                  <a:cubicBezTo>
                    <a:pt x="1" y="246"/>
                    <a:pt x="1" y="796"/>
                    <a:pt x="1" y="818"/>
                  </a:cubicBezTo>
                  <a:cubicBezTo>
                    <a:pt x="1" y="836"/>
                    <a:pt x="12" y="849"/>
                    <a:pt x="22" y="857"/>
                  </a:cubicBezTo>
                  <a:cubicBezTo>
                    <a:pt x="30" y="861"/>
                    <a:pt x="37" y="864"/>
                    <a:pt x="47" y="864"/>
                  </a:cubicBezTo>
                  <a:cubicBezTo>
                    <a:pt x="55" y="864"/>
                    <a:pt x="62" y="861"/>
                    <a:pt x="69" y="857"/>
                  </a:cubicBezTo>
                  <a:cubicBezTo>
                    <a:pt x="249" y="756"/>
                    <a:pt x="593" y="344"/>
                    <a:pt x="550" y="128"/>
                  </a:cubicBezTo>
                  <a:cubicBezTo>
                    <a:pt x="542" y="89"/>
                    <a:pt x="511" y="17"/>
                    <a:pt x="396" y="3"/>
                  </a:cubicBezTo>
                  <a:cubicBezTo>
                    <a:pt x="384" y="1"/>
                    <a:pt x="373" y="0"/>
                    <a:pt x="36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8"/>
            <p:cNvSpPr/>
            <p:nvPr/>
          </p:nvSpPr>
          <p:spPr>
            <a:xfrm>
              <a:off x="5732413" y="4767404"/>
              <a:ext cx="46722" cy="19058"/>
            </a:xfrm>
            <a:custGeom>
              <a:rect b="b" l="l" r="r" t="t"/>
              <a:pathLst>
                <a:path extrusionOk="0" h="485" w="1189">
                  <a:moveTo>
                    <a:pt x="977" y="88"/>
                  </a:moveTo>
                  <a:cubicBezTo>
                    <a:pt x="1011" y="88"/>
                    <a:pt x="1039" y="93"/>
                    <a:pt x="1060" y="104"/>
                  </a:cubicBezTo>
                  <a:cubicBezTo>
                    <a:pt x="1081" y="115"/>
                    <a:pt x="1089" y="129"/>
                    <a:pt x="1092" y="154"/>
                  </a:cubicBezTo>
                  <a:cubicBezTo>
                    <a:pt x="1099" y="215"/>
                    <a:pt x="1081" y="262"/>
                    <a:pt x="1042" y="298"/>
                  </a:cubicBezTo>
                  <a:cubicBezTo>
                    <a:pt x="973" y="361"/>
                    <a:pt x="830" y="392"/>
                    <a:pt x="634" y="392"/>
                  </a:cubicBezTo>
                  <a:cubicBezTo>
                    <a:pt x="506" y="392"/>
                    <a:pt x="356" y="378"/>
                    <a:pt x="188" y="352"/>
                  </a:cubicBezTo>
                  <a:cubicBezTo>
                    <a:pt x="449" y="225"/>
                    <a:pt x="798" y="88"/>
                    <a:pt x="977" y="88"/>
                  </a:cubicBezTo>
                  <a:close/>
                  <a:moveTo>
                    <a:pt x="979" y="0"/>
                  </a:moveTo>
                  <a:cubicBezTo>
                    <a:pt x="673" y="0"/>
                    <a:pt x="100" y="293"/>
                    <a:pt x="26" y="330"/>
                  </a:cubicBezTo>
                  <a:cubicBezTo>
                    <a:pt x="12" y="341"/>
                    <a:pt x="1" y="358"/>
                    <a:pt x="4" y="377"/>
                  </a:cubicBezTo>
                  <a:cubicBezTo>
                    <a:pt x="4" y="395"/>
                    <a:pt x="19" y="409"/>
                    <a:pt x="40" y="416"/>
                  </a:cubicBezTo>
                  <a:cubicBezTo>
                    <a:pt x="202" y="449"/>
                    <a:pt x="428" y="484"/>
                    <a:pt x="640" y="484"/>
                  </a:cubicBezTo>
                  <a:cubicBezTo>
                    <a:pt x="830" y="484"/>
                    <a:pt x="1003" y="452"/>
                    <a:pt x="1103" y="366"/>
                  </a:cubicBezTo>
                  <a:cubicBezTo>
                    <a:pt x="1164" y="308"/>
                    <a:pt x="1189" y="237"/>
                    <a:pt x="1182" y="143"/>
                  </a:cubicBezTo>
                  <a:cubicBezTo>
                    <a:pt x="1175" y="93"/>
                    <a:pt x="1150" y="50"/>
                    <a:pt x="1103" y="25"/>
                  </a:cubicBezTo>
                  <a:cubicBezTo>
                    <a:pt x="1070" y="8"/>
                    <a:pt x="1028" y="0"/>
                    <a:pt x="97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8"/>
            <p:cNvSpPr/>
            <p:nvPr/>
          </p:nvSpPr>
          <p:spPr>
            <a:xfrm>
              <a:off x="5732413" y="4749799"/>
              <a:ext cx="29118" cy="33990"/>
            </a:xfrm>
            <a:custGeom>
              <a:rect b="b" l="l" r="r" t="t"/>
              <a:pathLst>
                <a:path extrusionOk="0" h="865" w="741">
                  <a:moveTo>
                    <a:pt x="525" y="92"/>
                  </a:moveTo>
                  <a:cubicBezTo>
                    <a:pt x="607" y="100"/>
                    <a:pt x="612" y="135"/>
                    <a:pt x="615" y="147"/>
                  </a:cubicBezTo>
                  <a:cubicBezTo>
                    <a:pt x="637" y="276"/>
                    <a:pt x="332" y="599"/>
                    <a:pt x="102" y="738"/>
                  </a:cubicBezTo>
                  <a:cubicBezTo>
                    <a:pt x="123" y="588"/>
                    <a:pt x="184" y="279"/>
                    <a:pt x="342" y="150"/>
                  </a:cubicBezTo>
                  <a:cubicBezTo>
                    <a:pt x="389" y="110"/>
                    <a:pt x="439" y="92"/>
                    <a:pt x="496" y="92"/>
                  </a:cubicBezTo>
                  <a:close/>
                  <a:moveTo>
                    <a:pt x="496" y="1"/>
                  </a:moveTo>
                  <a:cubicBezTo>
                    <a:pt x="420" y="1"/>
                    <a:pt x="347" y="29"/>
                    <a:pt x="284" y="82"/>
                  </a:cubicBezTo>
                  <a:cubicBezTo>
                    <a:pt x="44" y="279"/>
                    <a:pt x="4" y="793"/>
                    <a:pt x="4" y="814"/>
                  </a:cubicBezTo>
                  <a:cubicBezTo>
                    <a:pt x="1" y="832"/>
                    <a:pt x="9" y="846"/>
                    <a:pt x="22" y="857"/>
                  </a:cubicBezTo>
                  <a:cubicBezTo>
                    <a:pt x="30" y="861"/>
                    <a:pt x="40" y="864"/>
                    <a:pt x="47" y="864"/>
                  </a:cubicBezTo>
                  <a:cubicBezTo>
                    <a:pt x="55" y="864"/>
                    <a:pt x="62" y="861"/>
                    <a:pt x="65" y="861"/>
                  </a:cubicBezTo>
                  <a:cubicBezTo>
                    <a:pt x="299" y="753"/>
                    <a:pt x="741" y="351"/>
                    <a:pt x="705" y="132"/>
                  </a:cubicBezTo>
                  <a:cubicBezTo>
                    <a:pt x="693" y="78"/>
                    <a:pt x="658" y="14"/>
                    <a:pt x="532" y="3"/>
                  </a:cubicBezTo>
                  <a:cubicBezTo>
                    <a:pt x="520" y="1"/>
                    <a:pt x="508" y="1"/>
                    <a:pt x="49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8"/>
            <p:cNvSpPr/>
            <p:nvPr/>
          </p:nvSpPr>
          <p:spPr>
            <a:xfrm>
              <a:off x="5530867" y="2460324"/>
              <a:ext cx="185944" cy="209207"/>
            </a:xfrm>
            <a:custGeom>
              <a:rect b="b" l="l" r="r" t="t"/>
              <a:pathLst>
                <a:path extrusionOk="0" h="5324" w="4732">
                  <a:moveTo>
                    <a:pt x="44" y="1"/>
                  </a:moveTo>
                  <a:lnTo>
                    <a:pt x="44" y="1"/>
                  </a:lnTo>
                  <a:cubicBezTo>
                    <a:pt x="274" y="1131"/>
                    <a:pt x="787" y="3421"/>
                    <a:pt x="1" y="4179"/>
                  </a:cubicBezTo>
                  <a:cubicBezTo>
                    <a:pt x="1" y="4179"/>
                    <a:pt x="320" y="5324"/>
                    <a:pt x="2420" y="5324"/>
                  </a:cubicBezTo>
                  <a:cubicBezTo>
                    <a:pt x="4732" y="5324"/>
                    <a:pt x="3518" y="4179"/>
                    <a:pt x="3518" y="4179"/>
                  </a:cubicBezTo>
                  <a:cubicBezTo>
                    <a:pt x="2255" y="3877"/>
                    <a:pt x="2280" y="2940"/>
                    <a:pt x="2496" y="2061"/>
                  </a:cubicBezTo>
                  <a:lnTo>
                    <a:pt x="44"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8"/>
            <p:cNvSpPr/>
            <p:nvPr/>
          </p:nvSpPr>
          <p:spPr>
            <a:xfrm>
              <a:off x="5716066" y="2364954"/>
              <a:ext cx="35444" cy="16268"/>
            </a:xfrm>
            <a:custGeom>
              <a:rect b="b" l="l" r="r" t="t"/>
              <a:pathLst>
                <a:path extrusionOk="0" h="414" w="902">
                  <a:moveTo>
                    <a:pt x="668" y="0"/>
                  </a:moveTo>
                  <a:cubicBezTo>
                    <a:pt x="514" y="0"/>
                    <a:pt x="268" y="41"/>
                    <a:pt x="37" y="256"/>
                  </a:cubicBezTo>
                  <a:cubicBezTo>
                    <a:pt x="1" y="291"/>
                    <a:pt x="1" y="349"/>
                    <a:pt x="33" y="385"/>
                  </a:cubicBezTo>
                  <a:cubicBezTo>
                    <a:pt x="51" y="403"/>
                    <a:pt x="76" y="414"/>
                    <a:pt x="102" y="414"/>
                  </a:cubicBezTo>
                  <a:cubicBezTo>
                    <a:pt x="123" y="414"/>
                    <a:pt x="145" y="407"/>
                    <a:pt x="162" y="389"/>
                  </a:cubicBezTo>
                  <a:cubicBezTo>
                    <a:pt x="349" y="213"/>
                    <a:pt x="548" y="181"/>
                    <a:pt x="669" y="181"/>
                  </a:cubicBezTo>
                  <a:cubicBezTo>
                    <a:pt x="733" y="181"/>
                    <a:pt x="774" y="190"/>
                    <a:pt x="780" y="192"/>
                  </a:cubicBezTo>
                  <a:cubicBezTo>
                    <a:pt x="786" y="193"/>
                    <a:pt x="793" y="194"/>
                    <a:pt x="800" y="194"/>
                  </a:cubicBezTo>
                  <a:cubicBezTo>
                    <a:pt x="842" y="194"/>
                    <a:pt x="879" y="167"/>
                    <a:pt x="891" y="127"/>
                  </a:cubicBezTo>
                  <a:cubicBezTo>
                    <a:pt x="902" y="76"/>
                    <a:pt x="873" y="26"/>
                    <a:pt x="823" y="16"/>
                  </a:cubicBezTo>
                  <a:cubicBezTo>
                    <a:pt x="817" y="14"/>
                    <a:pt x="758" y="0"/>
                    <a:pt x="6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8"/>
            <p:cNvSpPr/>
            <p:nvPr/>
          </p:nvSpPr>
          <p:spPr>
            <a:xfrm>
              <a:off x="5721292" y="2426884"/>
              <a:ext cx="21887" cy="44757"/>
            </a:xfrm>
            <a:custGeom>
              <a:rect b="b" l="l" r="r" t="t"/>
              <a:pathLst>
                <a:path extrusionOk="0" h="1139" w="557">
                  <a:moveTo>
                    <a:pt x="244" y="1"/>
                  </a:moveTo>
                  <a:lnTo>
                    <a:pt x="0" y="1056"/>
                  </a:lnTo>
                  <a:cubicBezTo>
                    <a:pt x="0" y="1056"/>
                    <a:pt x="159" y="1139"/>
                    <a:pt x="336" y="1139"/>
                  </a:cubicBezTo>
                  <a:cubicBezTo>
                    <a:pt x="410" y="1139"/>
                    <a:pt x="487" y="1125"/>
                    <a:pt x="557" y="1084"/>
                  </a:cubicBezTo>
                  <a:cubicBezTo>
                    <a:pt x="348" y="705"/>
                    <a:pt x="244" y="1"/>
                    <a:pt x="244" y="1"/>
                  </a:cubicBezTo>
                  <a:close/>
                </a:path>
              </a:pathLst>
            </a:custGeom>
            <a:solidFill>
              <a:srgbClr val="DE5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8"/>
            <p:cNvSpPr/>
            <p:nvPr/>
          </p:nvSpPr>
          <p:spPr>
            <a:xfrm>
              <a:off x="5726637" y="2406332"/>
              <a:ext cx="16543" cy="21691"/>
            </a:xfrm>
            <a:custGeom>
              <a:rect b="b" l="l" r="r" t="t"/>
              <a:pathLst>
                <a:path extrusionOk="0" h="552" w="421">
                  <a:moveTo>
                    <a:pt x="248" y="1"/>
                  </a:moveTo>
                  <a:cubicBezTo>
                    <a:pt x="159" y="1"/>
                    <a:pt x="66" y="99"/>
                    <a:pt x="33" y="233"/>
                  </a:cubicBezTo>
                  <a:cubicBezTo>
                    <a:pt x="1" y="384"/>
                    <a:pt x="51" y="524"/>
                    <a:pt x="148" y="549"/>
                  </a:cubicBezTo>
                  <a:cubicBezTo>
                    <a:pt x="156" y="551"/>
                    <a:pt x="165" y="552"/>
                    <a:pt x="174" y="552"/>
                  </a:cubicBezTo>
                  <a:cubicBezTo>
                    <a:pt x="264" y="552"/>
                    <a:pt x="356" y="453"/>
                    <a:pt x="388" y="320"/>
                  </a:cubicBezTo>
                  <a:cubicBezTo>
                    <a:pt x="421" y="169"/>
                    <a:pt x="371" y="28"/>
                    <a:pt x="274" y="3"/>
                  </a:cubicBezTo>
                  <a:cubicBezTo>
                    <a:pt x="265" y="2"/>
                    <a:pt x="257" y="1"/>
                    <a:pt x="2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8"/>
            <p:cNvSpPr/>
            <p:nvPr/>
          </p:nvSpPr>
          <p:spPr>
            <a:xfrm>
              <a:off x="5735557" y="2405743"/>
              <a:ext cx="15129" cy="4401"/>
            </a:xfrm>
            <a:custGeom>
              <a:rect b="b" l="l" r="r" t="t"/>
              <a:pathLst>
                <a:path extrusionOk="0" h="112" w="385">
                  <a:moveTo>
                    <a:pt x="384" y="0"/>
                  </a:moveTo>
                  <a:lnTo>
                    <a:pt x="0" y="18"/>
                  </a:lnTo>
                  <a:cubicBezTo>
                    <a:pt x="43" y="88"/>
                    <a:pt x="97" y="111"/>
                    <a:pt x="151" y="111"/>
                  </a:cubicBezTo>
                  <a:cubicBezTo>
                    <a:pt x="268" y="111"/>
                    <a:pt x="384" y="0"/>
                    <a:pt x="3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8"/>
            <p:cNvSpPr/>
            <p:nvPr/>
          </p:nvSpPr>
          <p:spPr>
            <a:xfrm>
              <a:off x="5651897" y="4608414"/>
              <a:ext cx="78865" cy="173527"/>
            </a:xfrm>
            <a:custGeom>
              <a:rect b="b" l="l" r="r" t="t"/>
              <a:pathLst>
                <a:path extrusionOk="0" h="4416" w="2007">
                  <a:moveTo>
                    <a:pt x="101" y="1"/>
                  </a:moveTo>
                  <a:lnTo>
                    <a:pt x="1" y="4416"/>
                  </a:lnTo>
                  <a:lnTo>
                    <a:pt x="1907" y="4416"/>
                  </a:lnTo>
                  <a:lnTo>
                    <a:pt x="2007"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8"/>
            <p:cNvSpPr/>
            <p:nvPr/>
          </p:nvSpPr>
          <p:spPr>
            <a:xfrm>
              <a:off x="5311559" y="4608414"/>
              <a:ext cx="97923" cy="173527"/>
            </a:xfrm>
            <a:custGeom>
              <a:rect b="b" l="l" r="r" t="t"/>
              <a:pathLst>
                <a:path extrusionOk="0" h="4416" w="2492">
                  <a:moveTo>
                    <a:pt x="586" y="1"/>
                  </a:moveTo>
                  <a:lnTo>
                    <a:pt x="1" y="4416"/>
                  </a:lnTo>
                  <a:lnTo>
                    <a:pt x="1906" y="4416"/>
                  </a:lnTo>
                  <a:lnTo>
                    <a:pt x="2492"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8"/>
            <p:cNvSpPr/>
            <p:nvPr/>
          </p:nvSpPr>
          <p:spPr>
            <a:xfrm>
              <a:off x="5290811" y="4773298"/>
              <a:ext cx="214001" cy="85074"/>
            </a:xfrm>
            <a:custGeom>
              <a:rect b="b" l="l" r="r" t="t"/>
              <a:pathLst>
                <a:path extrusionOk="0" h="2165" w="5446">
                  <a:moveTo>
                    <a:pt x="410" y="1"/>
                  </a:moveTo>
                  <a:cubicBezTo>
                    <a:pt x="331" y="1"/>
                    <a:pt x="270" y="54"/>
                    <a:pt x="259" y="130"/>
                  </a:cubicBezTo>
                  <a:lnTo>
                    <a:pt x="26" y="1824"/>
                  </a:lnTo>
                  <a:cubicBezTo>
                    <a:pt x="1" y="1998"/>
                    <a:pt x="152" y="2161"/>
                    <a:pt x="329" y="2161"/>
                  </a:cubicBezTo>
                  <a:cubicBezTo>
                    <a:pt x="331" y="2161"/>
                    <a:pt x="333" y="2161"/>
                    <a:pt x="335" y="2161"/>
                  </a:cubicBezTo>
                  <a:cubicBezTo>
                    <a:pt x="1082" y="2151"/>
                    <a:pt x="1440" y="2108"/>
                    <a:pt x="2381" y="2108"/>
                  </a:cubicBezTo>
                  <a:cubicBezTo>
                    <a:pt x="2962" y="2108"/>
                    <a:pt x="3809" y="2165"/>
                    <a:pt x="4609" y="2165"/>
                  </a:cubicBezTo>
                  <a:cubicBezTo>
                    <a:pt x="5392" y="2165"/>
                    <a:pt x="5446" y="1376"/>
                    <a:pt x="5112" y="1303"/>
                  </a:cubicBezTo>
                  <a:cubicBezTo>
                    <a:pt x="3615" y="984"/>
                    <a:pt x="3378" y="539"/>
                    <a:pt x="2873" y="115"/>
                  </a:cubicBezTo>
                  <a:cubicBezTo>
                    <a:pt x="2779" y="40"/>
                    <a:pt x="2668" y="1"/>
                    <a:pt x="25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8"/>
            <p:cNvSpPr/>
            <p:nvPr/>
          </p:nvSpPr>
          <p:spPr>
            <a:xfrm>
              <a:off x="5629184" y="4773298"/>
              <a:ext cx="227675" cy="85074"/>
            </a:xfrm>
            <a:custGeom>
              <a:rect b="b" l="l" r="r" t="t"/>
              <a:pathLst>
                <a:path extrusionOk="0" h="2165" w="5794">
                  <a:moveTo>
                    <a:pt x="406" y="1"/>
                  </a:moveTo>
                  <a:cubicBezTo>
                    <a:pt x="331" y="1"/>
                    <a:pt x="267" y="54"/>
                    <a:pt x="255" y="130"/>
                  </a:cubicBezTo>
                  <a:lnTo>
                    <a:pt x="22" y="1824"/>
                  </a:lnTo>
                  <a:cubicBezTo>
                    <a:pt x="1" y="1998"/>
                    <a:pt x="148" y="2161"/>
                    <a:pt x="326" y="2161"/>
                  </a:cubicBezTo>
                  <a:cubicBezTo>
                    <a:pt x="328" y="2161"/>
                    <a:pt x="329" y="2161"/>
                    <a:pt x="331" y="2161"/>
                  </a:cubicBezTo>
                  <a:cubicBezTo>
                    <a:pt x="1077" y="2151"/>
                    <a:pt x="1437" y="2108"/>
                    <a:pt x="2381" y="2108"/>
                  </a:cubicBezTo>
                  <a:cubicBezTo>
                    <a:pt x="2959" y="2108"/>
                    <a:pt x="4157" y="2165"/>
                    <a:pt x="4957" y="2165"/>
                  </a:cubicBezTo>
                  <a:cubicBezTo>
                    <a:pt x="5740" y="2165"/>
                    <a:pt x="5794" y="1376"/>
                    <a:pt x="5460" y="1303"/>
                  </a:cubicBezTo>
                  <a:cubicBezTo>
                    <a:pt x="3967" y="984"/>
                    <a:pt x="3375" y="539"/>
                    <a:pt x="2868" y="115"/>
                  </a:cubicBezTo>
                  <a:cubicBezTo>
                    <a:pt x="2779" y="40"/>
                    <a:pt x="2664" y="1"/>
                    <a:pt x="25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8"/>
            <p:cNvSpPr/>
            <p:nvPr/>
          </p:nvSpPr>
          <p:spPr>
            <a:xfrm>
              <a:off x="5653744" y="4608571"/>
              <a:ext cx="77018" cy="89475"/>
            </a:xfrm>
            <a:custGeom>
              <a:rect b="b" l="l" r="r" t="t"/>
              <a:pathLst>
                <a:path extrusionOk="0" h="2277" w="1960">
                  <a:moveTo>
                    <a:pt x="51" y="0"/>
                  </a:moveTo>
                  <a:lnTo>
                    <a:pt x="0" y="2276"/>
                  </a:lnTo>
                  <a:lnTo>
                    <a:pt x="1910" y="2276"/>
                  </a:lnTo>
                  <a:lnTo>
                    <a:pt x="1960" y="0"/>
                  </a:lnTo>
                  <a:close/>
                </a:path>
              </a:pathLst>
            </a:custGeom>
            <a:solidFill>
              <a:srgbClr val="CE6F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8"/>
            <p:cNvSpPr/>
            <p:nvPr/>
          </p:nvSpPr>
          <p:spPr>
            <a:xfrm>
              <a:off x="5322718" y="4608571"/>
              <a:ext cx="86763" cy="89475"/>
            </a:xfrm>
            <a:custGeom>
              <a:rect b="b" l="l" r="r" t="t"/>
              <a:pathLst>
                <a:path extrusionOk="0" h="2277" w="2208">
                  <a:moveTo>
                    <a:pt x="302" y="0"/>
                  </a:moveTo>
                  <a:lnTo>
                    <a:pt x="0" y="2276"/>
                  </a:lnTo>
                  <a:lnTo>
                    <a:pt x="1906" y="2276"/>
                  </a:lnTo>
                  <a:lnTo>
                    <a:pt x="2208" y="0"/>
                  </a:lnTo>
                  <a:close/>
                </a:path>
              </a:pathLst>
            </a:custGeom>
            <a:solidFill>
              <a:srgbClr val="CE6F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8"/>
            <p:cNvSpPr/>
            <p:nvPr/>
          </p:nvSpPr>
          <p:spPr>
            <a:xfrm>
              <a:off x="5401860" y="2621986"/>
              <a:ext cx="429730" cy="473741"/>
            </a:xfrm>
            <a:custGeom>
              <a:rect b="b" l="l" r="r" t="t"/>
              <a:pathLst>
                <a:path extrusionOk="0" h="12056" w="10936">
                  <a:moveTo>
                    <a:pt x="5294" y="1"/>
                  </a:moveTo>
                  <a:cubicBezTo>
                    <a:pt x="4661" y="1"/>
                    <a:pt x="4009" y="29"/>
                    <a:pt x="3284" y="65"/>
                  </a:cubicBezTo>
                  <a:cubicBezTo>
                    <a:pt x="1622" y="143"/>
                    <a:pt x="0" y="496"/>
                    <a:pt x="0" y="496"/>
                  </a:cubicBezTo>
                  <a:cubicBezTo>
                    <a:pt x="1551" y="6963"/>
                    <a:pt x="1558" y="8905"/>
                    <a:pt x="1450" y="12056"/>
                  </a:cubicBezTo>
                  <a:lnTo>
                    <a:pt x="9188" y="12056"/>
                  </a:lnTo>
                  <a:cubicBezTo>
                    <a:pt x="10936" y="872"/>
                    <a:pt x="10025" y="552"/>
                    <a:pt x="10025" y="552"/>
                  </a:cubicBezTo>
                  <a:cubicBezTo>
                    <a:pt x="10025" y="552"/>
                    <a:pt x="8313" y="201"/>
                    <a:pt x="6801" y="65"/>
                  </a:cubicBezTo>
                  <a:cubicBezTo>
                    <a:pt x="6292" y="19"/>
                    <a:pt x="5799" y="1"/>
                    <a:pt x="52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8"/>
            <p:cNvSpPr/>
            <p:nvPr/>
          </p:nvSpPr>
          <p:spPr>
            <a:xfrm>
              <a:off x="5744595" y="2726905"/>
              <a:ext cx="303515" cy="331846"/>
            </a:xfrm>
            <a:custGeom>
              <a:rect b="b" l="l" r="r" t="t"/>
              <a:pathLst>
                <a:path extrusionOk="0" h="8445" w="7724">
                  <a:moveTo>
                    <a:pt x="1927" y="1"/>
                  </a:moveTo>
                  <a:lnTo>
                    <a:pt x="0" y="284"/>
                  </a:lnTo>
                  <a:cubicBezTo>
                    <a:pt x="79" y="844"/>
                    <a:pt x="179" y="1364"/>
                    <a:pt x="290" y="1896"/>
                  </a:cubicBezTo>
                  <a:cubicBezTo>
                    <a:pt x="398" y="2426"/>
                    <a:pt x="534" y="2954"/>
                    <a:pt x="682" y="3478"/>
                  </a:cubicBezTo>
                  <a:cubicBezTo>
                    <a:pt x="980" y="4530"/>
                    <a:pt x="1331" y="5578"/>
                    <a:pt x="1895" y="6608"/>
                  </a:cubicBezTo>
                  <a:cubicBezTo>
                    <a:pt x="2038" y="6866"/>
                    <a:pt x="2200" y="7121"/>
                    <a:pt x="2391" y="7376"/>
                  </a:cubicBezTo>
                  <a:cubicBezTo>
                    <a:pt x="2484" y="7502"/>
                    <a:pt x="2595" y="7628"/>
                    <a:pt x="2706" y="7749"/>
                  </a:cubicBezTo>
                  <a:cubicBezTo>
                    <a:pt x="2839" y="7890"/>
                    <a:pt x="2997" y="8026"/>
                    <a:pt x="3180" y="8141"/>
                  </a:cubicBezTo>
                  <a:cubicBezTo>
                    <a:pt x="3481" y="8337"/>
                    <a:pt x="3873" y="8445"/>
                    <a:pt x="4235" y="8445"/>
                  </a:cubicBezTo>
                  <a:cubicBezTo>
                    <a:pt x="4317" y="8445"/>
                    <a:pt x="4398" y="8439"/>
                    <a:pt x="4475" y="8428"/>
                  </a:cubicBezTo>
                  <a:cubicBezTo>
                    <a:pt x="4903" y="8374"/>
                    <a:pt x="5240" y="8213"/>
                    <a:pt x="5524" y="8037"/>
                  </a:cubicBezTo>
                  <a:cubicBezTo>
                    <a:pt x="6087" y="7678"/>
                    <a:pt x="6475" y="7237"/>
                    <a:pt x="6830" y="6791"/>
                  </a:cubicBezTo>
                  <a:cubicBezTo>
                    <a:pt x="7006" y="6569"/>
                    <a:pt x="7167" y="6339"/>
                    <a:pt x="7311" y="6102"/>
                  </a:cubicBezTo>
                  <a:cubicBezTo>
                    <a:pt x="7462" y="5862"/>
                    <a:pt x="7595" y="5632"/>
                    <a:pt x="7724" y="5367"/>
                  </a:cubicBezTo>
                  <a:lnTo>
                    <a:pt x="6909" y="4850"/>
                  </a:lnTo>
                  <a:cubicBezTo>
                    <a:pt x="6755" y="5025"/>
                    <a:pt x="6579" y="5219"/>
                    <a:pt x="6407" y="5398"/>
                  </a:cubicBezTo>
                  <a:cubicBezTo>
                    <a:pt x="6231" y="5574"/>
                    <a:pt x="6052" y="5746"/>
                    <a:pt x="5872" y="5912"/>
                  </a:cubicBezTo>
                  <a:cubicBezTo>
                    <a:pt x="5517" y="6238"/>
                    <a:pt x="5121" y="6522"/>
                    <a:pt x="4770" y="6684"/>
                  </a:cubicBezTo>
                  <a:cubicBezTo>
                    <a:pt x="4608" y="6756"/>
                    <a:pt x="4459" y="6792"/>
                    <a:pt x="4358" y="6792"/>
                  </a:cubicBezTo>
                  <a:cubicBezTo>
                    <a:pt x="4349" y="6792"/>
                    <a:pt x="4340" y="6792"/>
                    <a:pt x="4332" y="6791"/>
                  </a:cubicBezTo>
                  <a:cubicBezTo>
                    <a:pt x="4231" y="6784"/>
                    <a:pt x="4200" y="6755"/>
                    <a:pt x="4131" y="6702"/>
                  </a:cubicBezTo>
                  <a:cubicBezTo>
                    <a:pt x="4095" y="6672"/>
                    <a:pt x="4056" y="6629"/>
                    <a:pt x="4013" y="6576"/>
                  </a:cubicBezTo>
                  <a:cubicBezTo>
                    <a:pt x="3955" y="6497"/>
                    <a:pt x="3894" y="6422"/>
                    <a:pt x="3837" y="6332"/>
                  </a:cubicBezTo>
                  <a:cubicBezTo>
                    <a:pt x="3722" y="6160"/>
                    <a:pt x="3610" y="5966"/>
                    <a:pt x="3514" y="5754"/>
                  </a:cubicBezTo>
                  <a:cubicBezTo>
                    <a:pt x="3305" y="5342"/>
                    <a:pt x="3133" y="4882"/>
                    <a:pt x="2979" y="4415"/>
                  </a:cubicBezTo>
                  <a:cubicBezTo>
                    <a:pt x="2821" y="3949"/>
                    <a:pt x="2681" y="3464"/>
                    <a:pt x="2555" y="2976"/>
                  </a:cubicBezTo>
                  <a:cubicBezTo>
                    <a:pt x="2311" y="1999"/>
                    <a:pt x="2096" y="980"/>
                    <a:pt x="1927" y="1"/>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8"/>
            <p:cNvSpPr/>
            <p:nvPr/>
          </p:nvSpPr>
          <p:spPr>
            <a:xfrm>
              <a:off x="5682076" y="2638490"/>
              <a:ext cx="167161" cy="221034"/>
            </a:xfrm>
            <a:custGeom>
              <a:rect b="b" l="l" r="r" t="t"/>
              <a:pathLst>
                <a:path extrusionOk="0" h="5625" w="4254">
                  <a:moveTo>
                    <a:pt x="2031" y="1"/>
                  </a:moveTo>
                  <a:cubicBezTo>
                    <a:pt x="1432" y="1"/>
                    <a:pt x="1040" y="273"/>
                    <a:pt x="600" y="911"/>
                  </a:cubicBezTo>
                  <a:cubicBezTo>
                    <a:pt x="1" y="1777"/>
                    <a:pt x="1235" y="5624"/>
                    <a:pt x="1235" y="5624"/>
                  </a:cubicBezTo>
                  <a:lnTo>
                    <a:pt x="4254" y="3564"/>
                  </a:lnTo>
                  <a:cubicBezTo>
                    <a:pt x="4254" y="3564"/>
                    <a:pt x="3684" y="330"/>
                    <a:pt x="2894" y="132"/>
                  </a:cubicBezTo>
                  <a:cubicBezTo>
                    <a:pt x="2559" y="47"/>
                    <a:pt x="2278" y="1"/>
                    <a:pt x="20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8"/>
            <p:cNvSpPr/>
            <p:nvPr/>
          </p:nvSpPr>
          <p:spPr>
            <a:xfrm>
              <a:off x="5997618" y="2884126"/>
              <a:ext cx="87038" cy="62676"/>
            </a:xfrm>
            <a:custGeom>
              <a:rect b="b" l="l" r="r" t="t"/>
              <a:pathLst>
                <a:path extrusionOk="0" h="1595" w="2215">
                  <a:moveTo>
                    <a:pt x="423" y="1"/>
                  </a:moveTo>
                  <a:cubicBezTo>
                    <a:pt x="423" y="1"/>
                    <a:pt x="0" y="856"/>
                    <a:pt x="287" y="1595"/>
                  </a:cubicBezTo>
                  <a:lnTo>
                    <a:pt x="1181" y="1513"/>
                  </a:lnTo>
                  <a:lnTo>
                    <a:pt x="2214" y="37"/>
                  </a:lnTo>
                  <a:lnTo>
                    <a:pt x="423" y="1"/>
                  </a:ln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4" name="Google Shape;584;p38"/>
            <p:cNvGrpSpPr/>
            <p:nvPr/>
          </p:nvGrpSpPr>
          <p:grpSpPr>
            <a:xfrm>
              <a:off x="5932859" y="2488224"/>
              <a:ext cx="384109" cy="413192"/>
              <a:chOff x="5932859" y="2488224"/>
              <a:chExt cx="384109" cy="413192"/>
            </a:xfrm>
          </p:grpSpPr>
          <p:sp>
            <p:nvSpPr>
              <p:cNvPr id="585" name="Google Shape;585;p38"/>
              <p:cNvSpPr/>
              <p:nvPr/>
            </p:nvSpPr>
            <p:spPr>
              <a:xfrm>
                <a:off x="5978835" y="2512234"/>
                <a:ext cx="274515" cy="202880"/>
              </a:xfrm>
              <a:custGeom>
                <a:rect b="b" l="l" r="r" t="t"/>
                <a:pathLst>
                  <a:path extrusionOk="0" h="5163" w="6986">
                    <a:moveTo>
                      <a:pt x="3188" y="0"/>
                    </a:moveTo>
                    <a:cubicBezTo>
                      <a:pt x="1864" y="191"/>
                      <a:pt x="683" y="1088"/>
                      <a:pt x="191" y="2434"/>
                    </a:cubicBezTo>
                    <a:cubicBezTo>
                      <a:pt x="98" y="2689"/>
                      <a:pt x="36" y="2947"/>
                      <a:pt x="0" y="3209"/>
                    </a:cubicBezTo>
                    <a:lnTo>
                      <a:pt x="5718" y="542"/>
                    </a:lnTo>
                    <a:cubicBezTo>
                      <a:pt x="6085" y="772"/>
                      <a:pt x="6404" y="1063"/>
                      <a:pt x="6663" y="1393"/>
                    </a:cubicBezTo>
                    <a:lnTo>
                      <a:pt x="5632" y="1871"/>
                    </a:lnTo>
                    <a:lnTo>
                      <a:pt x="6986" y="1871"/>
                    </a:lnTo>
                    <a:cubicBezTo>
                      <a:pt x="6562" y="1120"/>
                      <a:pt x="5880" y="510"/>
                      <a:pt x="5004" y="194"/>
                    </a:cubicBezTo>
                    <a:cubicBezTo>
                      <a:pt x="4864" y="140"/>
                      <a:pt x="4724" y="101"/>
                      <a:pt x="4584" y="65"/>
                    </a:cubicBezTo>
                    <a:cubicBezTo>
                      <a:pt x="4251" y="40"/>
                      <a:pt x="3916" y="22"/>
                      <a:pt x="3580" y="11"/>
                    </a:cubicBezTo>
                    <a:cubicBezTo>
                      <a:pt x="3450" y="7"/>
                      <a:pt x="3321" y="4"/>
                      <a:pt x="3188" y="0"/>
                    </a:cubicBezTo>
                    <a:close/>
                    <a:moveTo>
                      <a:pt x="3623" y="2810"/>
                    </a:moveTo>
                    <a:lnTo>
                      <a:pt x="40" y="4476"/>
                    </a:lnTo>
                    <a:cubicBezTo>
                      <a:pt x="91" y="4713"/>
                      <a:pt x="162" y="4942"/>
                      <a:pt x="252" y="5162"/>
                    </a:cubicBezTo>
                    <a:lnTo>
                      <a:pt x="3623" y="3593"/>
                    </a:lnTo>
                    <a:lnTo>
                      <a:pt x="3623" y="281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8"/>
              <p:cNvSpPr/>
              <p:nvPr/>
            </p:nvSpPr>
            <p:spPr>
              <a:xfrm>
                <a:off x="6121163" y="2585716"/>
                <a:ext cx="134743" cy="67745"/>
              </a:xfrm>
              <a:custGeom>
                <a:rect b="b" l="l" r="r" t="t"/>
                <a:pathLst>
                  <a:path extrusionOk="0" h="1724" w="3429">
                    <a:moveTo>
                      <a:pt x="2010" y="1"/>
                    </a:moveTo>
                    <a:lnTo>
                      <a:pt x="1" y="940"/>
                    </a:lnTo>
                    <a:lnTo>
                      <a:pt x="1" y="1723"/>
                    </a:lnTo>
                    <a:lnTo>
                      <a:pt x="3428" y="126"/>
                    </a:lnTo>
                    <a:cubicBezTo>
                      <a:pt x="3407" y="83"/>
                      <a:pt x="3385" y="44"/>
                      <a:pt x="3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8"/>
              <p:cNvSpPr/>
              <p:nvPr/>
            </p:nvSpPr>
            <p:spPr>
              <a:xfrm>
                <a:off x="6121163" y="2618607"/>
                <a:ext cx="151364" cy="187319"/>
              </a:xfrm>
              <a:custGeom>
                <a:rect b="b" l="l" r="r" t="t"/>
                <a:pathLst>
                  <a:path extrusionOk="0" h="4767" w="3852">
                    <a:moveTo>
                      <a:pt x="3712" y="0"/>
                    </a:moveTo>
                    <a:cubicBezTo>
                      <a:pt x="3731" y="72"/>
                      <a:pt x="3749" y="145"/>
                      <a:pt x="3765" y="218"/>
                    </a:cubicBezTo>
                    <a:lnTo>
                      <a:pt x="3765" y="218"/>
                    </a:lnTo>
                    <a:cubicBezTo>
                      <a:pt x="3749" y="145"/>
                      <a:pt x="3731" y="72"/>
                      <a:pt x="3712" y="0"/>
                    </a:cubicBezTo>
                    <a:close/>
                    <a:moveTo>
                      <a:pt x="3765" y="218"/>
                    </a:moveTo>
                    <a:lnTo>
                      <a:pt x="3765" y="218"/>
                    </a:lnTo>
                    <a:cubicBezTo>
                      <a:pt x="3779" y="286"/>
                      <a:pt x="3792" y="355"/>
                      <a:pt x="3804" y="425"/>
                    </a:cubicBezTo>
                    <a:lnTo>
                      <a:pt x="3804" y="425"/>
                    </a:lnTo>
                    <a:cubicBezTo>
                      <a:pt x="3792" y="355"/>
                      <a:pt x="3779" y="286"/>
                      <a:pt x="3765" y="218"/>
                    </a:cubicBezTo>
                    <a:close/>
                    <a:moveTo>
                      <a:pt x="3804" y="425"/>
                    </a:moveTo>
                    <a:cubicBezTo>
                      <a:pt x="3830" y="593"/>
                      <a:pt x="3846" y="764"/>
                      <a:pt x="3848" y="936"/>
                    </a:cubicBezTo>
                    <a:lnTo>
                      <a:pt x="1" y="2731"/>
                    </a:lnTo>
                    <a:lnTo>
                      <a:pt x="1" y="4763"/>
                    </a:lnTo>
                    <a:cubicBezTo>
                      <a:pt x="32" y="4763"/>
                      <a:pt x="69" y="4766"/>
                      <a:pt x="101" y="4766"/>
                    </a:cubicBezTo>
                    <a:cubicBezTo>
                      <a:pt x="1633" y="4766"/>
                      <a:pt x="3069" y="3819"/>
                      <a:pt x="3622" y="2297"/>
                    </a:cubicBezTo>
                    <a:cubicBezTo>
                      <a:pt x="3776" y="1874"/>
                      <a:pt x="3851" y="1439"/>
                      <a:pt x="3851" y="1012"/>
                    </a:cubicBezTo>
                    <a:cubicBezTo>
                      <a:pt x="3851" y="857"/>
                      <a:pt x="3841" y="706"/>
                      <a:pt x="3823" y="556"/>
                    </a:cubicBezTo>
                    <a:cubicBezTo>
                      <a:pt x="3817" y="512"/>
                      <a:pt x="3811" y="468"/>
                      <a:pt x="3804" y="42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8"/>
              <p:cNvSpPr/>
              <p:nvPr/>
            </p:nvSpPr>
            <p:spPr>
              <a:xfrm>
                <a:off x="6121163" y="2585716"/>
                <a:ext cx="79022" cy="36977"/>
              </a:xfrm>
              <a:custGeom>
                <a:rect b="b" l="l" r="r" t="t"/>
                <a:pathLst>
                  <a:path extrusionOk="0" h="941" w="2011">
                    <a:moveTo>
                      <a:pt x="1" y="1"/>
                    </a:moveTo>
                    <a:lnTo>
                      <a:pt x="1" y="940"/>
                    </a:lnTo>
                    <a:lnTo>
                      <a:pt x="201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8"/>
              <p:cNvSpPr/>
              <p:nvPr/>
            </p:nvSpPr>
            <p:spPr>
              <a:xfrm>
                <a:off x="6121163" y="2590667"/>
                <a:ext cx="151207" cy="135253"/>
              </a:xfrm>
              <a:custGeom>
                <a:rect b="b" l="l" r="r" t="t"/>
                <a:pathLst>
                  <a:path extrusionOk="0" h="3442" w="3848">
                    <a:moveTo>
                      <a:pt x="3428" y="0"/>
                    </a:moveTo>
                    <a:lnTo>
                      <a:pt x="1" y="1597"/>
                    </a:lnTo>
                    <a:lnTo>
                      <a:pt x="1" y="3442"/>
                    </a:lnTo>
                    <a:lnTo>
                      <a:pt x="3848" y="1647"/>
                    </a:lnTo>
                    <a:cubicBezTo>
                      <a:pt x="3844" y="1328"/>
                      <a:pt x="3794" y="1016"/>
                      <a:pt x="3712" y="711"/>
                    </a:cubicBezTo>
                    <a:cubicBezTo>
                      <a:pt x="3712" y="711"/>
                      <a:pt x="3708" y="711"/>
                      <a:pt x="3708" y="707"/>
                    </a:cubicBezTo>
                    <a:cubicBezTo>
                      <a:pt x="3640" y="463"/>
                      <a:pt x="3546" y="226"/>
                      <a:pt x="342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8"/>
              <p:cNvSpPr/>
              <p:nvPr/>
            </p:nvSpPr>
            <p:spPr>
              <a:xfrm>
                <a:off x="6027758" y="2725883"/>
                <a:ext cx="93444" cy="79887"/>
              </a:xfrm>
              <a:custGeom>
                <a:rect b="b" l="l" r="r" t="t"/>
                <a:pathLst>
                  <a:path extrusionOk="0" h="2033" w="2378">
                    <a:moveTo>
                      <a:pt x="2378" y="1"/>
                    </a:moveTo>
                    <a:lnTo>
                      <a:pt x="1" y="1107"/>
                    </a:lnTo>
                    <a:cubicBezTo>
                      <a:pt x="342" y="1405"/>
                      <a:pt x="741" y="1645"/>
                      <a:pt x="1189" y="1806"/>
                    </a:cubicBezTo>
                    <a:cubicBezTo>
                      <a:pt x="1581" y="1950"/>
                      <a:pt x="1979" y="2025"/>
                      <a:pt x="2378" y="2033"/>
                    </a:cubicBezTo>
                    <a:lnTo>
                      <a:pt x="2378"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8"/>
              <p:cNvSpPr/>
              <p:nvPr/>
            </p:nvSpPr>
            <p:spPr>
              <a:xfrm>
                <a:off x="5976438" y="2533532"/>
                <a:ext cx="264220" cy="154626"/>
              </a:xfrm>
              <a:custGeom>
                <a:rect b="b" l="l" r="r" t="t"/>
                <a:pathLst>
                  <a:path extrusionOk="0" h="3935" w="6724">
                    <a:moveTo>
                      <a:pt x="5779" y="0"/>
                    </a:moveTo>
                    <a:lnTo>
                      <a:pt x="61" y="2667"/>
                    </a:lnTo>
                    <a:cubicBezTo>
                      <a:pt x="1" y="3095"/>
                      <a:pt x="18" y="3525"/>
                      <a:pt x="101" y="3934"/>
                    </a:cubicBezTo>
                    <a:lnTo>
                      <a:pt x="3684" y="2268"/>
                    </a:lnTo>
                    <a:lnTo>
                      <a:pt x="3684" y="1329"/>
                    </a:lnTo>
                    <a:lnTo>
                      <a:pt x="5693" y="1329"/>
                    </a:lnTo>
                    <a:lnTo>
                      <a:pt x="6724" y="851"/>
                    </a:lnTo>
                    <a:cubicBezTo>
                      <a:pt x="6465" y="521"/>
                      <a:pt x="6146" y="230"/>
                      <a:pt x="57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8"/>
              <p:cNvSpPr/>
              <p:nvPr/>
            </p:nvSpPr>
            <p:spPr>
              <a:xfrm>
                <a:off x="5988698" y="2653422"/>
                <a:ext cx="132503" cy="115960"/>
              </a:xfrm>
              <a:custGeom>
                <a:rect b="b" l="l" r="r" t="t"/>
                <a:pathLst>
                  <a:path extrusionOk="0" h="2951" w="3372">
                    <a:moveTo>
                      <a:pt x="3372" y="0"/>
                    </a:moveTo>
                    <a:lnTo>
                      <a:pt x="1" y="1569"/>
                    </a:lnTo>
                    <a:cubicBezTo>
                      <a:pt x="220" y="2093"/>
                      <a:pt x="561" y="2570"/>
                      <a:pt x="995" y="2951"/>
                    </a:cubicBezTo>
                    <a:lnTo>
                      <a:pt x="3372" y="1845"/>
                    </a:lnTo>
                    <a:lnTo>
                      <a:pt x="33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8"/>
              <p:cNvSpPr/>
              <p:nvPr/>
            </p:nvSpPr>
            <p:spPr>
              <a:xfrm>
                <a:off x="5932859" y="2488224"/>
                <a:ext cx="384109" cy="340295"/>
              </a:xfrm>
              <a:custGeom>
                <a:rect b="b" l="l" r="r" t="t"/>
                <a:pathLst>
                  <a:path extrusionOk="0" h="8660" w="9775">
                    <a:moveTo>
                      <a:pt x="4886" y="914"/>
                    </a:moveTo>
                    <a:cubicBezTo>
                      <a:pt x="5275" y="914"/>
                      <a:pt x="5670" y="981"/>
                      <a:pt x="6055" y="1121"/>
                    </a:cubicBezTo>
                    <a:cubicBezTo>
                      <a:pt x="7829" y="1767"/>
                      <a:pt x="8744" y="3727"/>
                      <a:pt x="8098" y="5500"/>
                    </a:cubicBezTo>
                    <a:cubicBezTo>
                      <a:pt x="7593" y="6887"/>
                      <a:pt x="6284" y="7747"/>
                      <a:pt x="4889" y="7747"/>
                    </a:cubicBezTo>
                    <a:cubicBezTo>
                      <a:pt x="4501" y="7747"/>
                      <a:pt x="4106" y="7680"/>
                      <a:pt x="3719" y="7539"/>
                    </a:cubicBezTo>
                    <a:cubicBezTo>
                      <a:pt x="1946" y="6893"/>
                      <a:pt x="1034" y="4933"/>
                      <a:pt x="1677" y="3160"/>
                    </a:cubicBezTo>
                    <a:cubicBezTo>
                      <a:pt x="2182" y="1773"/>
                      <a:pt x="3493" y="914"/>
                      <a:pt x="4886" y="914"/>
                    </a:cubicBezTo>
                    <a:close/>
                    <a:moveTo>
                      <a:pt x="4886" y="0"/>
                    </a:moveTo>
                    <a:cubicBezTo>
                      <a:pt x="3120" y="0"/>
                      <a:pt x="1459" y="1090"/>
                      <a:pt x="819" y="2848"/>
                    </a:cubicBezTo>
                    <a:cubicBezTo>
                      <a:pt x="0" y="5094"/>
                      <a:pt x="1160" y="7578"/>
                      <a:pt x="3407" y="8396"/>
                    </a:cubicBezTo>
                    <a:cubicBezTo>
                      <a:pt x="3896" y="8575"/>
                      <a:pt x="4397" y="8659"/>
                      <a:pt x="4890" y="8659"/>
                    </a:cubicBezTo>
                    <a:cubicBezTo>
                      <a:pt x="6657" y="8659"/>
                      <a:pt x="8316" y="7570"/>
                      <a:pt x="8956" y="5812"/>
                    </a:cubicBezTo>
                    <a:cubicBezTo>
                      <a:pt x="9774" y="3565"/>
                      <a:pt x="8615" y="1082"/>
                      <a:pt x="6368" y="263"/>
                    </a:cubicBezTo>
                    <a:cubicBezTo>
                      <a:pt x="5879" y="85"/>
                      <a:pt x="5379" y="0"/>
                      <a:pt x="48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8"/>
              <p:cNvSpPr/>
              <p:nvPr/>
            </p:nvSpPr>
            <p:spPr>
              <a:xfrm>
                <a:off x="6008032" y="2844399"/>
                <a:ext cx="85231" cy="57017"/>
              </a:xfrm>
              <a:custGeom>
                <a:rect b="b" l="l" r="r" t="t"/>
                <a:pathLst>
                  <a:path extrusionOk="0" h="1451" w="2169">
                    <a:moveTo>
                      <a:pt x="1854" y="1"/>
                    </a:moveTo>
                    <a:cubicBezTo>
                      <a:pt x="1808" y="1"/>
                      <a:pt x="1763" y="15"/>
                      <a:pt x="1724" y="47"/>
                    </a:cubicBezTo>
                    <a:lnTo>
                      <a:pt x="1217" y="452"/>
                    </a:lnTo>
                    <a:cubicBezTo>
                      <a:pt x="1134" y="519"/>
                      <a:pt x="1033" y="553"/>
                      <a:pt x="932" y="553"/>
                    </a:cubicBezTo>
                    <a:cubicBezTo>
                      <a:pt x="848" y="553"/>
                      <a:pt x="764" y="530"/>
                      <a:pt x="690" y="485"/>
                    </a:cubicBezTo>
                    <a:lnTo>
                      <a:pt x="532" y="309"/>
                    </a:lnTo>
                    <a:cubicBezTo>
                      <a:pt x="498" y="270"/>
                      <a:pt x="453" y="251"/>
                      <a:pt x="408" y="251"/>
                    </a:cubicBezTo>
                    <a:cubicBezTo>
                      <a:pt x="361" y="251"/>
                      <a:pt x="314" y="272"/>
                      <a:pt x="281" y="313"/>
                    </a:cubicBezTo>
                    <a:lnTo>
                      <a:pt x="241" y="359"/>
                    </a:lnTo>
                    <a:cubicBezTo>
                      <a:pt x="158" y="460"/>
                      <a:pt x="108" y="578"/>
                      <a:pt x="90" y="707"/>
                    </a:cubicBezTo>
                    <a:lnTo>
                      <a:pt x="1" y="1450"/>
                    </a:lnTo>
                    <a:lnTo>
                      <a:pt x="381" y="1152"/>
                    </a:lnTo>
                    <a:lnTo>
                      <a:pt x="1949" y="1048"/>
                    </a:lnTo>
                    <a:lnTo>
                      <a:pt x="2097" y="736"/>
                    </a:lnTo>
                    <a:cubicBezTo>
                      <a:pt x="2161" y="592"/>
                      <a:pt x="2169" y="427"/>
                      <a:pt x="2111" y="280"/>
                    </a:cubicBezTo>
                    <a:lnTo>
                      <a:pt x="2053" y="137"/>
                    </a:lnTo>
                    <a:cubicBezTo>
                      <a:pt x="2019" y="51"/>
                      <a:pt x="1937" y="1"/>
                      <a:pt x="1854" y="1"/>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5" name="Google Shape;595;p38"/>
            <p:cNvSpPr/>
            <p:nvPr/>
          </p:nvSpPr>
          <p:spPr>
            <a:xfrm>
              <a:off x="5515934" y="2262864"/>
              <a:ext cx="241782" cy="287011"/>
            </a:xfrm>
            <a:custGeom>
              <a:rect b="b" l="l" r="r" t="t"/>
              <a:pathLst>
                <a:path extrusionOk="0" h="7304" w="6153">
                  <a:moveTo>
                    <a:pt x="3019" y="0"/>
                  </a:moveTo>
                  <a:cubicBezTo>
                    <a:pt x="1817" y="0"/>
                    <a:pt x="702" y="866"/>
                    <a:pt x="485" y="2179"/>
                  </a:cubicBezTo>
                  <a:cubicBezTo>
                    <a:pt x="172" y="4046"/>
                    <a:pt x="0" y="4828"/>
                    <a:pt x="711" y="5995"/>
                  </a:cubicBezTo>
                  <a:cubicBezTo>
                    <a:pt x="1245" y="6869"/>
                    <a:pt x="2100" y="7303"/>
                    <a:pt x="2930" y="7303"/>
                  </a:cubicBezTo>
                  <a:cubicBezTo>
                    <a:pt x="3762" y="7303"/>
                    <a:pt x="4569" y="6866"/>
                    <a:pt x="5001" y="5998"/>
                  </a:cubicBezTo>
                  <a:cubicBezTo>
                    <a:pt x="5776" y="4440"/>
                    <a:pt x="6152" y="1648"/>
                    <a:pt x="4523" y="492"/>
                  </a:cubicBezTo>
                  <a:cubicBezTo>
                    <a:pt x="4046" y="154"/>
                    <a:pt x="3525" y="0"/>
                    <a:pt x="3019" y="0"/>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8"/>
            <p:cNvSpPr/>
            <p:nvPr/>
          </p:nvSpPr>
          <p:spPr>
            <a:xfrm>
              <a:off x="5262046" y="2236615"/>
              <a:ext cx="531583" cy="693989"/>
            </a:xfrm>
            <a:custGeom>
              <a:rect b="b" l="l" r="r" t="t"/>
              <a:pathLst>
                <a:path extrusionOk="0" h="17661" w="13528">
                  <a:moveTo>
                    <a:pt x="8819" y="1"/>
                  </a:moveTo>
                  <a:cubicBezTo>
                    <a:pt x="7000" y="1"/>
                    <a:pt x="5307" y="902"/>
                    <a:pt x="5374" y="2937"/>
                  </a:cubicBezTo>
                  <a:cubicBezTo>
                    <a:pt x="5464" y="5665"/>
                    <a:pt x="5374" y="5708"/>
                    <a:pt x="4143" y="7129"/>
                  </a:cubicBezTo>
                  <a:cubicBezTo>
                    <a:pt x="2908" y="8550"/>
                    <a:pt x="1128" y="9746"/>
                    <a:pt x="3156" y="11663"/>
                  </a:cubicBezTo>
                  <a:cubicBezTo>
                    <a:pt x="5184" y="13576"/>
                    <a:pt x="0" y="16217"/>
                    <a:pt x="6088" y="17491"/>
                  </a:cubicBezTo>
                  <a:cubicBezTo>
                    <a:pt x="6643" y="17607"/>
                    <a:pt x="7183" y="17661"/>
                    <a:pt x="7700" y="17661"/>
                  </a:cubicBezTo>
                  <a:cubicBezTo>
                    <a:pt x="11143" y="17661"/>
                    <a:pt x="13527" y="15291"/>
                    <a:pt x="11936" y="13349"/>
                  </a:cubicBezTo>
                  <a:cubicBezTo>
                    <a:pt x="10226" y="11264"/>
                    <a:pt x="11917" y="10578"/>
                    <a:pt x="12093" y="8759"/>
                  </a:cubicBezTo>
                  <a:cubicBezTo>
                    <a:pt x="12269" y="6939"/>
                    <a:pt x="9623" y="6125"/>
                    <a:pt x="10586" y="4793"/>
                  </a:cubicBezTo>
                  <a:cubicBezTo>
                    <a:pt x="11548" y="3461"/>
                    <a:pt x="12315" y="870"/>
                    <a:pt x="10647" y="302"/>
                  </a:cubicBezTo>
                  <a:cubicBezTo>
                    <a:pt x="10065" y="104"/>
                    <a:pt x="9435" y="1"/>
                    <a:pt x="88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8"/>
            <p:cNvSpPr/>
            <p:nvPr/>
          </p:nvSpPr>
          <p:spPr>
            <a:xfrm>
              <a:off x="5622425" y="2234728"/>
              <a:ext cx="139969" cy="168772"/>
            </a:xfrm>
            <a:custGeom>
              <a:rect b="b" l="l" r="r" t="t"/>
              <a:pathLst>
                <a:path extrusionOk="0" h="4295" w="3562">
                  <a:moveTo>
                    <a:pt x="1043" y="0"/>
                  </a:moveTo>
                  <a:cubicBezTo>
                    <a:pt x="721" y="0"/>
                    <a:pt x="372" y="24"/>
                    <a:pt x="0" y="63"/>
                  </a:cubicBezTo>
                  <a:lnTo>
                    <a:pt x="1167" y="4295"/>
                  </a:lnTo>
                  <a:cubicBezTo>
                    <a:pt x="1167" y="4295"/>
                    <a:pt x="3561" y="3347"/>
                    <a:pt x="3411" y="1728"/>
                  </a:cubicBezTo>
                  <a:cubicBezTo>
                    <a:pt x="3285" y="416"/>
                    <a:pt x="2408" y="0"/>
                    <a:pt x="10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8"/>
            <p:cNvSpPr/>
            <p:nvPr/>
          </p:nvSpPr>
          <p:spPr>
            <a:xfrm>
              <a:off x="5652761" y="2389278"/>
              <a:ext cx="53756" cy="71281"/>
            </a:xfrm>
            <a:custGeom>
              <a:rect b="b" l="l" r="r" t="t"/>
              <a:pathLst>
                <a:path extrusionOk="0" h="1814" w="1368">
                  <a:moveTo>
                    <a:pt x="664" y="0"/>
                  </a:moveTo>
                  <a:cubicBezTo>
                    <a:pt x="357" y="0"/>
                    <a:pt x="94" y="250"/>
                    <a:pt x="50" y="592"/>
                  </a:cubicBezTo>
                  <a:cubicBezTo>
                    <a:pt x="0" y="979"/>
                    <a:pt x="133" y="1357"/>
                    <a:pt x="334" y="1611"/>
                  </a:cubicBezTo>
                  <a:cubicBezTo>
                    <a:pt x="446" y="1751"/>
                    <a:pt x="575" y="1813"/>
                    <a:pt x="702" y="1813"/>
                  </a:cubicBezTo>
                  <a:cubicBezTo>
                    <a:pt x="918" y="1813"/>
                    <a:pt x="1126" y="1634"/>
                    <a:pt x="1221" y="1360"/>
                  </a:cubicBezTo>
                  <a:cubicBezTo>
                    <a:pt x="1360" y="969"/>
                    <a:pt x="1368" y="301"/>
                    <a:pt x="951" y="75"/>
                  </a:cubicBezTo>
                  <a:cubicBezTo>
                    <a:pt x="855" y="24"/>
                    <a:pt x="757" y="0"/>
                    <a:pt x="664" y="0"/>
                  </a:cubicBezTo>
                  <a:close/>
                </a:path>
              </a:pathLst>
            </a:custGeom>
            <a:solidFill>
              <a:srgbClr val="E4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8"/>
            <p:cNvSpPr/>
            <p:nvPr/>
          </p:nvSpPr>
          <p:spPr>
            <a:xfrm>
              <a:off x="5313405" y="3095694"/>
              <a:ext cx="369137" cy="1584964"/>
            </a:xfrm>
            <a:custGeom>
              <a:rect b="b" l="l" r="r" t="t"/>
              <a:pathLst>
                <a:path extrusionOk="0" h="40335" w="9394">
                  <a:moveTo>
                    <a:pt x="3701" y="1"/>
                  </a:moveTo>
                  <a:cubicBezTo>
                    <a:pt x="1242" y="3458"/>
                    <a:pt x="2979" y="5726"/>
                    <a:pt x="1885" y="20632"/>
                  </a:cubicBezTo>
                  <a:cubicBezTo>
                    <a:pt x="1454" y="26523"/>
                    <a:pt x="0" y="40334"/>
                    <a:pt x="0" y="40334"/>
                  </a:cubicBezTo>
                  <a:lnTo>
                    <a:pt x="2599" y="40334"/>
                  </a:lnTo>
                  <a:cubicBezTo>
                    <a:pt x="2599" y="40334"/>
                    <a:pt x="6020" y="26046"/>
                    <a:pt x="6910" y="20090"/>
                  </a:cubicBezTo>
                  <a:cubicBezTo>
                    <a:pt x="7006" y="19426"/>
                    <a:pt x="7107" y="18723"/>
                    <a:pt x="7208" y="17991"/>
                  </a:cubicBezTo>
                  <a:cubicBezTo>
                    <a:pt x="7614" y="15087"/>
                    <a:pt x="8033" y="11716"/>
                    <a:pt x="8399" y="8684"/>
                  </a:cubicBezTo>
                  <a:cubicBezTo>
                    <a:pt x="8966" y="3932"/>
                    <a:pt x="9393" y="1"/>
                    <a:pt x="93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8"/>
            <p:cNvSpPr/>
            <p:nvPr/>
          </p:nvSpPr>
          <p:spPr>
            <a:xfrm>
              <a:off x="5296587" y="4630420"/>
              <a:ext cx="147042" cy="51948"/>
            </a:xfrm>
            <a:custGeom>
              <a:rect b="b" l="l" r="r" t="t"/>
              <a:pathLst>
                <a:path extrusionOk="0" h="1322" w="3742">
                  <a:moveTo>
                    <a:pt x="3741" y="1"/>
                  </a:moveTo>
                  <a:lnTo>
                    <a:pt x="62" y="94"/>
                  </a:lnTo>
                  <a:lnTo>
                    <a:pt x="1" y="1321"/>
                  </a:lnTo>
                  <a:lnTo>
                    <a:pt x="3454" y="1321"/>
                  </a:lnTo>
                  <a:lnTo>
                    <a:pt x="3741"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8"/>
            <p:cNvSpPr/>
            <p:nvPr/>
          </p:nvSpPr>
          <p:spPr>
            <a:xfrm>
              <a:off x="5519157" y="3329738"/>
              <a:ext cx="124329" cy="472955"/>
            </a:xfrm>
            <a:custGeom>
              <a:rect b="b" l="l" r="r" t="t"/>
              <a:pathLst>
                <a:path extrusionOk="0" h="12036" w="3164">
                  <a:moveTo>
                    <a:pt x="2148" y="0"/>
                  </a:moveTo>
                  <a:cubicBezTo>
                    <a:pt x="1" y="1328"/>
                    <a:pt x="1365" y="8952"/>
                    <a:pt x="1972" y="12035"/>
                  </a:cubicBezTo>
                  <a:cubicBezTo>
                    <a:pt x="2378" y="9131"/>
                    <a:pt x="2797" y="5760"/>
                    <a:pt x="3163" y="2728"/>
                  </a:cubicBezTo>
                  <a:cubicBezTo>
                    <a:pt x="2984" y="1637"/>
                    <a:pt x="2664" y="682"/>
                    <a:pt x="214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8"/>
            <p:cNvSpPr/>
            <p:nvPr/>
          </p:nvSpPr>
          <p:spPr>
            <a:xfrm>
              <a:off x="5540180" y="3095694"/>
              <a:ext cx="271293" cy="1584964"/>
            </a:xfrm>
            <a:custGeom>
              <a:rect b="b" l="l" r="r" t="t"/>
              <a:pathLst>
                <a:path extrusionOk="0" h="40335" w="6904">
                  <a:moveTo>
                    <a:pt x="1" y="1"/>
                  </a:moveTo>
                  <a:cubicBezTo>
                    <a:pt x="1" y="1"/>
                    <a:pt x="1785" y="14118"/>
                    <a:pt x="2075" y="20594"/>
                  </a:cubicBezTo>
                  <a:cubicBezTo>
                    <a:pt x="2341" y="26530"/>
                    <a:pt x="2621" y="40334"/>
                    <a:pt x="2621" y="40334"/>
                  </a:cubicBezTo>
                  <a:lnTo>
                    <a:pt x="5202" y="40334"/>
                  </a:lnTo>
                  <a:cubicBezTo>
                    <a:pt x="5202" y="40334"/>
                    <a:pt x="6723" y="26178"/>
                    <a:pt x="6813" y="20130"/>
                  </a:cubicBezTo>
                  <a:cubicBezTo>
                    <a:pt x="6903" y="14319"/>
                    <a:pt x="5668" y="1"/>
                    <a:pt x="56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8"/>
            <p:cNvSpPr/>
            <p:nvPr/>
          </p:nvSpPr>
          <p:spPr>
            <a:xfrm>
              <a:off x="5624115" y="4630420"/>
              <a:ext cx="146885" cy="51948"/>
            </a:xfrm>
            <a:custGeom>
              <a:rect b="b" l="l" r="r" t="t"/>
              <a:pathLst>
                <a:path extrusionOk="0" h="1322" w="3738">
                  <a:moveTo>
                    <a:pt x="3737" y="1"/>
                  </a:moveTo>
                  <a:lnTo>
                    <a:pt x="0" y="94"/>
                  </a:lnTo>
                  <a:lnTo>
                    <a:pt x="61" y="1321"/>
                  </a:lnTo>
                  <a:lnTo>
                    <a:pt x="3449" y="1321"/>
                  </a:lnTo>
                  <a:lnTo>
                    <a:pt x="3737" y="1"/>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8"/>
            <p:cNvSpPr/>
            <p:nvPr/>
          </p:nvSpPr>
          <p:spPr>
            <a:xfrm>
              <a:off x="5439505" y="3075574"/>
              <a:ext cx="333025" cy="33872"/>
            </a:xfrm>
            <a:custGeom>
              <a:rect b="b" l="l" r="r" t="t"/>
              <a:pathLst>
                <a:path extrusionOk="0" h="862" w="8475">
                  <a:moveTo>
                    <a:pt x="495" y="0"/>
                  </a:moveTo>
                  <a:cubicBezTo>
                    <a:pt x="438" y="0"/>
                    <a:pt x="388" y="25"/>
                    <a:pt x="370" y="57"/>
                  </a:cubicBezTo>
                  <a:lnTo>
                    <a:pt x="25" y="750"/>
                  </a:lnTo>
                  <a:cubicBezTo>
                    <a:pt x="0" y="804"/>
                    <a:pt x="65" y="862"/>
                    <a:pt x="154" y="862"/>
                  </a:cubicBezTo>
                  <a:lnTo>
                    <a:pt x="8273" y="862"/>
                  </a:lnTo>
                  <a:cubicBezTo>
                    <a:pt x="8341" y="862"/>
                    <a:pt x="8399" y="826"/>
                    <a:pt x="8402" y="783"/>
                  </a:cubicBezTo>
                  <a:lnTo>
                    <a:pt x="8470" y="90"/>
                  </a:lnTo>
                  <a:cubicBezTo>
                    <a:pt x="8475" y="39"/>
                    <a:pt x="8414" y="0"/>
                    <a:pt x="8338" y="0"/>
                  </a:cubicBez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8"/>
            <p:cNvSpPr/>
            <p:nvPr/>
          </p:nvSpPr>
          <p:spPr>
            <a:xfrm>
              <a:off x="5484459" y="3073177"/>
              <a:ext cx="18115" cy="39216"/>
            </a:xfrm>
            <a:custGeom>
              <a:rect b="b" l="l" r="r" t="t"/>
              <a:pathLst>
                <a:path extrusionOk="0" h="998" w="461">
                  <a:moveTo>
                    <a:pt x="177" y="0"/>
                  </a:moveTo>
                  <a:cubicBezTo>
                    <a:pt x="138" y="0"/>
                    <a:pt x="102" y="22"/>
                    <a:pt x="98" y="47"/>
                  </a:cubicBezTo>
                  <a:lnTo>
                    <a:pt x="4" y="948"/>
                  </a:lnTo>
                  <a:cubicBezTo>
                    <a:pt x="1" y="976"/>
                    <a:pt x="34" y="998"/>
                    <a:pt x="77" y="998"/>
                  </a:cubicBezTo>
                  <a:lnTo>
                    <a:pt x="284" y="998"/>
                  </a:lnTo>
                  <a:cubicBezTo>
                    <a:pt x="327" y="998"/>
                    <a:pt x="364" y="976"/>
                    <a:pt x="367" y="948"/>
                  </a:cubicBezTo>
                  <a:lnTo>
                    <a:pt x="461" y="47"/>
                  </a:lnTo>
                  <a:cubicBezTo>
                    <a:pt x="461" y="22"/>
                    <a:pt x="432" y="0"/>
                    <a:pt x="3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8"/>
            <p:cNvSpPr/>
            <p:nvPr/>
          </p:nvSpPr>
          <p:spPr>
            <a:xfrm>
              <a:off x="5684512" y="3073177"/>
              <a:ext cx="18076" cy="39216"/>
            </a:xfrm>
            <a:custGeom>
              <a:rect b="b" l="l" r="r" t="t"/>
              <a:pathLst>
                <a:path extrusionOk="0" h="998" w="460">
                  <a:moveTo>
                    <a:pt x="176" y="0"/>
                  </a:moveTo>
                  <a:cubicBezTo>
                    <a:pt x="136" y="0"/>
                    <a:pt x="97" y="22"/>
                    <a:pt x="97" y="47"/>
                  </a:cubicBezTo>
                  <a:lnTo>
                    <a:pt x="4" y="948"/>
                  </a:lnTo>
                  <a:cubicBezTo>
                    <a:pt x="0" y="976"/>
                    <a:pt x="32" y="998"/>
                    <a:pt x="75" y="998"/>
                  </a:cubicBezTo>
                  <a:lnTo>
                    <a:pt x="283" y="998"/>
                  </a:lnTo>
                  <a:cubicBezTo>
                    <a:pt x="327" y="998"/>
                    <a:pt x="362" y="976"/>
                    <a:pt x="366" y="948"/>
                  </a:cubicBezTo>
                  <a:lnTo>
                    <a:pt x="459" y="47"/>
                  </a:lnTo>
                  <a:cubicBezTo>
                    <a:pt x="459" y="22"/>
                    <a:pt x="426" y="0"/>
                    <a:pt x="3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graphicFrame>
        <p:nvGraphicFramePr>
          <p:cNvPr id="611" name="Google Shape;611;p39"/>
          <p:cNvGraphicFramePr/>
          <p:nvPr/>
        </p:nvGraphicFramePr>
        <p:xfrm>
          <a:off x="-5" y="-11"/>
          <a:ext cx="3000000" cy="3000000"/>
        </p:xfrm>
        <a:graphic>
          <a:graphicData uri="http://schemas.openxmlformats.org/drawingml/2006/table">
            <a:tbl>
              <a:tblPr firstRow="1">
                <a:noFill/>
                <a:tableStyleId>{473BDDAB-795A-4B56-9510-8227589A0695}</a:tableStyleId>
              </a:tblPr>
              <a:tblGrid>
                <a:gridCol w="417550"/>
                <a:gridCol w="1310925"/>
                <a:gridCol w="1029875"/>
                <a:gridCol w="1646200"/>
                <a:gridCol w="2395125"/>
                <a:gridCol w="2298200"/>
              </a:tblGrid>
              <a:tr h="834025">
                <a:tc>
                  <a:txBody>
                    <a:bodyPr/>
                    <a:lstStyle/>
                    <a:p>
                      <a:pPr indent="0" lvl="0" marL="0" marR="0" rtl="0" algn="ctr">
                        <a:lnSpc>
                          <a:spcPct val="100000"/>
                        </a:lnSpc>
                        <a:spcBef>
                          <a:spcPts val="0"/>
                        </a:spcBef>
                        <a:spcAft>
                          <a:spcPts val="0"/>
                        </a:spcAft>
                        <a:buClr>
                          <a:schemeClr val="dk1"/>
                        </a:buClr>
                        <a:buSzPts val="1100"/>
                        <a:buFont typeface="Arial"/>
                        <a:buNone/>
                      </a:pPr>
                      <a:r>
                        <a:rPr b="1" lang="en" sz="1100" u="none" cap="none" strike="noStrike">
                          <a:latin typeface="Times New Roman"/>
                          <a:ea typeface="Times New Roman"/>
                          <a:cs typeface="Times New Roman"/>
                          <a:sym typeface="Times New Roman"/>
                        </a:rPr>
                        <a:t>Sl.No</a:t>
                      </a:r>
                      <a:endParaRPr b="1" sz="11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Title of the publication with </a:t>
                      </a:r>
                      <a:endParaRPr b="1"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 Publisher</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t/>
                      </a:r>
                      <a:endParaRPr sz="12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Authors/Year</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M</a:t>
                      </a:r>
                      <a:r>
                        <a:rPr b="1" lang="en" sz="1100">
                          <a:latin typeface="Times New Roman"/>
                          <a:ea typeface="Times New Roman"/>
                          <a:cs typeface="Times New Roman"/>
                          <a:sym typeface="Times New Roman"/>
                        </a:rPr>
                        <a:t>ethodology Used</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a:latin typeface="Anaheim"/>
                          <a:ea typeface="Anaheim"/>
                          <a:cs typeface="Anaheim"/>
                          <a:sym typeface="Anaheim"/>
                        </a:rPr>
                        <a:t>Result</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Limitations</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r>
              <a:tr h="19460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a:t>
                      </a:r>
                      <a:endParaRPr sz="12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200"/>
                        <a:buFont typeface="Arial"/>
                        <a:buNone/>
                      </a:pPr>
                      <a:r>
                        <a:rPr lang="en" sz="1200">
                          <a:latin typeface="Staatliches"/>
                          <a:ea typeface="Staatliches"/>
                          <a:cs typeface="Staatliches"/>
                          <a:sym typeface="Staatliches"/>
                        </a:rPr>
                        <a:t>The Interplay of Geopolitics and Agricultural Commodity Prices</a:t>
                      </a:r>
                      <a:endParaRPr sz="1200" u="none" cap="none" strike="noStrike">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100"/>
                        <a:buFont typeface="Arial"/>
                        <a:buNone/>
                      </a:pPr>
                      <a:r>
                        <a:rPr b="1" lang="en" sz="1200">
                          <a:latin typeface="Anaheim"/>
                          <a:ea typeface="Anaheim"/>
                          <a:cs typeface="Anaheim"/>
                          <a:sym typeface="Anaheim"/>
                        </a:rPr>
                        <a:t>Raghav Goyal</a:t>
                      </a:r>
                      <a:endParaRPr b="1" sz="120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t/>
                      </a:r>
                      <a:endParaRPr b="1" sz="120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rPr b="1" lang="en" sz="1200">
                          <a:latin typeface="Anaheim"/>
                          <a:ea typeface="Anaheim"/>
                          <a:cs typeface="Anaheim"/>
                          <a:sym typeface="Anaheim"/>
                        </a:rPr>
                        <a:t> December 9, 2023</a:t>
                      </a:r>
                      <a:endParaRPr b="1" sz="12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lnSpc>
                          <a:spcPct val="115000"/>
                        </a:lnSpc>
                        <a:spcBef>
                          <a:spcPts val="0"/>
                        </a:spcBef>
                        <a:spcAft>
                          <a:spcPts val="0"/>
                        </a:spcAft>
                        <a:buNone/>
                      </a:pPr>
                      <a:r>
                        <a:rPr b="1" lang="en" sz="1000">
                          <a:latin typeface="Anaheim"/>
                          <a:ea typeface="Anaheim"/>
                          <a:cs typeface="Anaheim"/>
                          <a:sym typeface="Anaheim"/>
                        </a:rPr>
                        <a:t>Time-Varying Parameter Vector Autoregression (TVP-VAR) model to estimate direct and indirect impacts of geopolitical risks on corn and soybean futures prices</a:t>
                      </a:r>
                      <a:endParaRPr b="1" sz="10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100"/>
                        <a:buFont typeface="Arial"/>
                        <a:buNone/>
                      </a:pPr>
                      <a:r>
                        <a:rPr lang="en" sz="1100">
                          <a:latin typeface="Merriweather"/>
                          <a:ea typeface="Merriweather"/>
                          <a:cs typeface="Merriweather"/>
                          <a:sym typeface="Merriweather"/>
                        </a:rPr>
                        <a:t>Geopolitical Risk (GPR) significantly affects corn and soybean futures prices, especially through </a:t>
                      </a:r>
                      <a:r>
                        <a:rPr b="1" lang="en" sz="1100">
                          <a:latin typeface="Merriweather"/>
                          <a:ea typeface="Merriweather"/>
                          <a:cs typeface="Merriweather"/>
                          <a:sym typeface="Merriweather"/>
                        </a:rPr>
                        <a:t>exports</a:t>
                      </a:r>
                      <a:r>
                        <a:rPr lang="en" sz="1100">
                          <a:latin typeface="Merriweather"/>
                          <a:ea typeface="Merriweather"/>
                          <a:cs typeface="Merriweather"/>
                          <a:sym typeface="Merriweather"/>
                        </a:rPr>
                        <a:t>, </a:t>
                      </a:r>
                      <a:r>
                        <a:rPr b="1" lang="en" sz="1100">
                          <a:latin typeface="Merriweather"/>
                          <a:ea typeface="Merriweather"/>
                          <a:cs typeface="Merriweather"/>
                          <a:sym typeface="Merriweather"/>
                        </a:rPr>
                        <a:t>input costs</a:t>
                      </a:r>
                      <a:r>
                        <a:rPr lang="en" sz="1100">
                          <a:latin typeface="Merriweather"/>
                          <a:ea typeface="Merriweather"/>
                          <a:cs typeface="Merriweather"/>
                          <a:sym typeface="Merriweather"/>
                        </a:rPr>
                        <a:t>, and </a:t>
                      </a:r>
                      <a:r>
                        <a:rPr b="1" lang="en" sz="1100">
                          <a:latin typeface="Merriweather"/>
                          <a:ea typeface="Merriweather"/>
                          <a:cs typeface="Merriweather"/>
                          <a:sym typeface="Merriweather"/>
                        </a:rPr>
                        <a:t>speculation</a:t>
                      </a:r>
                      <a:r>
                        <a:rPr lang="en" sz="1100">
                          <a:latin typeface="Merriweather"/>
                          <a:ea typeface="Merriweather"/>
                          <a:cs typeface="Merriweather"/>
                          <a:sym typeface="Merriweather"/>
                        </a:rPr>
                        <a:t>. Effects vary over time — negative before 2018 and positive after.</a:t>
                      </a:r>
                      <a:endParaRPr b="1" sz="900" u="none" cap="none" strike="noStrike">
                        <a:latin typeface="Merriweather"/>
                        <a:ea typeface="Merriweather"/>
                        <a:cs typeface="Merriweather"/>
                        <a:sym typeface="Merriweather"/>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lang="en" sz="1100">
                          <a:latin typeface="Merriweather"/>
                          <a:ea typeface="Merriweather"/>
                          <a:cs typeface="Merriweather"/>
                          <a:sym typeface="Merriweather"/>
                        </a:rPr>
                        <a:t>Limited to </a:t>
                      </a:r>
                      <a:r>
                        <a:rPr b="1" lang="en" sz="1100">
                          <a:latin typeface="Merriweather"/>
                          <a:ea typeface="Merriweather"/>
                          <a:cs typeface="Merriweather"/>
                          <a:sym typeface="Merriweather"/>
                        </a:rPr>
                        <a:t>corn and soybean markets</a:t>
                      </a:r>
                      <a:r>
                        <a:rPr lang="en" sz="1100">
                          <a:latin typeface="Merriweather"/>
                          <a:ea typeface="Merriweather"/>
                          <a:cs typeface="Merriweather"/>
                          <a:sym typeface="Merriweather"/>
                        </a:rPr>
                        <a:t>; does not include other agricultural commodities or </a:t>
                      </a:r>
                      <a:r>
                        <a:rPr b="1" lang="en" sz="1100">
                          <a:latin typeface="Merriweather"/>
                          <a:ea typeface="Merriweather"/>
                          <a:cs typeface="Merriweather"/>
                          <a:sym typeface="Merriweather"/>
                        </a:rPr>
                        <a:t>long-term structural impacts</a:t>
                      </a:r>
                      <a:r>
                        <a:rPr lang="en" sz="1100">
                          <a:latin typeface="Merriweather"/>
                          <a:ea typeface="Merriweather"/>
                          <a:cs typeface="Merriweather"/>
                          <a:sym typeface="Merriweather"/>
                        </a:rPr>
                        <a:t>.</a:t>
                      </a:r>
                      <a:br>
                        <a:rPr lang="en" sz="1100">
                          <a:latin typeface="Merriweather"/>
                          <a:ea typeface="Merriweather"/>
                          <a:cs typeface="Merriweather"/>
                          <a:sym typeface="Merriweather"/>
                        </a:rPr>
                      </a:br>
                      <a:endParaRPr sz="1100">
                        <a:latin typeface="Merriweather"/>
                        <a:ea typeface="Merriweather"/>
                        <a:cs typeface="Merriweather"/>
                        <a:sym typeface="Merriweather"/>
                      </a:endParaRPr>
                    </a:p>
                    <a:p>
                      <a:pPr indent="0" lvl="0" marL="0" rtl="0" algn="l">
                        <a:spcBef>
                          <a:spcPts val="0"/>
                        </a:spcBef>
                        <a:spcAft>
                          <a:spcPts val="0"/>
                        </a:spcAft>
                        <a:buNone/>
                      </a:pPr>
                      <a:r>
                        <a:rPr lang="en" sz="1100">
                          <a:latin typeface="Merriweather"/>
                          <a:ea typeface="Merriweather"/>
                          <a:cs typeface="Merriweather"/>
                          <a:sym typeface="Merriweather"/>
                        </a:rPr>
                        <a:t>The </a:t>
                      </a:r>
                      <a:r>
                        <a:rPr b="1" lang="en" sz="1100">
                          <a:latin typeface="Merriweather"/>
                          <a:ea typeface="Merriweather"/>
                          <a:cs typeface="Merriweather"/>
                          <a:sym typeface="Merriweather"/>
                        </a:rPr>
                        <a:t>GPR (Geopolitical Risk) index</a:t>
                      </a:r>
                      <a:r>
                        <a:rPr lang="en" sz="1100">
                          <a:latin typeface="Merriweather"/>
                          <a:ea typeface="Merriweather"/>
                          <a:cs typeface="Merriweather"/>
                          <a:sym typeface="Merriweather"/>
                        </a:rPr>
                        <a:t> may not fully capture </a:t>
                      </a:r>
                      <a:r>
                        <a:rPr b="1" lang="en" sz="1100">
                          <a:latin typeface="Merriweather"/>
                          <a:ea typeface="Merriweather"/>
                          <a:cs typeface="Merriweather"/>
                          <a:sym typeface="Merriweather"/>
                        </a:rPr>
                        <a:t>all forms of geopolitical uncertainty</a:t>
                      </a:r>
                      <a:r>
                        <a:rPr lang="en" sz="1100">
                          <a:latin typeface="Merriweather"/>
                          <a:ea typeface="Merriweather"/>
                          <a:cs typeface="Merriweather"/>
                          <a:sym typeface="Merriweather"/>
                        </a:rPr>
                        <a:t>.</a:t>
                      </a:r>
                      <a:endParaRPr sz="1100">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100"/>
                        <a:buFont typeface="Arial"/>
                        <a:buNone/>
                      </a:pPr>
                      <a:r>
                        <a:t/>
                      </a:r>
                      <a:endParaRPr sz="1100">
                        <a:latin typeface="Merriweather"/>
                        <a:ea typeface="Merriweather"/>
                        <a:cs typeface="Merriweather"/>
                        <a:sym typeface="Merriweather"/>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r>
              <a:tr h="2428975">
                <a:tc>
                  <a:txBody>
                    <a:bodyPr/>
                    <a:lstStyle/>
                    <a:p>
                      <a:pPr indent="0" lvl="0" marL="0" marR="0" rtl="0" algn="l">
                        <a:lnSpc>
                          <a:spcPct val="100000"/>
                        </a:lnSpc>
                        <a:spcBef>
                          <a:spcPts val="0"/>
                        </a:spcBef>
                        <a:spcAft>
                          <a:spcPts val="0"/>
                        </a:spcAft>
                        <a:buClr>
                          <a:srgbClr val="000000"/>
                        </a:buClr>
                        <a:buSzPts val="1200"/>
                        <a:buFont typeface="Arial"/>
                        <a:buNone/>
                      </a:pPr>
                      <a:r>
                        <a:rPr lang="en" sz="1000" u="none" cap="none" strike="noStrike">
                          <a:latin typeface="Staatliches"/>
                          <a:ea typeface="Staatliches"/>
                          <a:cs typeface="Staatliches"/>
                          <a:sym typeface="Staatliches"/>
                        </a:rPr>
                        <a:t>2</a:t>
                      </a:r>
                      <a:endParaRPr sz="1000" u="none" cap="none" strike="noStrike">
                        <a:latin typeface="Staatliches"/>
                        <a:ea typeface="Staatliches"/>
                        <a:cs typeface="Staatliches"/>
                        <a:sym typeface="Staatliches"/>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200"/>
                        <a:buFont typeface="Arial"/>
                        <a:buNone/>
                      </a:pPr>
                      <a:r>
                        <a:rPr lang="en" sz="1200">
                          <a:latin typeface="Staatliches"/>
                          <a:ea typeface="Staatliches"/>
                          <a:cs typeface="Staatliches"/>
                          <a:sym typeface="Staatliches"/>
                        </a:rPr>
                        <a:t> GEOPOLITICS, GEOECONOMICS AND RISK: A MACHINE LEARNING APPROACH</a:t>
                      </a:r>
                      <a:endParaRPr sz="1100" u="none" cap="none" strike="noStrike">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100"/>
                        <a:buFont typeface="Arial"/>
                        <a:buNone/>
                      </a:pPr>
                      <a:r>
                        <a:rPr b="1" lang="en" sz="1150">
                          <a:latin typeface="Anaheim"/>
                          <a:ea typeface="Anaheim"/>
                          <a:cs typeface="Anaheim"/>
                          <a:sym typeface="Anaheim"/>
                        </a:rPr>
                        <a:t>Alvaro Ortiz</a:t>
                      </a:r>
                      <a:endParaRPr b="1" sz="115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t/>
                      </a:r>
                      <a:endParaRPr b="1" sz="115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rPr b="1" lang="en" sz="1150">
                          <a:latin typeface="Anaheim"/>
                          <a:ea typeface="Anaheim"/>
                          <a:cs typeface="Anaheim"/>
                          <a:sym typeface="Anaheim"/>
                        </a:rPr>
                        <a:t> Tomasa Rodrigo</a:t>
                      </a:r>
                      <a:endParaRPr b="1" sz="115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t/>
                      </a:r>
                      <a:endParaRPr b="1" sz="115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rPr b="1" lang="en" sz="1150">
                          <a:latin typeface="Anaheim"/>
                          <a:ea typeface="Anaheim"/>
                          <a:cs typeface="Anaheim"/>
                          <a:sym typeface="Anaheim"/>
                        </a:rPr>
                        <a:t>2025</a:t>
                      </a:r>
                      <a:endParaRPr b="1" sz="1150">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lang="en" sz="1100"/>
                        <a:t>Used a </a:t>
                      </a:r>
                      <a:r>
                        <a:rPr b="1" lang="en" sz="1100"/>
                        <a:t>TVP-VAR model</a:t>
                      </a:r>
                      <a:r>
                        <a:rPr lang="en" sz="1100"/>
                        <a:t> to analyze </a:t>
                      </a:r>
                      <a:r>
                        <a:rPr b="1" lang="en" sz="1100"/>
                        <a:t>direct and indirect impacts</a:t>
                      </a:r>
                      <a:r>
                        <a:rPr lang="en" sz="1100"/>
                        <a:t> of </a:t>
                      </a:r>
                      <a:r>
                        <a:rPr b="1" lang="en" sz="1100"/>
                        <a:t>Geopolitical Risk (GPR)</a:t>
                      </a:r>
                      <a:r>
                        <a:rPr lang="en" sz="1100"/>
                        <a:t> on </a:t>
                      </a:r>
                      <a:r>
                        <a:rPr b="1" lang="en" sz="1100"/>
                        <a:t>U.S. corn and soybean futures</a:t>
                      </a:r>
                      <a:r>
                        <a:rPr lang="en" sz="1100"/>
                        <a:t>.</a:t>
                      </a:r>
                      <a:endParaRPr sz="1100"/>
                    </a:p>
                    <a:p>
                      <a:pPr indent="0" lvl="0" marL="0" marR="0" rtl="0" algn="l">
                        <a:lnSpc>
                          <a:spcPct val="100000"/>
                        </a:lnSpc>
                        <a:spcBef>
                          <a:spcPts val="0"/>
                        </a:spcBef>
                        <a:spcAft>
                          <a:spcPts val="0"/>
                        </a:spcAft>
                        <a:buNone/>
                      </a:pPr>
                      <a:r>
                        <a:rPr lang="en" sz="1100"/>
                        <a:t>Data from </a:t>
                      </a:r>
                      <a:r>
                        <a:rPr b="1" lang="en" sz="1100"/>
                        <a:t>GPR Index (Caldara &amp; Iacoviello, 2022)</a:t>
                      </a:r>
                      <a:r>
                        <a:rPr lang="en" sz="1100"/>
                        <a:t>, </a:t>
                      </a:r>
                      <a:r>
                        <a:rPr b="1" lang="en" sz="1100"/>
                        <a:t>CME</a:t>
                      </a:r>
                      <a:r>
                        <a:rPr lang="en" sz="1100"/>
                        <a:t>, </a:t>
                      </a:r>
                      <a:r>
                        <a:rPr b="1" lang="en" sz="1100"/>
                        <a:t>Bloomberg</a:t>
                      </a:r>
                      <a:r>
                        <a:rPr lang="en" sz="1100"/>
                        <a:t>, and </a:t>
                      </a:r>
                      <a:r>
                        <a:rPr b="1" lang="en" sz="1100"/>
                        <a:t>FRED</a:t>
                      </a:r>
                      <a:r>
                        <a:rPr lang="en" sz="1100"/>
                        <a:t>.</a:t>
                      </a:r>
                      <a:endParaRPr b="1" sz="11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latin typeface="Merriweather"/>
                          <a:ea typeface="Merriweather"/>
                          <a:cs typeface="Merriweather"/>
                          <a:sym typeface="Merriweather"/>
                        </a:rPr>
                        <a:t>Geopolitical risks</a:t>
                      </a:r>
                      <a:r>
                        <a:rPr lang="en" sz="1100">
                          <a:latin typeface="Merriweather"/>
                          <a:ea typeface="Merriweather"/>
                          <a:cs typeface="Merriweather"/>
                          <a:sym typeface="Merriweather"/>
                        </a:rPr>
                        <a:t> have a </a:t>
                      </a:r>
                      <a:r>
                        <a:rPr b="1" lang="en" sz="1100">
                          <a:latin typeface="Merriweather"/>
                          <a:ea typeface="Merriweather"/>
                          <a:cs typeface="Merriweather"/>
                          <a:sym typeface="Merriweather"/>
                        </a:rPr>
                        <a:t>significant and time-varying impact</a:t>
                      </a:r>
                      <a:r>
                        <a:rPr lang="en" sz="1100">
                          <a:latin typeface="Merriweather"/>
                          <a:ea typeface="Merriweather"/>
                          <a:cs typeface="Merriweather"/>
                          <a:sym typeface="Merriweather"/>
                        </a:rPr>
                        <a:t> on corn and soybean prices.</a:t>
                      </a:r>
                      <a:br>
                        <a:rPr lang="en" sz="1100">
                          <a:latin typeface="Merriweather"/>
                          <a:ea typeface="Merriweather"/>
                          <a:cs typeface="Merriweather"/>
                          <a:sym typeface="Merriweather"/>
                        </a:rPr>
                      </a:br>
                      <a:r>
                        <a:rPr lang="en" sz="1100">
                          <a:latin typeface="Merriweather"/>
                          <a:ea typeface="Merriweather"/>
                          <a:cs typeface="Merriweather"/>
                          <a:sym typeface="Merriweather"/>
                        </a:rPr>
                        <a:t>Strongest effects occur through </a:t>
                      </a:r>
                      <a:r>
                        <a:rPr b="1" lang="en" sz="1100">
                          <a:latin typeface="Merriweather"/>
                          <a:ea typeface="Merriweather"/>
                          <a:cs typeface="Merriweather"/>
                          <a:sym typeface="Merriweather"/>
                        </a:rPr>
                        <a:t>exports</a:t>
                      </a:r>
                      <a:r>
                        <a:rPr lang="en" sz="1100">
                          <a:latin typeface="Merriweather"/>
                          <a:ea typeface="Merriweather"/>
                          <a:cs typeface="Merriweather"/>
                          <a:sym typeface="Merriweather"/>
                        </a:rPr>
                        <a:t> and </a:t>
                      </a:r>
                      <a:r>
                        <a:rPr b="1" lang="en" sz="1100">
                          <a:latin typeface="Merriweather"/>
                          <a:ea typeface="Merriweather"/>
                          <a:cs typeface="Merriweather"/>
                          <a:sym typeface="Merriweather"/>
                        </a:rPr>
                        <a:t>input prices</a:t>
                      </a:r>
                      <a:r>
                        <a:rPr lang="en" sz="1100">
                          <a:latin typeface="Merriweather"/>
                          <a:ea typeface="Merriweather"/>
                          <a:cs typeface="Merriweather"/>
                          <a:sym typeface="Merriweather"/>
                        </a:rPr>
                        <a:t>.</a:t>
                      </a:r>
                      <a:br>
                        <a:rPr lang="en" sz="1100">
                          <a:latin typeface="Merriweather"/>
                          <a:ea typeface="Merriweather"/>
                          <a:cs typeface="Merriweather"/>
                          <a:sym typeface="Merriweather"/>
                        </a:rPr>
                      </a:br>
                      <a:r>
                        <a:rPr lang="en" sz="1100">
                          <a:latin typeface="Merriweather"/>
                          <a:ea typeface="Merriweather"/>
                          <a:cs typeface="Merriweather"/>
                          <a:sym typeface="Merriweather"/>
                        </a:rPr>
                        <a:t>Market reactions shifted from </a:t>
                      </a:r>
                      <a:r>
                        <a:rPr b="1" lang="en" sz="1100">
                          <a:latin typeface="Merriweather"/>
                          <a:ea typeface="Merriweather"/>
                          <a:cs typeface="Merriweather"/>
                          <a:sym typeface="Merriweather"/>
                        </a:rPr>
                        <a:t>negative (pre-2018)</a:t>
                      </a:r>
                      <a:r>
                        <a:rPr lang="en" sz="1100">
                          <a:latin typeface="Merriweather"/>
                          <a:ea typeface="Merriweather"/>
                          <a:cs typeface="Merriweather"/>
                          <a:sym typeface="Merriweather"/>
                        </a:rPr>
                        <a:t> to </a:t>
                      </a:r>
                      <a:r>
                        <a:rPr b="1" lang="en" sz="1100">
                          <a:latin typeface="Merriweather"/>
                          <a:ea typeface="Merriweather"/>
                          <a:cs typeface="Merriweather"/>
                          <a:sym typeface="Merriweather"/>
                        </a:rPr>
                        <a:t>positive (post-2018)</a:t>
                      </a:r>
                      <a:r>
                        <a:rPr lang="en" sz="1100">
                          <a:latin typeface="Merriweather"/>
                          <a:ea typeface="Merriweather"/>
                          <a:cs typeface="Merriweather"/>
                          <a:sym typeface="Merriweather"/>
                        </a:rPr>
                        <a:t>.</a:t>
                      </a:r>
                      <a:br>
                        <a:rPr lang="en" sz="1100">
                          <a:latin typeface="Merriweather"/>
                          <a:ea typeface="Merriweather"/>
                          <a:cs typeface="Merriweather"/>
                          <a:sym typeface="Merriweather"/>
                        </a:rPr>
                      </a:br>
                      <a:r>
                        <a:rPr lang="en" sz="1100">
                          <a:latin typeface="Merriweather"/>
                          <a:ea typeface="Merriweather"/>
                          <a:cs typeface="Merriweather"/>
                          <a:sym typeface="Merriweather"/>
                        </a:rPr>
                        <a:t>Major shocks like the </a:t>
                      </a:r>
                      <a:r>
                        <a:rPr b="1" lang="en" sz="1100">
                          <a:latin typeface="Merriweather"/>
                          <a:ea typeface="Merriweather"/>
                          <a:cs typeface="Merriweather"/>
                          <a:sym typeface="Merriweather"/>
                        </a:rPr>
                        <a:t>U.S.–China trade war</a:t>
                      </a:r>
                      <a:r>
                        <a:rPr lang="en" sz="1100">
                          <a:latin typeface="Merriweather"/>
                          <a:ea typeface="Merriweather"/>
                          <a:cs typeface="Merriweather"/>
                          <a:sym typeface="Merriweather"/>
                        </a:rPr>
                        <a:t> and </a:t>
                      </a:r>
                      <a:r>
                        <a:rPr b="1" lang="en" sz="1100">
                          <a:latin typeface="Merriweather"/>
                          <a:ea typeface="Merriweather"/>
                          <a:cs typeface="Merriweather"/>
                          <a:sym typeface="Merriweather"/>
                        </a:rPr>
                        <a:t>Russia–Ukraine conflict</a:t>
                      </a:r>
                      <a:r>
                        <a:rPr lang="en" sz="1100">
                          <a:latin typeface="Merriweather"/>
                          <a:ea typeface="Merriweather"/>
                          <a:cs typeface="Merriweather"/>
                          <a:sym typeface="Merriweather"/>
                        </a:rPr>
                        <a:t> influence </a:t>
                      </a:r>
                      <a:r>
                        <a:rPr b="1" lang="en" sz="1100">
                          <a:latin typeface="Merriweather"/>
                          <a:ea typeface="Merriweather"/>
                          <a:cs typeface="Merriweather"/>
                          <a:sym typeface="Merriweather"/>
                        </a:rPr>
                        <a:t>speculation and stock behavior</a:t>
                      </a:r>
                      <a:r>
                        <a:rPr lang="en" sz="1100">
                          <a:latin typeface="Merriweather"/>
                          <a:ea typeface="Merriweather"/>
                          <a:cs typeface="Merriweather"/>
                          <a:sym typeface="Merriweather"/>
                        </a:rPr>
                        <a:t>.</a:t>
                      </a:r>
                      <a:endParaRPr sz="1100">
                        <a:latin typeface="Merriweather"/>
                        <a:ea typeface="Merriweather"/>
                        <a:cs typeface="Merriweather"/>
                        <a:sym typeface="Merriweather"/>
                      </a:endParaRPr>
                    </a:p>
                    <a:p>
                      <a:pPr indent="0" lvl="0" marL="0" rtl="0" algn="l">
                        <a:spcBef>
                          <a:spcPts val="0"/>
                        </a:spcBef>
                        <a:spcAft>
                          <a:spcPts val="0"/>
                        </a:spcAft>
                        <a:buClr>
                          <a:srgbClr val="000000"/>
                        </a:buClr>
                        <a:buSzPts val="1100"/>
                        <a:buFont typeface="Arial"/>
                        <a:buNone/>
                      </a:pPr>
                      <a:r>
                        <a:t/>
                      </a:r>
                      <a:endParaRPr sz="1100">
                        <a:latin typeface="Merriweather"/>
                        <a:ea typeface="Merriweather"/>
                        <a:cs typeface="Merriweather"/>
                        <a:sym typeface="Merriweather"/>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lang="en" sz="1100">
                          <a:latin typeface="Merriweather"/>
                          <a:ea typeface="Merriweather"/>
                          <a:cs typeface="Merriweather"/>
                          <a:sym typeface="Merriweather"/>
                        </a:rPr>
                        <a:t>Focuses only on </a:t>
                      </a:r>
                      <a:r>
                        <a:rPr b="1" lang="en" sz="1100">
                          <a:latin typeface="Merriweather"/>
                          <a:ea typeface="Merriweather"/>
                          <a:cs typeface="Merriweather"/>
                          <a:sym typeface="Merriweather"/>
                        </a:rPr>
                        <a:t>U.S. corn and soybean markets</a:t>
                      </a:r>
                      <a:r>
                        <a:rPr lang="en" sz="1100">
                          <a:latin typeface="Merriweather"/>
                          <a:ea typeface="Merriweather"/>
                          <a:cs typeface="Merriweather"/>
                          <a:sym typeface="Merriweather"/>
                        </a:rPr>
                        <a:t>.</a:t>
                      </a:r>
                      <a:br>
                        <a:rPr lang="en" sz="1100">
                          <a:latin typeface="Merriweather"/>
                          <a:ea typeface="Merriweather"/>
                          <a:cs typeface="Merriweather"/>
                          <a:sym typeface="Merriweather"/>
                        </a:rPr>
                      </a:br>
                      <a:endParaRPr sz="1100">
                        <a:latin typeface="Merriweather"/>
                        <a:ea typeface="Merriweather"/>
                        <a:cs typeface="Merriweather"/>
                        <a:sym typeface="Merriweather"/>
                      </a:endParaRPr>
                    </a:p>
                    <a:p>
                      <a:pPr indent="0" lvl="0" marL="0" rtl="0" algn="l">
                        <a:spcBef>
                          <a:spcPts val="0"/>
                        </a:spcBef>
                        <a:spcAft>
                          <a:spcPts val="0"/>
                        </a:spcAft>
                        <a:buNone/>
                      </a:pPr>
                      <a:r>
                        <a:rPr lang="en" sz="1100">
                          <a:latin typeface="Merriweather"/>
                          <a:ea typeface="Merriweather"/>
                          <a:cs typeface="Merriweather"/>
                          <a:sym typeface="Merriweather"/>
                        </a:rPr>
                        <a:t>Does not include </a:t>
                      </a:r>
                      <a:r>
                        <a:rPr b="1" lang="en" sz="1100">
                          <a:latin typeface="Merriweather"/>
                          <a:ea typeface="Merriweather"/>
                          <a:cs typeface="Merriweather"/>
                          <a:sym typeface="Merriweather"/>
                        </a:rPr>
                        <a:t>other crops</a:t>
                      </a:r>
                      <a:r>
                        <a:rPr lang="en" sz="1100">
                          <a:latin typeface="Merriweather"/>
                          <a:ea typeface="Merriweather"/>
                          <a:cs typeface="Merriweather"/>
                          <a:sym typeface="Merriweather"/>
                        </a:rPr>
                        <a:t> or </a:t>
                      </a:r>
                      <a:r>
                        <a:rPr b="1" lang="en" sz="1100">
                          <a:latin typeface="Merriweather"/>
                          <a:ea typeface="Merriweather"/>
                          <a:cs typeface="Merriweather"/>
                          <a:sym typeface="Merriweather"/>
                        </a:rPr>
                        <a:t>long-term structural shifts</a:t>
                      </a:r>
                      <a:r>
                        <a:rPr lang="en" sz="1100">
                          <a:latin typeface="Merriweather"/>
                          <a:ea typeface="Merriweather"/>
                          <a:cs typeface="Merriweather"/>
                          <a:sym typeface="Merriweather"/>
                        </a:rPr>
                        <a:t>.</a:t>
                      </a:r>
                      <a:br>
                        <a:rPr lang="en" sz="1100">
                          <a:latin typeface="Merriweather"/>
                          <a:ea typeface="Merriweather"/>
                          <a:cs typeface="Merriweather"/>
                          <a:sym typeface="Merriweather"/>
                        </a:rPr>
                      </a:br>
                      <a:endParaRPr sz="1100">
                        <a:latin typeface="Merriweather"/>
                        <a:ea typeface="Merriweather"/>
                        <a:cs typeface="Merriweather"/>
                        <a:sym typeface="Merriweather"/>
                      </a:endParaRPr>
                    </a:p>
                    <a:p>
                      <a:pPr indent="0" lvl="0" marL="0" rtl="0" algn="l">
                        <a:spcBef>
                          <a:spcPts val="0"/>
                        </a:spcBef>
                        <a:spcAft>
                          <a:spcPts val="0"/>
                        </a:spcAft>
                        <a:buNone/>
                      </a:pPr>
                      <a:r>
                        <a:rPr lang="en" sz="1100">
                          <a:latin typeface="Merriweather"/>
                          <a:ea typeface="Merriweather"/>
                          <a:cs typeface="Merriweather"/>
                          <a:sym typeface="Merriweather"/>
                        </a:rPr>
                        <a:t>The </a:t>
                      </a:r>
                      <a:r>
                        <a:rPr b="1" lang="en" sz="1100">
                          <a:latin typeface="Merriweather"/>
                          <a:ea typeface="Merriweather"/>
                          <a:cs typeface="Merriweather"/>
                          <a:sym typeface="Merriweather"/>
                        </a:rPr>
                        <a:t>GPR index</a:t>
                      </a:r>
                      <a:r>
                        <a:rPr lang="en" sz="1100">
                          <a:latin typeface="Merriweather"/>
                          <a:ea typeface="Merriweather"/>
                          <a:cs typeface="Merriweather"/>
                          <a:sym typeface="Merriweather"/>
                        </a:rPr>
                        <a:t> may not fully capture </a:t>
                      </a:r>
                      <a:r>
                        <a:rPr b="1" lang="en" sz="1100">
                          <a:latin typeface="Merriweather"/>
                          <a:ea typeface="Merriweather"/>
                          <a:cs typeface="Merriweather"/>
                          <a:sym typeface="Merriweather"/>
                        </a:rPr>
                        <a:t>all geopolitical tensions</a:t>
                      </a:r>
                      <a:r>
                        <a:rPr lang="en" sz="1100">
                          <a:latin typeface="Merriweather"/>
                          <a:ea typeface="Merriweather"/>
                          <a:cs typeface="Merriweather"/>
                          <a:sym typeface="Merriweather"/>
                        </a:rPr>
                        <a:t> or </a:t>
                      </a:r>
                      <a:r>
                        <a:rPr b="1" lang="en" sz="1100">
                          <a:latin typeface="Merriweather"/>
                          <a:ea typeface="Merriweather"/>
                          <a:cs typeface="Merriweather"/>
                          <a:sym typeface="Merriweather"/>
                        </a:rPr>
                        <a:t>country-specific shocks</a:t>
                      </a:r>
                      <a:r>
                        <a:rPr lang="en" sz="1100">
                          <a:latin typeface="Merriweather"/>
                          <a:ea typeface="Merriweather"/>
                          <a:cs typeface="Merriweather"/>
                          <a:sym typeface="Merriweather"/>
                        </a:rPr>
                        <a:t>.</a:t>
                      </a:r>
                      <a:endParaRPr sz="1100">
                        <a:latin typeface="Merriweather"/>
                        <a:ea typeface="Merriweather"/>
                        <a:cs typeface="Merriweather"/>
                        <a:sym typeface="Merriweather"/>
                      </a:endParaRPr>
                    </a:p>
                    <a:p>
                      <a:pPr indent="0" lvl="0" marL="457200" marR="0" rtl="0" algn="l">
                        <a:lnSpc>
                          <a:spcPct val="100000"/>
                        </a:lnSpc>
                        <a:spcBef>
                          <a:spcPts val="0"/>
                        </a:spcBef>
                        <a:spcAft>
                          <a:spcPts val="0"/>
                        </a:spcAft>
                        <a:buClr>
                          <a:srgbClr val="000000"/>
                        </a:buClr>
                        <a:buSzPts val="1100"/>
                        <a:buFont typeface="Arial"/>
                        <a:buNone/>
                      </a:pPr>
                      <a:r>
                        <a:t/>
                      </a:r>
                      <a:endParaRPr sz="1100">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graphicFrame>
        <p:nvGraphicFramePr>
          <p:cNvPr id="616" name="Google Shape;616;p40"/>
          <p:cNvGraphicFramePr/>
          <p:nvPr/>
        </p:nvGraphicFramePr>
        <p:xfrm>
          <a:off x="50095" y="-148536"/>
          <a:ext cx="3000000" cy="3000000"/>
        </p:xfrm>
        <a:graphic>
          <a:graphicData uri="http://schemas.openxmlformats.org/drawingml/2006/table">
            <a:tbl>
              <a:tblPr firstRow="1">
                <a:noFill/>
                <a:tableStyleId>{473BDDAB-795A-4B56-9510-8227589A0695}</a:tableStyleId>
              </a:tblPr>
              <a:tblGrid>
                <a:gridCol w="417550"/>
                <a:gridCol w="1310925"/>
                <a:gridCol w="1029875"/>
                <a:gridCol w="1646200"/>
                <a:gridCol w="2395125"/>
                <a:gridCol w="2244150"/>
              </a:tblGrid>
              <a:tr h="844925">
                <a:tc>
                  <a:txBody>
                    <a:bodyPr/>
                    <a:lstStyle/>
                    <a:p>
                      <a:pPr indent="0" lvl="0" marL="0" marR="0" rtl="0" algn="ctr">
                        <a:lnSpc>
                          <a:spcPct val="100000"/>
                        </a:lnSpc>
                        <a:spcBef>
                          <a:spcPts val="0"/>
                        </a:spcBef>
                        <a:spcAft>
                          <a:spcPts val="0"/>
                        </a:spcAft>
                        <a:buClr>
                          <a:schemeClr val="dk1"/>
                        </a:buClr>
                        <a:buSzPts val="1100"/>
                        <a:buFont typeface="Arial"/>
                        <a:buNone/>
                      </a:pPr>
                      <a:r>
                        <a:rPr b="1" lang="en" sz="1100" u="none" cap="none" strike="noStrike">
                          <a:latin typeface="Times New Roman"/>
                          <a:ea typeface="Times New Roman"/>
                          <a:cs typeface="Times New Roman"/>
                          <a:sym typeface="Times New Roman"/>
                        </a:rPr>
                        <a:t>Sl.No</a:t>
                      </a:r>
                      <a:endParaRPr b="1" sz="11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Title of the publication with </a:t>
                      </a:r>
                      <a:endParaRPr b="1"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 Publisher</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t/>
                      </a:r>
                      <a:endParaRPr sz="12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Authors/Year</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M</a:t>
                      </a:r>
                      <a:r>
                        <a:rPr b="1" lang="en" sz="1100">
                          <a:latin typeface="Times New Roman"/>
                          <a:ea typeface="Times New Roman"/>
                          <a:cs typeface="Times New Roman"/>
                          <a:sym typeface="Times New Roman"/>
                        </a:rPr>
                        <a:t>ethodology Used</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a:latin typeface="Anaheim"/>
                          <a:ea typeface="Anaheim"/>
                          <a:cs typeface="Anaheim"/>
                          <a:sym typeface="Anaheim"/>
                        </a:rPr>
                        <a:t>Result</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Limitations</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r>
              <a:tr h="19863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a:t>
                      </a:r>
                      <a:endParaRPr sz="12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200"/>
                        <a:buFont typeface="Arial"/>
                        <a:buNone/>
                      </a:pPr>
                      <a:r>
                        <a:rPr lang="en" sz="1100">
                          <a:latin typeface="Staatliches"/>
                          <a:ea typeface="Staatliches"/>
                          <a:cs typeface="Staatliches"/>
                          <a:sym typeface="Staatliches"/>
                        </a:rPr>
                        <a:t>Machine Learning-Driven Governance: Predicting the Effectiveness of International Trade Policies through Policy and Governance Analytics.</a:t>
                      </a:r>
                      <a:endParaRPr sz="1100">
                        <a:latin typeface="Staatliches"/>
                        <a:ea typeface="Staatliches"/>
                        <a:cs typeface="Staatliches"/>
                        <a:sym typeface="Staatliches"/>
                      </a:endParaRPr>
                    </a:p>
                    <a:p>
                      <a:pPr indent="0" lvl="0" marL="0" marR="0" rtl="0" algn="l">
                        <a:lnSpc>
                          <a:spcPct val="100000"/>
                        </a:lnSpc>
                        <a:spcBef>
                          <a:spcPts val="0"/>
                        </a:spcBef>
                        <a:spcAft>
                          <a:spcPts val="0"/>
                        </a:spcAft>
                        <a:buClr>
                          <a:srgbClr val="000000"/>
                        </a:buClr>
                        <a:buSzPts val="1200"/>
                        <a:buFont typeface="Arial"/>
                        <a:buNone/>
                      </a:pPr>
                      <a:r>
                        <a:t/>
                      </a:r>
                      <a:endParaRPr sz="1200">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100"/>
                        <a:buFont typeface="Arial"/>
                        <a:buNone/>
                      </a:pPr>
                      <a:r>
                        <a:rPr b="1" lang="en" sz="1100">
                          <a:latin typeface="Anaheim"/>
                          <a:ea typeface="Anaheim"/>
                          <a:cs typeface="Anaheim"/>
                          <a:sym typeface="Anaheim"/>
                        </a:rPr>
                        <a:t>Emran Hossain</a:t>
                      </a:r>
                      <a:endParaRPr b="1" sz="1100">
                        <a:latin typeface="Anaheim"/>
                        <a:ea typeface="Anaheim"/>
                        <a:cs typeface="Anaheim"/>
                        <a:sym typeface="Anaheim"/>
                      </a:endParaRPr>
                    </a:p>
                    <a:p>
                      <a:pPr indent="0" lvl="0" marL="0" rtl="0" algn="l">
                        <a:spcBef>
                          <a:spcPts val="0"/>
                        </a:spcBef>
                        <a:spcAft>
                          <a:spcPts val="0"/>
                        </a:spcAft>
                        <a:buNone/>
                      </a:pPr>
                      <a:r>
                        <a:t/>
                      </a:r>
                      <a:endParaRPr b="1" sz="1100">
                        <a:latin typeface="Anaheim"/>
                        <a:ea typeface="Anaheim"/>
                        <a:cs typeface="Anaheim"/>
                        <a:sym typeface="Anaheim"/>
                      </a:endParaRPr>
                    </a:p>
                    <a:p>
                      <a:pPr indent="0" lvl="0" marL="0" rtl="0" algn="l">
                        <a:spcBef>
                          <a:spcPts val="0"/>
                        </a:spcBef>
                        <a:spcAft>
                          <a:spcPts val="0"/>
                        </a:spcAft>
                        <a:buClr>
                          <a:srgbClr val="000000"/>
                        </a:buClr>
                        <a:buSzPts val="1100"/>
                        <a:buFont typeface="Arial"/>
                        <a:buNone/>
                      </a:pPr>
                      <a:r>
                        <a:rPr b="1" lang="en" sz="1100">
                          <a:latin typeface="Anaheim"/>
                          <a:ea typeface="Anaheim"/>
                          <a:cs typeface="Anaheim"/>
                          <a:sym typeface="Anaheim"/>
                        </a:rPr>
                        <a:t>2024</a:t>
                      </a:r>
                      <a:endParaRPr b="1" sz="1100">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000"/>
                        <a:buFont typeface="Arial"/>
                        <a:buNone/>
                      </a:pPr>
                      <a:r>
                        <a:t/>
                      </a:r>
                      <a:endParaRPr b="1" sz="11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None/>
                      </a:pPr>
                      <a:r>
                        <a:rPr b="1" lang="en" sz="1100"/>
                        <a:t>Used multiple ML algorithms such as Random Forest, Gradient Boosting, LSTM, Regression, NLP, and Clustering on datasets covering 70+ countries over 20 years. Compared against traditional econometric models </a:t>
                      </a:r>
                      <a:endParaRPr b="1" sz="10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100"/>
                        <a:t>ML models improved trade policy outcome prediction accuracy by up to 25–30% over traditional econometric methods. Feature importance showed GDP, world events, and commodity prices as key drivers. Enabled faster, data-driven policy decisions.</a:t>
                      </a:r>
                      <a:endParaRPr b="1" sz="9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00"/>
                        <a:t>Data quality inconsistencies; model transparency issues (black-box models); ethical concerns (privacy, bias); limited generalizability to unseen policy contexts; need for explainable AI in policymaking.</a:t>
                      </a:r>
                      <a:endParaRPr b="1" sz="1000" u="none" cap="none" strike="noStrike"/>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r>
              <a:tr h="2381250">
                <a:tc>
                  <a:txBody>
                    <a:bodyPr/>
                    <a:lstStyle/>
                    <a:p>
                      <a:pPr indent="0" lvl="0" marL="0" marR="0" rtl="0" algn="l">
                        <a:lnSpc>
                          <a:spcPct val="100000"/>
                        </a:lnSpc>
                        <a:spcBef>
                          <a:spcPts val="0"/>
                        </a:spcBef>
                        <a:spcAft>
                          <a:spcPts val="0"/>
                        </a:spcAft>
                        <a:buClr>
                          <a:srgbClr val="000000"/>
                        </a:buClr>
                        <a:buSzPts val="1200"/>
                        <a:buFont typeface="Arial"/>
                        <a:buNone/>
                      </a:pPr>
                      <a:r>
                        <a:rPr lang="en" sz="1000" u="none" cap="none" strike="noStrike">
                          <a:latin typeface="Staatliches"/>
                          <a:ea typeface="Staatliches"/>
                          <a:cs typeface="Staatliches"/>
                          <a:sym typeface="Staatliches"/>
                        </a:rPr>
                        <a:t>2</a:t>
                      </a:r>
                      <a:endParaRPr sz="1000" u="none" cap="none" strike="noStrike">
                        <a:latin typeface="Staatliches"/>
                        <a:ea typeface="Staatliches"/>
                        <a:cs typeface="Staatliches"/>
                        <a:sym typeface="Staatliches"/>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200"/>
                        <a:buFont typeface="Arial"/>
                        <a:buNone/>
                      </a:pPr>
                      <a:r>
                        <a:rPr lang="en" sz="1200">
                          <a:latin typeface="Staatliches"/>
                          <a:ea typeface="Staatliches"/>
                          <a:cs typeface="Staatliches"/>
                          <a:sym typeface="Staatliches"/>
                        </a:rPr>
                        <a:t>News Event-Driven Forecasting of Commodity Prices</a:t>
                      </a:r>
                      <a:endParaRPr sz="1200">
                        <a:latin typeface="Staatliches"/>
                        <a:ea typeface="Staatliches"/>
                        <a:cs typeface="Staatliches"/>
                        <a:sym typeface="Staatliches"/>
                      </a:endParaRPr>
                    </a:p>
                    <a:p>
                      <a:pPr indent="0" lvl="0" marL="0" marR="0" rtl="0" algn="l">
                        <a:lnSpc>
                          <a:spcPct val="100000"/>
                        </a:lnSpc>
                        <a:spcBef>
                          <a:spcPts val="0"/>
                        </a:spcBef>
                        <a:spcAft>
                          <a:spcPts val="0"/>
                        </a:spcAft>
                        <a:buClr>
                          <a:srgbClr val="000000"/>
                        </a:buClr>
                        <a:buSzPts val="1200"/>
                        <a:buFont typeface="Arial"/>
                        <a:buNone/>
                      </a:pPr>
                      <a:r>
                        <a:t/>
                      </a:r>
                      <a:endParaRPr sz="1100" u="none" cap="none" strike="noStrike">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ctr">
                        <a:spcBef>
                          <a:spcPts val="0"/>
                        </a:spcBef>
                        <a:spcAft>
                          <a:spcPts val="0"/>
                        </a:spcAft>
                        <a:buClr>
                          <a:srgbClr val="000000"/>
                        </a:buClr>
                        <a:buSzPts val="1100"/>
                        <a:buFont typeface="Arial"/>
                        <a:buNone/>
                      </a:pPr>
                      <a:r>
                        <a:rPr b="1" lang="en" sz="1100">
                          <a:latin typeface="Anaheim"/>
                          <a:ea typeface="Anaheim"/>
                          <a:cs typeface="Anaheim"/>
                          <a:sym typeface="Anaheim"/>
                        </a:rPr>
                        <a:t>Chakraborty, Subramanian</a:t>
                      </a:r>
                      <a:endParaRPr b="1" sz="1100">
                        <a:latin typeface="Anaheim"/>
                        <a:ea typeface="Anaheim"/>
                        <a:cs typeface="Anaheim"/>
                        <a:sym typeface="Anaheim"/>
                      </a:endParaRPr>
                    </a:p>
                    <a:p>
                      <a:pPr indent="0" lvl="0" marL="0" rtl="0" algn="l">
                        <a:spcBef>
                          <a:spcPts val="0"/>
                        </a:spcBef>
                        <a:spcAft>
                          <a:spcPts val="0"/>
                        </a:spcAft>
                        <a:buClr>
                          <a:srgbClr val="000000"/>
                        </a:buClr>
                        <a:buSzPts val="1000"/>
                        <a:buFont typeface="Arial"/>
                        <a:buNone/>
                      </a:pPr>
                      <a:r>
                        <a:t/>
                      </a:r>
                      <a:endParaRPr b="1" sz="1000">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rPr b="1" lang="en" sz="1000">
                          <a:latin typeface="Anaheim"/>
                          <a:ea typeface="Anaheim"/>
                          <a:cs typeface="Anaheim"/>
                          <a:sym typeface="Anaheim"/>
                        </a:rPr>
                        <a:t>2024</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None/>
                      </a:pPr>
                      <a:r>
                        <a:rPr b="1" lang="en" sz="1100"/>
                        <a:t>Proposed a Recurrent Event Network (REN) — a neural network combining LSTM-based RNNs with automatically extracted news events from 1.6M news articles (15 years) and daily price data of onions, potatoes, rice, and wheat in India.</a:t>
                      </a:r>
                      <a:endParaRPr b="1" sz="10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100"/>
                        <a:t>The model outperformed traditional models (ARIMA, word2vec, doc2vec, LDA) by up to 13% in accuracy. Identified key event types (“natural”, “hike”, “policy”, “elections”) influencing prices. Demonstrated interpretability through event importance scores.</a:t>
                      </a:r>
                      <a:endParaRPr b="1" sz="10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100">
                          <a:latin typeface="Anaheim"/>
                          <a:ea typeface="Anaheim"/>
                          <a:cs typeface="Anaheim"/>
                          <a:sym typeface="Anaheim"/>
                        </a:rPr>
                        <a:t>Dependent on availability and reliability of large-scale news data; potential noise in event extraction; limited to Indian commodities; requires high computational resources; possible lag in response to unseen event types.</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graphicFrame>
        <p:nvGraphicFramePr>
          <p:cNvPr id="621" name="Google Shape;621;p41"/>
          <p:cNvGraphicFramePr/>
          <p:nvPr/>
        </p:nvGraphicFramePr>
        <p:xfrm>
          <a:off x="8" y="-95274"/>
          <a:ext cx="3000000" cy="3000000"/>
        </p:xfrm>
        <a:graphic>
          <a:graphicData uri="http://schemas.openxmlformats.org/drawingml/2006/table">
            <a:tbl>
              <a:tblPr firstRow="1">
                <a:noFill/>
                <a:tableStyleId>{473BDDAB-795A-4B56-9510-8227589A0695}</a:tableStyleId>
              </a:tblPr>
              <a:tblGrid>
                <a:gridCol w="517725"/>
                <a:gridCol w="1310925"/>
                <a:gridCol w="1138725"/>
                <a:gridCol w="1537350"/>
                <a:gridCol w="2544800"/>
                <a:gridCol w="2094475"/>
              </a:tblGrid>
              <a:tr h="858425">
                <a:tc>
                  <a:txBody>
                    <a:bodyPr/>
                    <a:lstStyle/>
                    <a:p>
                      <a:pPr indent="0" lvl="0" marL="0" marR="0" rtl="0" algn="ctr">
                        <a:lnSpc>
                          <a:spcPct val="100000"/>
                        </a:lnSpc>
                        <a:spcBef>
                          <a:spcPts val="0"/>
                        </a:spcBef>
                        <a:spcAft>
                          <a:spcPts val="0"/>
                        </a:spcAft>
                        <a:buClr>
                          <a:schemeClr val="dk1"/>
                        </a:buClr>
                        <a:buSzPts val="1100"/>
                        <a:buFont typeface="Arial"/>
                        <a:buNone/>
                      </a:pPr>
                      <a:r>
                        <a:rPr b="1" lang="en" sz="1100" u="none" cap="none" strike="noStrike">
                          <a:latin typeface="Times New Roman"/>
                          <a:ea typeface="Times New Roman"/>
                          <a:cs typeface="Times New Roman"/>
                          <a:sym typeface="Times New Roman"/>
                        </a:rPr>
                        <a:t>Sl.No</a:t>
                      </a:r>
                      <a:endParaRPr b="1" sz="11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Title of the publication with </a:t>
                      </a:r>
                      <a:endParaRPr b="1"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 Publisher</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t/>
                      </a:r>
                      <a:endParaRPr sz="12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Authors/Year</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M</a:t>
                      </a:r>
                      <a:r>
                        <a:rPr b="1" lang="en" sz="1100">
                          <a:latin typeface="Times New Roman"/>
                          <a:ea typeface="Times New Roman"/>
                          <a:cs typeface="Times New Roman"/>
                          <a:sym typeface="Times New Roman"/>
                        </a:rPr>
                        <a:t>ethodology Used</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a:latin typeface="Anaheim"/>
                          <a:ea typeface="Anaheim"/>
                          <a:cs typeface="Anaheim"/>
                          <a:sym typeface="Anaheim"/>
                        </a:rPr>
                        <a:t>Result</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Limitations</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r>
              <a:tr h="2196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a:t>
                      </a:r>
                      <a:endParaRPr sz="12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200"/>
                        <a:buFont typeface="Arial"/>
                        <a:buNone/>
                      </a:pPr>
                      <a:r>
                        <a:rPr lang="en" sz="1200">
                          <a:latin typeface="Staatliches"/>
                          <a:ea typeface="Staatliches"/>
                          <a:cs typeface="Staatliches"/>
                          <a:sym typeface="Staatliches"/>
                        </a:rPr>
                        <a:t>A Study on the Impact of External Shocks on the Resilience of China’s Grain Supply Chain</a:t>
                      </a:r>
                      <a:endParaRPr sz="1200" u="none" cap="none" strike="noStrike">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latin typeface="Anaheim"/>
                          <a:ea typeface="Anaheim"/>
                          <a:cs typeface="Anaheim"/>
                          <a:sym typeface="Anaheim"/>
                        </a:rPr>
                        <a:t>[Author names vary by version; China Agricultural University Research Team, 2022 / 2023]*</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t>• Used daily data (2000–2022) of GPR and agricultural futures.</a:t>
                      </a:r>
                      <a:endParaRPr b="1" sz="1100"/>
                    </a:p>
                    <a:p>
                      <a:pPr indent="0" lvl="0" marL="0" rtl="0" algn="l">
                        <a:spcBef>
                          <a:spcPts val="0"/>
                        </a:spcBef>
                        <a:spcAft>
                          <a:spcPts val="0"/>
                        </a:spcAft>
                        <a:buNone/>
                      </a:pPr>
                      <a:r>
                        <a:rPr b="1" lang="en" sz="1100"/>
                        <a:t>• Applied ADF test for stationarity.</a:t>
                      </a:r>
                      <a:endParaRPr b="1" sz="1100"/>
                    </a:p>
                    <a:p>
                      <a:pPr indent="0" lvl="0" marL="0" rtl="0" algn="l">
                        <a:spcBef>
                          <a:spcPts val="0"/>
                        </a:spcBef>
                        <a:spcAft>
                          <a:spcPts val="0"/>
                        </a:spcAft>
                        <a:buNone/>
                      </a:pPr>
                      <a:r>
                        <a:rPr b="1" lang="en" sz="1100"/>
                        <a:t>• Employed VAR &amp; Granger causality tests to find impact of GPR on commodity prices.</a:t>
                      </a:r>
                      <a:endParaRPr b="1" sz="10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t>• Shows how pandemics, wars, and trade bans impact China’s grain production, imports, and logistics.</a:t>
                      </a:r>
                      <a:endParaRPr b="1" sz="1100"/>
                    </a:p>
                    <a:p>
                      <a:pPr indent="0" lvl="0" marL="0" rtl="0" algn="l">
                        <a:spcBef>
                          <a:spcPts val="0"/>
                        </a:spcBef>
                        <a:spcAft>
                          <a:spcPts val="0"/>
                        </a:spcAft>
                        <a:buClr>
                          <a:srgbClr val="000000"/>
                        </a:buClr>
                        <a:buSzPts val="1100"/>
                        <a:buFont typeface="Arial"/>
                        <a:buNone/>
                      </a:pPr>
                      <a:r>
                        <a:rPr b="1" lang="en" sz="1100"/>
                        <a:t>• Highlights importance of building resilient food systems under global shocks.</a:t>
                      </a:r>
                      <a:endParaRPr b="1" sz="1000"/>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rtl="0" algn="l">
                        <a:lnSpc>
                          <a:spcPct val="115000"/>
                        </a:lnSpc>
                        <a:spcBef>
                          <a:spcPts val="0"/>
                        </a:spcBef>
                        <a:spcAft>
                          <a:spcPts val="0"/>
                        </a:spcAft>
                        <a:buNone/>
                      </a:pPr>
                      <a:r>
                        <a:rPr b="1" lang="en" sz="1100">
                          <a:latin typeface="Anaheim"/>
                          <a:ea typeface="Anaheim"/>
                          <a:cs typeface="Anaheim"/>
                          <a:sym typeface="Anaheim"/>
                        </a:rPr>
                        <a:t>• Country-specific (China only).</a:t>
                      </a:r>
                      <a:endParaRPr b="1" sz="1100">
                        <a:latin typeface="Anaheim"/>
                        <a:ea typeface="Anaheim"/>
                        <a:cs typeface="Anaheim"/>
                        <a:sym typeface="Anaheim"/>
                      </a:endParaRPr>
                    </a:p>
                    <a:p>
                      <a:pPr indent="0" lvl="0" marL="0" rtl="0" algn="l">
                        <a:lnSpc>
                          <a:spcPct val="115000"/>
                        </a:lnSpc>
                        <a:spcBef>
                          <a:spcPts val="0"/>
                        </a:spcBef>
                        <a:spcAft>
                          <a:spcPts val="0"/>
                        </a:spcAft>
                        <a:buNone/>
                      </a:pPr>
                      <a:r>
                        <a:rPr b="1" lang="en" sz="1100">
                          <a:latin typeface="Anaheim"/>
                          <a:ea typeface="Anaheim"/>
                          <a:cs typeface="Anaheim"/>
                          <a:sym typeface="Anaheim"/>
                        </a:rPr>
                        <a:t>• Focused only on supply chain resilience, not prices or economy.</a:t>
                      </a:r>
                      <a:endParaRPr b="1" sz="1100">
                        <a:latin typeface="Anaheim"/>
                        <a:ea typeface="Anaheim"/>
                        <a:cs typeface="Anaheim"/>
                        <a:sym typeface="Anaheim"/>
                      </a:endParaRPr>
                    </a:p>
                    <a:p>
                      <a:pPr indent="0" lvl="0" marL="0" rtl="0" algn="l">
                        <a:lnSpc>
                          <a:spcPct val="115000"/>
                        </a:lnSpc>
                        <a:spcBef>
                          <a:spcPts val="0"/>
                        </a:spcBef>
                        <a:spcAft>
                          <a:spcPts val="0"/>
                        </a:spcAft>
                        <a:buNone/>
                      </a:pPr>
                      <a:r>
                        <a:rPr b="1" lang="en" sz="1100">
                          <a:latin typeface="Anaheim"/>
                          <a:ea typeface="Anaheim"/>
                          <a:cs typeface="Anaheim"/>
                          <a:sym typeface="Anaheim"/>
                        </a:rPr>
                        <a:t>• Uses historical data—no forecasting.</a:t>
                      </a:r>
                      <a:endParaRPr b="1" sz="1100">
                        <a:latin typeface="Anaheim"/>
                        <a:ea typeface="Anaheim"/>
                        <a:cs typeface="Anaheim"/>
                        <a:sym typeface="Anaheim"/>
                      </a:endParaRPr>
                    </a:p>
                    <a:p>
                      <a:pPr indent="0" lvl="0" marL="0" rtl="0" algn="l">
                        <a:lnSpc>
                          <a:spcPct val="115000"/>
                        </a:lnSpc>
                        <a:spcBef>
                          <a:spcPts val="0"/>
                        </a:spcBef>
                        <a:spcAft>
                          <a:spcPts val="0"/>
                        </a:spcAft>
                        <a:buNone/>
                      </a:pPr>
                      <a:r>
                        <a:rPr b="1" lang="en" sz="1100">
                          <a:latin typeface="Anaheim"/>
                          <a:ea typeface="Anaheim"/>
                          <a:cs typeface="Anaheim"/>
                          <a:sym typeface="Anaheim"/>
                        </a:rPr>
                        <a:t>• Lacks early-warning or AI-based predictive model.</a:t>
                      </a:r>
                      <a:endParaRPr b="1" sz="1100">
                        <a:latin typeface="Anaheim"/>
                        <a:ea typeface="Anaheim"/>
                        <a:cs typeface="Anaheim"/>
                        <a:sym typeface="Anaheim"/>
                      </a:endParaRPr>
                    </a:p>
                    <a:p>
                      <a:pPr indent="0" lvl="0" marL="457200" marR="0" rtl="0" algn="l">
                        <a:lnSpc>
                          <a:spcPct val="100000"/>
                        </a:lnSpc>
                        <a:spcBef>
                          <a:spcPts val="0"/>
                        </a:spcBef>
                        <a:spcAft>
                          <a:spcPts val="0"/>
                        </a:spcAft>
                        <a:buNone/>
                      </a:pPr>
                      <a:r>
                        <a:t/>
                      </a:r>
                      <a:endParaRPr b="1" sz="1000"/>
                    </a:p>
                    <a:p>
                      <a:pPr indent="0" lvl="0" marL="0" marR="0" rtl="0" algn="l">
                        <a:lnSpc>
                          <a:spcPct val="100000"/>
                        </a:lnSpc>
                        <a:spcBef>
                          <a:spcPts val="0"/>
                        </a:spcBef>
                        <a:spcAft>
                          <a:spcPts val="0"/>
                        </a:spcAft>
                        <a:buClr>
                          <a:srgbClr val="000000"/>
                        </a:buClr>
                        <a:buSzPts val="1100"/>
                        <a:buFont typeface="Arial"/>
                        <a:buNone/>
                      </a:pPr>
                      <a:r>
                        <a:t/>
                      </a:r>
                      <a:endParaRPr b="1" sz="1000" u="none" cap="none" strike="noStrike"/>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r>
              <a:tr h="2087300">
                <a:tc>
                  <a:txBody>
                    <a:bodyPr/>
                    <a:lstStyle/>
                    <a:p>
                      <a:pPr indent="0" lvl="0" marL="0" marR="0" rtl="0" algn="l">
                        <a:lnSpc>
                          <a:spcPct val="100000"/>
                        </a:lnSpc>
                        <a:spcBef>
                          <a:spcPts val="0"/>
                        </a:spcBef>
                        <a:spcAft>
                          <a:spcPts val="0"/>
                        </a:spcAft>
                        <a:buClr>
                          <a:srgbClr val="000000"/>
                        </a:buClr>
                        <a:buSzPts val="1200"/>
                        <a:buFont typeface="Arial"/>
                        <a:buNone/>
                      </a:pPr>
                      <a:r>
                        <a:rPr lang="en" sz="1000" u="none" cap="none" strike="noStrike">
                          <a:latin typeface="Staatliches"/>
                          <a:ea typeface="Staatliches"/>
                          <a:cs typeface="Staatliches"/>
                          <a:sym typeface="Staatliches"/>
                        </a:rPr>
                        <a:t>2</a:t>
                      </a:r>
                      <a:endParaRPr sz="1000" u="none" cap="none" strike="noStrike">
                        <a:latin typeface="Staatliches"/>
                        <a:ea typeface="Staatliches"/>
                        <a:cs typeface="Staatliches"/>
                        <a:sym typeface="Staatliches"/>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Clr>
                          <a:srgbClr val="000000"/>
                        </a:buClr>
                        <a:buSzPts val="1200"/>
                        <a:buFont typeface="Arial"/>
                        <a:buNone/>
                      </a:pPr>
                      <a:r>
                        <a:rPr b="1" lang="en" sz="1200">
                          <a:latin typeface="Staatliches"/>
                          <a:ea typeface="Staatliches"/>
                          <a:cs typeface="Staatliches"/>
                          <a:sym typeface="Staatliches"/>
                        </a:rPr>
                        <a:t> </a:t>
                      </a:r>
                      <a:r>
                        <a:rPr b="1" i="1" lang="en" sz="1100"/>
                        <a:t>Assessing the Causality Relationship between the Geopolitical Risk Index and the Agricultural Commodity Markets</a:t>
                      </a:r>
                      <a:endParaRPr b="1" i="1" sz="1100"/>
                    </a:p>
                    <a:p>
                      <a:pPr indent="0" lvl="0" marL="0" rtl="0" algn="l">
                        <a:spcBef>
                          <a:spcPts val="0"/>
                        </a:spcBef>
                        <a:spcAft>
                          <a:spcPts val="0"/>
                        </a:spcAft>
                        <a:buClr>
                          <a:srgbClr val="000000"/>
                        </a:buClr>
                        <a:buSzPts val="1200"/>
                        <a:buFont typeface="Arial"/>
                        <a:buNone/>
                      </a:pPr>
                      <a:r>
                        <a:rPr b="1" i="1" lang="en" sz="1100"/>
                        <a:t>(MDPI – Risks Journal, 2023)</a:t>
                      </a:r>
                      <a:endParaRPr b="1" sz="1200">
                        <a:latin typeface="Staatliches"/>
                        <a:ea typeface="Staatliches"/>
                        <a:cs typeface="Staatliches"/>
                        <a:sym typeface="Staatliches"/>
                      </a:endParaRPr>
                    </a:p>
                    <a:p>
                      <a:pPr indent="0" lvl="0" marL="0" marR="0" rtl="0" algn="l">
                        <a:lnSpc>
                          <a:spcPct val="100000"/>
                        </a:lnSpc>
                        <a:spcBef>
                          <a:spcPts val="0"/>
                        </a:spcBef>
                        <a:spcAft>
                          <a:spcPts val="0"/>
                        </a:spcAft>
                        <a:buClr>
                          <a:srgbClr val="000000"/>
                        </a:buClr>
                        <a:buSzPts val="1200"/>
                        <a:buFont typeface="Arial"/>
                        <a:buNone/>
                      </a:pPr>
                      <a:r>
                        <a:t/>
                      </a:r>
                      <a:endParaRPr sz="1100">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latin typeface="Anaheim"/>
                          <a:ea typeface="Anaheim"/>
                          <a:cs typeface="Anaheim"/>
                          <a:sym typeface="Anaheim"/>
                        </a:rPr>
                        <a:t>Joseph Micallef, Simon Grima, Jonathan Spiteri, Ramona Rupeika-Apoga (2023)</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t>• Used daily data (2000–2022) of GPR and agricultural futures.</a:t>
                      </a:r>
                      <a:endParaRPr b="1" sz="1100"/>
                    </a:p>
                    <a:p>
                      <a:pPr indent="0" lvl="0" marL="0" rtl="0" algn="l">
                        <a:spcBef>
                          <a:spcPts val="0"/>
                        </a:spcBef>
                        <a:spcAft>
                          <a:spcPts val="0"/>
                        </a:spcAft>
                        <a:buNone/>
                      </a:pPr>
                      <a:r>
                        <a:rPr b="1" lang="en" sz="1100"/>
                        <a:t>• Applied ADF test for stationarity.</a:t>
                      </a:r>
                      <a:endParaRPr b="1" sz="1100"/>
                    </a:p>
                    <a:p>
                      <a:pPr indent="0" lvl="0" marL="0" rtl="0" algn="l">
                        <a:spcBef>
                          <a:spcPts val="0"/>
                        </a:spcBef>
                        <a:spcAft>
                          <a:spcPts val="0"/>
                        </a:spcAft>
                        <a:buNone/>
                      </a:pPr>
                      <a:r>
                        <a:rPr b="1" lang="en" sz="1100"/>
                        <a:t>• Employed VAR &amp; Granger causality tests to find impact of GPR on commodity prices.</a:t>
                      </a:r>
                      <a:endParaRPr b="1" sz="11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t>• Shows how GPR Threat &amp; GPR Act affect commodity prices like wheat, oats, coffee, and soybean oil.</a:t>
                      </a:r>
                      <a:endParaRPr b="1" sz="1100"/>
                    </a:p>
                    <a:p>
                      <a:pPr indent="0" lvl="0" marL="0" rtl="0" algn="l">
                        <a:spcBef>
                          <a:spcPts val="0"/>
                        </a:spcBef>
                        <a:spcAft>
                          <a:spcPts val="0"/>
                        </a:spcAft>
                        <a:buNone/>
                      </a:pPr>
                      <a:r>
                        <a:rPr b="1" lang="en" sz="1100"/>
                        <a:t>• Demonstrates link between geopolitical instability and agricultural price volatility.</a:t>
                      </a:r>
                      <a:endParaRPr b="1" sz="1100"/>
                    </a:p>
                    <a:p>
                      <a:pPr indent="0" lvl="0" marL="0" rtl="0" algn="l">
                        <a:spcBef>
                          <a:spcPts val="0"/>
                        </a:spcBef>
                        <a:spcAft>
                          <a:spcPts val="0"/>
                        </a:spcAft>
                        <a:buNone/>
                      </a:pPr>
                      <a:r>
                        <a:rPr b="1" lang="en" sz="1100"/>
                        <a:t>• Highlights the importance of including GPR in food security policies.</a:t>
                      </a:r>
                      <a:endParaRPr b="1" sz="1100"/>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spcBef>
                          <a:spcPts val="0"/>
                        </a:spcBef>
                        <a:spcAft>
                          <a:spcPts val="0"/>
                        </a:spcAft>
                        <a:buNone/>
                      </a:pPr>
                      <a:r>
                        <a:rPr b="1" lang="en" sz="1100">
                          <a:latin typeface="Anaheim"/>
                          <a:ea typeface="Anaheim"/>
                          <a:cs typeface="Anaheim"/>
                          <a:sym typeface="Anaheim"/>
                        </a:rPr>
                        <a:t>• Focuses only on historical daily data (2000–2022).</a:t>
                      </a:r>
                      <a:endParaRPr b="1" sz="1100">
                        <a:latin typeface="Anaheim"/>
                        <a:ea typeface="Anaheim"/>
                        <a:cs typeface="Anaheim"/>
                        <a:sym typeface="Anaheim"/>
                      </a:endParaRPr>
                    </a:p>
                    <a:p>
                      <a:pPr indent="0" lvl="0" marL="0" rtl="0" algn="l">
                        <a:spcBef>
                          <a:spcPts val="0"/>
                        </a:spcBef>
                        <a:spcAft>
                          <a:spcPts val="0"/>
                        </a:spcAft>
                        <a:buNone/>
                      </a:pPr>
                      <a:r>
                        <a:rPr b="1" lang="en" sz="1100">
                          <a:latin typeface="Anaheim"/>
                          <a:ea typeface="Anaheim"/>
                          <a:cs typeface="Anaheim"/>
                          <a:sym typeface="Anaheim"/>
                        </a:rPr>
                        <a:t>• VAR model limited to causality, not prediction.</a:t>
                      </a:r>
                      <a:endParaRPr b="1" sz="1100">
                        <a:latin typeface="Anaheim"/>
                        <a:ea typeface="Anaheim"/>
                        <a:cs typeface="Anaheim"/>
                        <a:sym typeface="Anaheim"/>
                      </a:endParaRPr>
                    </a:p>
                    <a:p>
                      <a:pPr indent="0" lvl="0" marL="0" rtl="0" algn="l">
                        <a:spcBef>
                          <a:spcPts val="0"/>
                        </a:spcBef>
                        <a:spcAft>
                          <a:spcPts val="0"/>
                        </a:spcAft>
                        <a:buNone/>
                      </a:pPr>
                      <a:r>
                        <a:rPr b="1" lang="en" sz="1100">
                          <a:latin typeface="Anaheim"/>
                          <a:ea typeface="Anaheim"/>
                          <a:cs typeface="Anaheim"/>
                          <a:sym typeface="Anaheim"/>
                        </a:rPr>
                        <a:t>• Doesn’t classify events (e.g., war, trade ban, policy).</a:t>
                      </a:r>
                      <a:endParaRPr b="1" sz="1100">
                        <a:latin typeface="Anaheim"/>
                        <a:ea typeface="Anaheim"/>
                        <a:cs typeface="Anaheim"/>
                        <a:sym typeface="Anaheim"/>
                      </a:endParaRPr>
                    </a:p>
                    <a:p>
                      <a:pPr indent="0" lvl="0" marL="0" marR="0" rtl="0" algn="l">
                        <a:lnSpc>
                          <a:spcPct val="100000"/>
                        </a:lnSpc>
                        <a:spcBef>
                          <a:spcPts val="0"/>
                        </a:spcBef>
                        <a:spcAft>
                          <a:spcPts val="0"/>
                        </a:spcAft>
                        <a:buNone/>
                      </a:pPr>
                      <a:r>
                        <a:rPr b="1" lang="en" sz="1100">
                          <a:latin typeface="Anaheim"/>
                          <a:ea typeface="Anaheim"/>
                          <a:cs typeface="Anaheim"/>
                          <a:sym typeface="Anaheim"/>
                        </a:rPr>
                        <a:t>• No regional (India-specific) focus.</a:t>
                      </a:r>
                      <a:r>
                        <a:rPr b="1" lang="en" sz="1200" u="none" cap="none" strike="noStrike">
                          <a:latin typeface="Anaheim"/>
                          <a:ea typeface="Anaheim"/>
                          <a:cs typeface="Anaheim"/>
                          <a:sym typeface="Anaheim"/>
                        </a:rPr>
                        <a:t>.</a:t>
                      </a:r>
                      <a:endParaRPr b="1" sz="1200" u="none" cap="none" strike="noStrike">
                        <a:latin typeface="Anaheim"/>
                        <a:ea typeface="Anaheim"/>
                        <a:cs typeface="Anaheim"/>
                        <a:sym typeface="Anaheim"/>
                      </a:endParaRPr>
                    </a:p>
                    <a:p>
                      <a:pPr indent="0" lvl="0" marL="457200" marR="0" rtl="0" algn="l">
                        <a:lnSpc>
                          <a:spcPct val="100000"/>
                        </a:lnSpc>
                        <a:spcBef>
                          <a:spcPts val="0"/>
                        </a:spcBef>
                        <a:spcAft>
                          <a:spcPts val="0"/>
                        </a:spcAft>
                        <a:buClr>
                          <a:srgbClr val="000000"/>
                        </a:buClr>
                        <a:buSzPts val="1100"/>
                        <a:buFont typeface="Arial"/>
                        <a:buNone/>
                      </a:pPr>
                      <a:r>
                        <a:t/>
                      </a:r>
                      <a:endParaRPr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graphicFrame>
        <p:nvGraphicFramePr>
          <p:cNvPr id="626" name="Google Shape;626;p42"/>
          <p:cNvGraphicFramePr/>
          <p:nvPr/>
        </p:nvGraphicFramePr>
        <p:xfrm>
          <a:off x="100595" y="124251"/>
          <a:ext cx="3000000" cy="3000000"/>
        </p:xfrm>
        <a:graphic>
          <a:graphicData uri="http://schemas.openxmlformats.org/drawingml/2006/table">
            <a:tbl>
              <a:tblPr firstRow="1">
                <a:noFill/>
                <a:tableStyleId>{473BDDAB-795A-4B56-9510-8227589A0695}</a:tableStyleId>
              </a:tblPr>
              <a:tblGrid>
                <a:gridCol w="417525"/>
                <a:gridCol w="1310875"/>
                <a:gridCol w="1029825"/>
                <a:gridCol w="1646125"/>
                <a:gridCol w="2395000"/>
                <a:gridCol w="2244050"/>
              </a:tblGrid>
              <a:tr h="774025">
                <a:tc>
                  <a:txBody>
                    <a:bodyPr/>
                    <a:lstStyle/>
                    <a:p>
                      <a:pPr indent="0" lvl="0" marL="0" marR="0" rtl="0" algn="ctr">
                        <a:lnSpc>
                          <a:spcPct val="100000"/>
                        </a:lnSpc>
                        <a:spcBef>
                          <a:spcPts val="0"/>
                        </a:spcBef>
                        <a:spcAft>
                          <a:spcPts val="0"/>
                        </a:spcAft>
                        <a:buClr>
                          <a:schemeClr val="dk1"/>
                        </a:buClr>
                        <a:buSzPts val="1100"/>
                        <a:buFont typeface="Arial"/>
                        <a:buNone/>
                      </a:pPr>
                      <a:r>
                        <a:rPr b="1" lang="en" sz="1100" u="none" cap="none" strike="noStrike">
                          <a:latin typeface="Times New Roman"/>
                          <a:ea typeface="Times New Roman"/>
                          <a:cs typeface="Times New Roman"/>
                          <a:sym typeface="Times New Roman"/>
                        </a:rPr>
                        <a:t>Sl.No</a:t>
                      </a:r>
                      <a:endParaRPr b="1" sz="11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Title of the publication with </a:t>
                      </a:r>
                      <a:endParaRPr b="1" sz="11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 Publisher</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t/>
                      </a:r>
                      <a:endParaRPr sz="12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Authors/Year</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M</a:t>
                      </a:r>
                      <a:r>
                        <a:rPr b="1" lang="en" sz="1100">
                          <a:latin typeface="Times New Roman"/>
                          <a:ea typeface="Times New Roman"/>
                          <a:cs typeface="Times New Roman"/>
                          <a:sym typeface="Times New Roman"/>
                        </a:rPr>
                        <a:t>ethodology Used</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a:latin typeface="Anaheim"/>
                          <a:ea typeface="Anaheim"/>
                          <a:cs typeface="Anaheim"/>
                          <a:sym typeface="Anaheim"/>
                        </a:rPr>
                        <a:t>Result</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Times New Roman"/>
                          <a:ea typeface="Times New Roman"/>
                          <a:cs typeface="Times New Roman"/>
                          <a:sym typeface="Times New Roman"/>
                        </a:rPr>
                        <a:t>Limitations</a:t>
                      </a:r>
                      <a:endParaRPr b="1" sz="1100" u="none" cap="none" strike="noStrike">
                        <a:latin typeface="Times New Roman"/>
                        <a:ea typeface="Times New Roman"/>
                        <a:cs typeface="Times New Roman"/>
                        <a:sym typeface="Times New Roman"/>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38100">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lt1"/>
                    </a:solidFill>
                  </a:tcPr>
                </a:tc>
              </a:tr>
              <a:tr h="162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Times New Roman"/>
                          <a:ea typeface="Times New Roman"/>
                          <a:cs typeface="Times New Roman"/>
                          <a:sym typeface="Times New Roman"/>
                        </a:rPr>
                        <a:t>1.</a:t>
                      </a:r>
                      <a:endParaRPr sz="1200" u="none" cap="none" strike="noStrike">
                        <a:latin typeface="Times New Roman"/>
                        <a:ea typeface="Times New Roman"/>
                        <a:cs typeface="Times New Roman"/>
                        <a:sym typeface="Times New Roman"/>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100">
                          <a:latin typeface="Roboto"/>
                          <a:ea typeface="Roboto"/>
                          <a:cs typeface="Roboto"/>
                          <a:sym typeface="Roboto"/>
                        </a:rPr>
                        <a:t>The Effects of Geopolitical Uncertainty in Forecasting Financial Markets: A Machine Learning Approach</a:t>
                      </a:r>
                      <a:endParaRPr b="1" sz="1100" u="none" cap="none" strike="noStrike">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200">
                          <a:latin typeface="Roboto"/>
                          <a:ea typeface="Roboto"/>
                          <a:cs typeface="Roboto"/>
                          <a:sym typeface="Roboto"/>
                        </a:rPr>
                        <a:t>Vasilios Plakandaras, Periklis Gogas, and Theophilos Papadimitriou; 20-12-2018</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457200" marR="0" rtl="0" algn="l">
                        <a:lnSpc>
                          <a:spcPct val="100000"/>
                        </a:lnSpc>
                        <a:spcBef>
                          <a:spcPts val="0"/>
                        </a:spcBef>
                        <a:spcAft>
                          <a:spcPts val="0"/>
                        </a:spcAft>
                        <a:buNone/>
                      </a:pPr>
                      <a:r>
                        <a:rPr b="1" lang="en" sz="1050">
                          <a:latin typeface="Roboto"/>
                          <a:ea typeface="Roboto"/>
                          <a:cs typeface="Roboto"/>
                          <a:sym typeface="Roboto"/>
                        </a:rPr>
                        <a:t>Support Vector Regression (SVR) &amp; OLS models using 120-observation rolling windows; MAPE metric</a:t>
                      </a:r>
                      <a:endParaRPr b="1" sz="10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50">
                          <a:latin typeface="Roboto"/>
                          <a:ea typeface="Roboto"/>
                          <a:cs typeface="Roboto"/>
                          <a:sym typeface="Roboto"/>
                        </a:rPr>
                        <a:t>Gold prices: strong forecasting ability; Oil &amp; exchange rates: limited predictive power; Stock indices: failed to outperform baseline</a:t>
                      </a:r>
                      <a:endParaRPr b="1" sz="1050">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rPr b="1" lang="en" sz="1050">
                          <a:latin typeface="Roboto"/>
                          <a:ea typeface="Roboto"/>
                          <a:cs typeface="Roboto"/>
                          <a:sym typeface="Roboto"/>
                        </a:rPr>
                        <a:t>dataset-14 emerging countries ; tested on oil, exchange rates, gold, stock indices </a:t>
                      </a:r>
                      <a:endParaRPr b="1" sz="1050">
                        <a:latin typeface="Roboto"/>
                        <a:ea typeface="Roboto"/>
                        <a:cs typeface="Roboto"/>
                        <a:sym typeface="Roboto"/>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150">
                          <a:latin typeface="Roboto"/>
                          <a:ea typeface="Roboto"/>
                          <a:cs typeface="Roboto"/>
                          <a:sym typeface="Roboto"/>
                        </a:rPr>
                        <a:t>Geopolitical effects are transitory &amp; regional; difficult to detect in monthly data; limited newspaper coverage of emerging markets</a:t>
                      </a:r>
                      <a:endParaRPr b="1" sz="1100" u="none" cap="none" strike="noStrike"/>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chemeClr val="dk1">
                        <a:alpha val="17650"/>
                      </a:schemeClr>
                    </a:solidFill>
                  </a:tcPr>
                </a:tc>
              </a:tr>
              <a:tr h="2335650">
                <a:tc>
                  <a:txBody>
                    <a:bodyPr/>
                    <a:lstStyle/>
                    <a:p>
                      <a:pPr indent="0" lvl="0" marL="0" marR="0" rtl="0" algn="l">
                        <a:lnSpc>
                          <a:spcPct val="100000"/>
                        </a:lnSpc>
                        <a:spcBef>
                          <a:spcPts val="0"/>
                        </a:spcBef>
                        <a:spcAft>
                          <a:spcPts val="0"/>
                        </a:spcAft>
                        <a:buClr>
                          <a:srgbClr val="000000"/>
                        </a:buClr>
                        <a:buSzPts val="1200"/>
                        <a:buFont typeface="Arial"/>
                        <a:buNone/>
                      </a:pPr>
                      <a:r>
                        <a:rPr lang="en" sz="1000" u="none" cap="none" strike="noStrike">
                          <a:latin typeface="Staatliches"/>
                          <a:ea typeface="Staatliches"/>
                          <a:cs typeface="Staatliches"/>
                          <a:sym typeface="Staatliches"/>
                        </a:rPr>
                        <a:t>2</a:t>
                      </a:r>
                      <a:endParaRPr sz="1000" u="none" cap="none" strike="noStrike">
                        <a:latin typeface="Staatliches"/>
                        <a:ea typeface="Staatliches"/>
                        <a:cs typeface="Staatliches"/>
                        <a:sym typeface="Staatliches"/>
                      </a:endParaRPr>
                    </a:p>
                  </a:txBody>
                  <a:tcPr marT="91425" marB="91425" marR="91425" marL="91425" anchor="ctr">
                    <a:lnL cap="flat" cmpd="sng" w="38100">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 sz="1050">
                          <a:latin typeface="Roboto"/>
                          <a:ea typeface="Roboto"/>
                          <a:cs typeface="Roboto"/>
                          <a:sym typeface="Roboto"/>
                        </a:rPr>
                        <a:t>Enhancing Financial Crisis Prediction with AI: Leveraging Historical Data and Machine Learning for Systemic Risk Managemen</a:t>
                      </a:r>
                      <a:r>
                        <a:rPr lang="en" sz="1050">
                          <a:latin typeface="Roboto"/>
                          <a:ea typeface="Roboto"/>
                          <a:cs typeface="Roboto"/>
                          <a:sym typeface="Roboto"/>
                        </a:rPr>
                        <a:t>t</a:t>
                      </a:r>
                      <a:endParaRPr sz="1100" u="none" cap="none" strike="noStrike">
                        <a:latin typeface="Staatliches"/>
                        <a:ea typeface="Staatliches"/>
                        <a:cs typeface="Staatliches"/>
                        <a:sym typeface="Staatliches"/>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Clr>
                          <a:srgbClr val="000000"/>
                        </a:buClr>
                        <a:buSzPts val="1100"/>
                        <a:buFont typeface="Arial"/>
                        <a:buNone/>
                      </a:pPr>
                      <a:r>
                        <a:rPr b="1" lang="en" sz="1050">
                          <a:latin typeface="Roboto"/>
                          <a:ea typeface="Roboto"/>
                          <a:cs typeface="Roboto"/>
                          <a:sym typeface="Roboto"/>
                        </a:rPr>
                        <a:t>N. Rajeswaran, IMS Unison University, Dehradun (2025) </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None/>
                      </a:pPr>
                      <a:r>
                        <a:rPr b="1" lang="en" sz="1050">
                          <a:latin typeface="Roboto"/>
                          <a:ea typeface="Roboto"/>
                          <a:cs typeface="Roboto"/>
                          <a:sym typeface="Roboto"/>
                        </a:rPr>
                        <a:t>Random Forest (RF) algorithm with data preprocessing (mean imputation, min-max normalization, Z-score outlier detection, RFE feature selection); Binary classification on MacroHistory database</a:t>
                      </a:r>
                      <a:endParaRPr b="1" sz="11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rtl="0" algn="l">
                        <a:lnSpc>
                          <a:spcPct val="115000"/>
                        </a:lnSpc>
                        <a:spcBef>
                          <a:spcPts val="1200"/>
                        </a:spcBef>
                        <a:spcAft>
                          <a:spcPts val="0"/>
                        </a:spcAft>
                        <a:buNone/>
                      </a:pPr>
                      <a:r>
                        <a:rPr b="1" lang="en" sz="1000">
                          <a:latin typeface="Roboto"/>
                          <a:ea typeface="Roboto"/>
                          <a:cs typeface="Roboto"/>
                          <a:sym typeface="Roboto"/>
                        </a:rPr>
                        <a:t>Key Predictors: Credit growth + asset bubbles + liquidity constraints + volatility​</a:t>
                      </a:r>
                      <a:endParaRPr b="1" sz="1000">
                        <a:latin typeface="Roboto"/>
                        <a:ea typeface="Roboto"/>
                        <a:cs typeface="Roboto"/>
                        <a:sym typeface="Roboto"/>
                      </a:endParaRPr>
                    </a:p>
                    <a:p>
                      <a:pPr indent="0" lvl="0" marL="0" rtl="0" algn="l">
                        <a:lnSpc>
                          <a:spcPct val="115000"/>
                        </a:lnSpc>
                        <a:spcBef>
                          <a:spcPts val="1200"/>
                        </a:spcBef>
                        <a:spcAft>
                          <a:spcPts val="0"/>
                        </a:spcAft>
                        <a:buNone/>
                      </a:pPr>
                      <a:r>
                        <a:rPr b="1" lang="en" sz="1000">
                          <a:latin typeface="Roboto"/>
                          <a:ea typeface="Roboto"/>
                          <a:cs typeface="Roboto"/>
                          <a:sym typeface="Roboto"/>
                        </a:rPr>
                        <a:t>Critical Pattern: Domestic credit expansion + flat/inverted yield curves = crises​</a:t>
                      </a:r>
                      <a:endParaRPr b="1" sz="1000">
                        <a:latin typeface="Roboto"/>
                        <a:ea typeface="Roboto"/>
                        <a:cs typeface="Roboto"/>
                        <a:sym typeface="Roboto"/>
                      </a:endParaRPr>
                    </a:p>
                    <a:p>
                      <a:pPr indent="0" lvl="0" marL="0" rtl="0" algn="l">
                        <a:lnSpc>
                          <a:spcPct val="115000"/>
                        </a:lnSpc>
                        <a:spcBef>
                          <a:spcPts val="1200"/>
                        </a:spcBef>
                        <a:spcAft>
                          <a:spcPts val="0"/>
                        </a:spcAft>
                        <a:buNone/>
                      </a:pPr>
                      <a:r>
                        <a:rPr b="1" lang="en" sz="1000">
                          <a:latin typeface="Roboto"/>
                          <a:ea typeface="Roboto"/>
                          <a:cs typeface="Roboto"/>
                          <a:sym typeface="Roboto"/>
                        </a:rPr>
                        <a:t>Superiority: Machine learning &gt; Traditional econometric models in pattern detection​</a:t>
                      </a:r>
                      <a:endParaRPr b="1" sz="1000">
                        <a:latin typeface="Roboto"/>
                        <a:ea typeface="Roboto"/>
                        <a:cs typeface="Roboto"/>
                        <a:sym typeface="Roboto"/>
                      </a:endParaRPr>
                    </a:p>
                    <a:p>
                      <a:pPr indent="0" lvl="0" marL="0" rtl="0" algn="l">
                        <a:lnSpc>
                          <a:spcPct val="115000"/>
                        </a:lnSpc>
                        <a:spcBef>
                          <a:spcPts val="1200"/>
                        </a:spcBef>
                        <a:spcAft>
                          <a:spcPts val="0"/>
                        </a:spcAft>
                        <a:buNone/>
                      </a:pPr>
                      <a:r>
                        <a:t/>
                      </a:r>
                      <a:endParaRPr b="1" sz="1000">
                        <a:latin typeface="Roboto"/>
                        <a:ea typeface="Roboto"/>
                        <a:cs typeface="Roboto"/>
                        <a:sym typeface="Roboto"/>
                      </a:endParaRPr>
                    </a:p>
                    <a:p>
                      <a:pPr indent="0" lvl="0" marL="0" marR="0" rtl="0" algn="l">
                        <a:lnSpc>
                          <a:spcPct val="100000"/>
                        </a:lnSpc>
                        <a:spcBef>
                          <a:spcPts val="600"/>
                        </a:spcBef>
                        <a:spcAft>
                          <a:spcPts val="0"/>
                        </a:spcAft>
                        <a:buClr>
                          <a:srgbClr val="000000"/>
                        </a:buClr>
                        <a:buSzPts val="1100"/>
                        <a:buFont typeface="Arial"/>
                        <a:buNone/>
                      </a:pPr>
                      <a:r>
                        <a:t/>
                      </a:r>
                      <a:endParaRPr b="1" sz="1000">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c>
                  <a:txBody>
                    <a:bodyPr/>
                    <a:lstStyle/>
                    <a:p>
                      <a:pPr indent="0" lvl="0" marL="0" marR="0" rtl="0" algn="l">
                        <a:lnSpc>
                          <a:spcPct val="100000"/>
                        </a:lnSpc>
                        <a:spcBef>
                          <a:spcPts val="0"/>
                        </a:spcBef>
                        <a:spcAft>
                          <a:spcPts val="0"/>
                        </a:spcAft>
                        <a:buNone/>
                      </a:pPr>
                      <a:r>
                        <a:rPr b="1" lang="en" sz="1150">
                          <a:latin typeface="Roboto"/>
                          <a:ea typeface="Roboto"/>
                          <a:cs typeface="Roboto"/>
                          <a:sym typeface="Roboto"/>
                        </a:rPr>
                        <a:t>Data quality issues, algorithm bias, interpretability challenges, regulatory compliance concerns; overfitting risks; limited to advanced economies ​</a:t>
                      </a:r>
                      <a:endParaRPr b="1" sz="1200" u="none" cap="none" strike="noStrike">
                        <a:latin typeface="Anaheim"/>
                        <a:ea typeface="Anaheim"/>
                        <a:cs typeface="Anaheim"/>
                        <a:sym typeface="Anaheim"/>
                      </a:endParaRPr>
                    </a:p>
                  </a:txBody>
                  <a:tcPr marT="91425" marB="91425" marR="91425" marL="91425" anchor="ctr">
                    <a:lnL cap="flat" cmpd="sng" w="9525">
                      <a:solidFill>
                        <a:schemeClr val="accent3"/>
                      </a:solidFill>
                      <a:prstDash val="solid"/>
                      <a:round/>
                      <a:headEnd len="sm" w="sm" type="none"/>
                      <a:tailEnd len="sm" w="sm" type="none"/>
                    </a:lnL>
                    <a:lnR cap="flat" cmpd="sng" w="38100">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38100">
                      <a:solidFill>
                        <a:schemeClr val="accent3"/>
                      </a:solidFill>
                      <a:prstDash val="solid"/>
                      <a:round/>
                      <a:headEnd len="sm" w="sm" type="none"/>
                      <a:tailEnd len="sm" w="sm" type="none"/>
                    </a:lnB>
                    <a:solidFill>
                      <a:schemeClr val="dk1">
                        <a:alpha val="17650"/>
                      </a:schemeClr>
                    </a:solidFill>
                  </a:tcPr>
                </a:tc>
              </a:tr>
            </a:tbl>
          </a:graphicData>
        </a:graphic>
      </p:graphicFrame>
      <p:sp>
        <p:nvSpPr>
          <p:cNvPr id="627" name="Google Shape;627;p42"/>
          <p:cNvSpPr txBox="1"/>
          <p:nvPr/>
        </p:nvSpPr>
        <p:spPr>
          <a:xfrm>
            <a:off x="1151488" y="0"/>
            <a:ext cx="6714000" cy="511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t/>
            </a:r>
            <a:endParaRPr b="1" i="0" sz="1900" u="sng" cap="none" strike="noStrike">
              <a:solidFill>
                <a:schemeClr val="accent1"/>
              </a:solidFill>
              <a:latin typeface="Anaheim"/>
              <a:ea typeface="Anaheim"/>
              <a:cs typeface="Anaheim"/>
              <a:sym typeface="Anahei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1" name="Shape 631"/>
        <p:cNvGrpSpPr/>
        <p:nvPr/>
      </p:nvGrpSpPr>
      <p:grpSpPr>
        <a:xfrm>
          <a:off x="0" y="0"/>
          <a:ext cx="0" cy="0"/>
          <a:chOff x="0" y="0"/>
          <a:chExt cx="0" cy="0"/>
        </a:xfrm>
      </p:grpSpPr>
      <p:sp>
        <p:nvSpPr>
          <p:cNvPr id="632" name="Google Shape;632;p43"/>
          <p:cNvSpPr/>
          <p:nvPr/>
        </p:nvSpPr>
        <p:spPr>
          <a:xfrm>
            <a:off x="155700" y="2739173"/>
            <a:ext cx="1996500" cy="19287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3"/>
          <p:cNvSpPr/>
          <p:nvPr/>
        </p:nvSpPr>
        <p:spPr>
          <a:xfrm>
            <a:off x="6971013" y="2739200"/>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3"/>
          <p:cNvSpPr/>
          <p:nvPr/>
        </p:nvSpPr>
        <p:spPr>
          <a:xfrm>
            <a:off x="98" y="4048798"/>
            <a:ext cx="28596" cy="32"/>
          </a:xfrm>
          <a:custGeom>
            <a:rect b="b" l="l" r="r" t="t"/>
            <a:pathLst>
              <a:path extrusionOk="0" fill="none" h="1" w="893">
                <a:moveTo>
                  <a:pt x="0" y="1"/>
                </a:moveTo>
                <a:lnTo>
                  <a:pt x="892" y="1"/>
                </a:lnTo>
              </a:path>
            </a:pathLst>
          </a:custGeom>
          <a:noFill/>
          <a:ln cap="flat" cmpd="sng" w="3800">
            <a:solidFill>
              <a:srgbClr val="1F1F1F"/>
            </a:solidFill>
            <a:prstDash val="solid"/>
            <a:miter lim="892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4343"/>
              </a:solidFill>
            </a:endParaRPr>
          </a:p>
        </p:txBody>
      </p:sp>
      <p:sp>
        <p:nvSpPr>
          <p:cNvPr id="635" name="Google Shape;635;p43"/>
          <p:cNvSpPr/>
          <p:nvPr/>
        </p:nvSpPr>
        <p:spPr>
          <a:xfrm>
            <a:off x="2427925"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3"/>
          <p:cNvSpPr/>
          <p:nvPr/>
        </p:nvSpPr>
        <p:spPr>
          <a:xfrm>
            <a:off x="6971025" y="2739173"/>
            <a:ext cx="1996500" cy="19287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3"/>
          <p:cNvSpPr/>
          <p:nvPr/>
        </p:nvSpPr>
        <p:spPr>
          <a:xfrm>
            <a:off x="4771475"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3"/>
          <p:cNvSpPr txBox="1"/>
          <p:nvPr>
            <p:ph idx="6" type="ctrTitle"/>
          </p:nvPr>
        </p:nvSpPr>
        <p:spPr>
          <a:xfrm>
            <a:off x="5201904" y="457300"/>
            <a:ext cx="3194700" cy="481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PROJECT TIME LINE</a:t>
            </a:r>
            <a:endParaRPr/>
          </a:p>
        </p:txBody>
      </p:sp>
      <p:sp>
        <p:nvSpPr>
          <p:cNvPr id="639" name="Google Shape;639;p43"/>
          <p:cNvSpPr/>
          <p:nvPr/>
        </p:nvSpPr>
        <p:spPr>
          <a:xfrm>
            <a:off x="155688"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3"/>
          <p:cNvSpPr/>
          <p:nvPr/>
        </p:nvSpPr>
        <p:spPr>
          <a:xfrm>
            <a:off x="155688"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solidFill>
                <a:schemeClr val="accent3"/>
              </a:solidFill>
            </a:endParaRPr>
          </a:p>
          <a:p>
            <a:pPr indent="-298450" lvl="0" marL="457200" rtl="0" algn="l">
              <a:spcBef>
                <a:spcPts val="1600"/>
              </a:spcBef>
              <a:spcAft>
                <a:spcPts val="0"/>
              </a:spcAft>
              <a:buClr>
                <a:schemeClr val="accent3"/>
              </a:buClr>
              <a:buSzPts val="1100"/>
              <a:buChar char="●"/>
            </a:pPr>
            <a:r>
              <a:rPr lang="en" sz="1100">
                <a:solidFill>
                  <a:schemeClr val="accent3"/>
                </a:solidFill>
              </a:rPr>
              <a:t>Literature survey on global crises &amp;agriculture.</a:t>
            </a:r>
            <a:endParaRPr sz="1100">
              <a:solidFill>
                <a:schemeClr val="accent3"/>
              </a:solidFill>
            </a:endParaRPr>
          </a:p>
          <a:p>
            <a:pPr indent="-298450" lvl="0" marL="457200" rtl="0" algn="l">
              <a:spcBef>
                <a:spcPts val="0"/>
              </a:spcBef>
              <a:spcAft>
                <a:spcPts val="0"/>
              </a:spcAft>
              <a:buClr>
                <a:schemeClr val="accent3"/>
              </a:buClr>
              <a:buSzPts val="1100"/>
              <a:buChar char="●"/>
            </a:pPr>
            <a:r>
              <a:rPr lang="en" sz="1100">
                <a:solidFill>
                  <a:schemeClr val="accent3"/>
                </a:solidFill>
              </a:rPr>
              <a:t>Define scope, stakeholders, and deliverables</a:t>
            </a:r>
            <a:endParaRPr sz="1100">
              <a:solidFill>
                <a:schemeClr val="accent3"/>
              </a:solidFill>
            </a:endParaRPr>
          </a:p>
          <a:p>
            <a:pPr indent="-298450" lvl="0" marL="457200" rtl="0" algn="l">
              <a:spcBef>
                <a:spcPts val="0"/>
              </a:spcBef>
              <a:spcAft>
                <a:spcPts val="0"/>
              </a:spcAft>
              <a:buClr>
                <a:schemeClr val="accent3"/>
              </a:buClr>
              <a:buSzPts val="1100"/>
              <a:buChar char="●"/>
            </a:pPr>
            <a:r>
              <a:rPr lang="en" sz="1100">
                <a:solidFill>
                  <a:schemeClr val="accent3"/>
                </a:solidFill>
              </a:rPr>
              <a:t>.</a:t>
            </a:r>
            <a:br>
              <a:rPr lang="en" sz="1100">
                <a:solidFill>
                  <a:schemeClr val="accent3"/>
                </a:solidFill>
              </a:rPr>
            </a:br>
            <a:r>
              <a:rPr lang="en" sz="1100">
                <a:solidFill>
                  <a:schemeClr val="accent3"/>
                </a:solidFill>
              </a:rPr>
              <a:t>Design high-level system architecture.</a:t>
            </a:r>
            <a:endParaRPr/>
          </a:p>
        </p:txBody>
      </p:sp>
      <p:sp>
        <p:nvSpPr>
          <p:cNvPr id="641" name="Google Shape;641;p43"/>
          <p:cNvSpPr/>
          <p:nvPr/>
        </p:nvSpPr>
        <p:spPr>
          <a:xfrm>
            <a:off x="6971025"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chemeClr val="accent3"/>
              </a:buClr>
              <a:buSzPts val="1100"/>
              <a:buChar char="●"/>
            </a:pPr>
            <a:r>
              <a:rPr lang="en" sz="1100">
                <a:solidFill>
                  <a:schemeClr val="accent3"/>
                </a:solidFill>
              </a:rPr>
              <a:t>Run final experiments &amp; validate outputs.</a:t>
            </a:r>
            <a:endParaRPr sz="1100">
              <a:solidFill>
                <a:schemeClr val="accent3"/>
              </a:solidFill>
            </a:endParaRPr>
          </a:p>
          <a:p>
            <a:pPr indent="-298450" lvl="0" marL="457200" rtl="0" algn="l">
              <a:spcBef>
                <a:spcPts val="0"/>
              </a:spcBef>
              <a:spcAft>
                <a:spcPts val="0"/>
              </a:spcAft>
              <a:buClr>
                <a:schemeClr val="accent3"/>
              </a:buClr>
              <a:buSzPts val="1100"/>
              <a:buChar char="●"/>
            </a:pPr>
            <a:r>
              <a:rPr lang="en" sz="1100">
                <a:solidFill>
                  <a:schemeClr val="accent3"/>
                </a:solidFill>
              </a:rPr>
              <a:t>Refine advisory system for usability.</a:t>
            </a:r>
            <a:endParaRPr sz="1100">
              <a:solidFill>
                <a:schemeClr val="accent3"/>
              </a:solidFill>
            </a:endParaRPr>
          </a:p>
          <a:p>
            <a:pPr indent="-298450" lvl="0" marL="457200" rtl="0" algn="l">
              <a:spcBef>
                <a:spcPts val="0"/>
              </a:spcBef>
              <a:spcAft>
                <a:spcPts val="0"/>
              </a:spcAft>
              <a:buClr>
                <a:schemeClr val="accent3"/>
              </a:buClr>
              <a:buSzPts val="1100"/>
              <a:buChar char="●"/>
            </a:pPr>
            <a:r>
              <a:rPr lang="en" sz="1100">
                <a:solidFill>
                  <a:schemeClr val="accent3"/>
                </a:solidFill>
              </a:rPr>
              <a:t>Write report, publish findings, and propose future work</a:t>
            </a:r>
            <a:endParaRPr/>
          </a:p>
        </p:txBody>
      </p:sp>
      <p:sp>
        <p:nvSpPr>
          <p:cNvPr id="642" name="Google Shape;642;p43"/>
          <p:cNvSpPr/>
          <p:nvPr/>
        </p:nvSpPr>
        <p:spPr>
          <a:xfrm>
            <a:off x="4771475" y="2739173"/>
            <a:ext cx="1996500" cy="19287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3"/>
          <p:cNvSpPr/>
          <p:nvPr/>
        </p:nvSpPr>
        <p:spPr>
          <a:xfrm>
            <a:off x="2427925" y="2739173"/>
            <a:ext cx="1996500" cy="19287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3"/>
          <p:cNvSpPr/>
          <p:nvPr/>
        </p:nvSpPr>
        <p:spPr>
          <a:xfrm rot="8597281">
            <a:off x="662910" y="1252906"/>
            <a:ext cx="982020" cy="1171786"/>
          </a:xfrm>
          <a:custGeom>
            <a:rect b="b" l="l" r="r" t="t"/>
            <a:pathLst>
              <a:path extrusionOk="0" h="33468" w="28048">
                <a:moveTo>
                  <a:pt x="27857" y="0"/>
                </a:moveTo>
                <a:lnTo>
                  <a:pt x="8130" y="5172"/>
                </a:lnTo>
                <a:lnTo>
                  <a:pt x="12606" y="8593"/>
                </a:lnTo>
                <a:lnTo>
                  <a:pt x="0" y="25090"/>
                </a:lnTo>
                <a:lnTo>
                  <a:pt x="10962" y="33467"/>
                </a:lnTo>
                <a:lnTo>
                  <a:pt x="23572" y="16971"/>
                </a:lnTo>
                <a:lnTo>
                  <a:pt x="28048" y="20390"/>
                </a:lnTo>
                <a:lnTo>
                  <a:pt x="28048" y="20390"/>
                </a:lnTo>
                <a:lnTo>
                  <a:pt x="278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3"/>
          <p:cNvSpPr/>
          <p:nvPr/>
        </p:nvSpPr>
        <p:spPr>
          <a:xfrm rot="8551377">
            <a:off x="7474564" y="1252958"/>
            <a:ext cx="982002" cy="1171764"/>
          </a:xfrm>
          <a:custGeom>
            <a:rect b="b" l="l" r="r" t="t"/>
            <a:pathLst>
              <a:path extrusionOk="0" h="33468" w="28048">
                <a:moveTo>
                  <a:pt x="27857" y="0"/>
                </a:moveTo>
                <a:lnTo>
                  <a:pt x="8130" y="5172"/>
                </a:lnTo>
                <a:lnTo>
                  <a:pt x="12606" y="8593"/>
                </a:lnTo>
                <a:lnTo>
                  <a:pt x="0" y="25090"/>
                </a:lnTo>
                <a:lnTo>
                  <a:pt x="10962" y="33467"/>
                </a:lnTo>
                <a:lnTo>
                  <a:pt x="23572" y="16971"/>
                </a:lnTo>
                <a:lnTo>
                  <a:pt x="28048" y="20390"/>
                </a:lnTo>
                <a:lnTo>
                  <a:pt x="28048" y="20390"/>
                </a:lnTo>
                <a:lnTo>
                  <a:pt x="278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3"/>
          <p:cNvSpPr/>
          <p:nvPr/>
        </p:nvSpPr>
        <p:spPr>
          <a:xfrm rot="8567333">
            <a:off x="5323599" y="1252998"/>
            <a:ext cx="981964" cy="1171719"/>
          </a:xfrm>
          <a:custGeom>
            <a:rect b="b" l="l" r="r" t="t"/>
            <a:pathLst>
              <a:path extrusionOk="0" h="33468" w="28048">
                <a:moveTo>
                  <a:pt x="27857" y="0"/>
                </a:moveTo>
                <a:lnTo>
                  <a:pt x="8130" y="5172"/>
                </a:lnTo>
                <a:lnTo>
                  <a:pt x="12606" y="8593"/>
                </a:lnTo>
                <a:lnTo>
                  <a:pt x="0" y="25090"/>
                </a:lnTo>
                <a:lnTo>
                  <a:pt x="10962" y="33467"/>
                </a:lnTo>
                <a:lnTo>
                  <a:pt x="23572" y="16971"/>
                </a:lnTo>
                <a:lnTo>
                  <a:pt x="28048" y="20390"/>
                </a:lnTo>
                <a:lnTo>
                  <a:pt x="28048" y="20390"/>
                </a:lnTo>
                <a:lnTo>
                  <a:pt x="278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3"/>
          <p:cNvSpPr/>
          <p:nvPr/>
        </p:nvSpPr>
        <p:spPr>
          <a:xfrm rot="8557514">
            <a:off x="2965742" y="1270352"/>
            <a:ext cx="981985" cy="1171743"/>
          </a:xfrm>
          <a:custGeom>
            <a:rect b="b" l="l" r="r" t="t"/>
            <a:pathLst>
              <a:path extrusionOk="0" h="33468" w="28048">
                <a:moveTo>
                  <a:pt x="27857" y="0"/>
                </a:moveTo>
                <a:lnTo>
                  <a:pt x="8130" y="5172"/>
                </a:lnTo>
                <a:lnTo>
                  <a:pt x="12606" y="8593"/>
                </a:lnTo>
                <a:lnTo>
                  <a:pt x="0" y="25090"/>
                </a:lnTo>
                <a:lnTo>
                  <a:pt x="10962" y="33467"/>
                </a:lnTo>
                <a:lnTo>
                  <a:pt x="23572" y="16971"/>
                </a:lnTo>
                <a:lnTo>
                  <a:pt x="28048" y="20390"/>
                </a:lnTo>
                <a:lnTo>
                  <a:pt x="28048" y="20390"/>
                </a:lnTo>
                <a:lnTo>
                  <a:pt x="278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3"/>
          <p:cNvSpPr/>
          <p:nvPr/>
        </p:nvSpPr>
        <p:spPr>
          <a:xfrm>
            <a:off x="4771463"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chemeClr val="accent3"/>
              </a:buClr>
              <a:buSzPts val="1100"/>
              <a:buChar char="●"/>
            </a:pPr>
            <a:r>
              <a:rPr lang="en" sz="1100">
                <a:solidFill>
                  <a:schemeClr val="accent3"/>
                </a:solidFill>
              </a:rPr>
              <a:t>Develop advanced forecasting models.</a:t>
            </a:r>
            <a:endParaRPr sz="1100">
              <a:solidFill>
                <a:schemeClr val="accent3"/>
              </a:solidFill>
            </a:endParaRPr>
          </a:p>
          <a:p>
            <a:pPr indent="-298450" lvl="0" marL="457200" rtl="0" algn="l">
              <a:spcBef>
                <a:spcPts val="0"/>
              </a:spcBef>
              <a:spcAft>
                <a:spcPts val="0"/>
              </a:spcAft>
              <a:buClr>
                <a:schemeClr val="accent3"/>
              </a:buClr>
              <a:buSzPts val="1100"/>
              <a:buChar char="●"/>
            </a:pPr>
            <a:br>
              <a:rPr lang="en" sz="1100">
                <a:solidFill>
                  <a:schemeClr val="accent3"/>
                </a:solidFill>
              </a:rPr>
            </a:br>
            <a:r>
              <a:rPr lang="en" sz="1100">
                <a:solidFill>
                  <a:schemeClr val="accent3"/>
                </a:solidFill>
              </a:rPr>
              <a:t>Add scenario-based “what-if” simulations.</a:t>
            </a:r>
            <a:endParaRPr sz="1100">
              <a:solidFill>
                <a:schemeClr val="accent3"/>
              </a:solidFill>
            </a:endParaRPr>
          </a:p>
          <a:p>
            <a:pPr indent="-298450" lvl="0" marL="457200" rtl="0" algn="l">
              <a:spcBef>
                <a:spcPts val="0"/>
              </a:spcBef>
              <a:spcAft>
                <a:spcPts val="0"/>
              </a:spcAft>
              <a:buClr>
                <a:schemeClr val="accent3"/>
              </a:buClr>
              <a:buSzPts val="1100"/>
              <a:buChar char="●"/>
            </a:pPr>
            <a:br>
              <a:rPr lang="en" sz="1100">
                <a:solidFill>
                  <a:schemeClr val="accent3"/>
                </a:solidFill>
              </a:rPr>
            </a:br>
            <a:r>
              <a:rPr lang="en" sz="1100">
                <a:solidFill>
                  <a:schemeClr val="accent3"/>
                </a:solidFill>
              </a:rPr>
              <a:t>Build advisory framework with sectoral alerts</a:t>
            </a:r>
            <a:endParaRPr/>
          </a:p>
        </p:txBody>
      </p:sp>
      <p:sp>
        <p:nvSpPr>
          <p:cNvPr id="649" name="Google Shape;649;p43"/>
          <p:cNvSpPr/>
          <p:nvPr/>
        </p:nvSpPr>
        <p:spPr>
          <a:xfrm>
            <a:off x="2427913" y="2739175"/>
            <a:ext cx="1996500" cy="1928700"/>
          </a:xfrm>
          <a:prstGeom prst="roundRect">
            <a:avLst>
              <a:gd fmla="val 4313"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chemeClr val="accent3"/>
              </a:buClr>
              <a:buSzPts val="1100"/>
              <a:buChar char="●"/>
            </a:pPr>
            <a:r>
              <a:rPr lang="en" sz="1100">
                <a:solidFill>
                  <a:schemeClr val="accent3"/>
                </a:solidFill>
              </a:rPr>
              <a:t>Collect crisis, trade &amp; agriculture datasets.</a:t>
            </a:r>
            <a:endParaRPr sz="1100">
              <a:solidFill>
                <a:schemeClr val="accent3"/>
              </a:solidFill>
            </a:endParaRPr>
          </a:p>
          <a:p>
            <a:pPr indent="-298450" lvl="0" marL="457200" rtl="0" algn="l">
              <a:spcBef>
                <a:spcPts val="0"/>
              </a:spcBef>
              <a:spcAft>
                <a:spcPts val="0"/>
              </a:spcAft>
              <a:buClr>
                <a:schemeClr val="accent3"/>
              </a:buClr>
              <a:buSzPts val="1100"/>
              <a:buChar char="●"/>
            </a:pPr>
            <a:br>
              <a:rPr lang="en" sz="1100">
                <a:solidFill>
                  <a:schemeClr val="accent3"/>
                </a:solidFill>
              </a:rPr>
            </a:br>
            <a:r>
              <a:rPr lang="en" sz="1100">
                <a:solidFill>
                  <a:schemeClr val="accent3"/>
                </a:solidFill>
              </a:rPr>
              <a:t>Preprocess data &amp; engineer features.</a:t>
            </a:r>
            <a:endParaRPr sz="1100">
              <a:solidFill>
                <a:schemeClr val="accent3"/>
              </a:solidFill>
            </a:endParaRPr>
          </a:p>
          <a:p>
            <a:pPr indent="-298450" lvl="0" marL="457200" rtl="0" algn="l">
              <a:spcBef>
                <a:spcPts val="0"/>
              </a:spcBef>
              <a:spcAft>
                <a:spcPts val="0"/>
              </a:spcAft>
              <a:buClr>
                <a:schemeClr val="accent3"/>
              </a:buClr>
              <a:buSzPts val="1100"/>
              <a:buChar char="●"/>
            </a:pPr>
            <a:br>
              <a:rPr lang="en" sz="1100">
                <a:solidFill>
                  <a:schemeClr val="accent3"/>
                </a:solidFill>
              </a:rPr>
            </a:br>
            <a:r>
              <a:rPr lang="en" sz="1100">
                <a:solidFill>
                  <a:schemeClr val="accent3"/>
                </a:solidFill>
              </a:rPr>
              <a:t>Build baseline ML models for impact prediction</a:t>
            </a:r>
            <a:endParaRPr/>
          </a:p>
        </p:txBody>
      </p:sp>
      <p:sp>
        <p:nvSpPr>
          <p:cNvPr id="650" name="Google Shape;650;p43"/>
          <p:cNvSpPr txBox="1"/>
          <p:nvPr>
            <p:ph idx="2" type="ctrTitle"/>
          </p:nvPr>
        </p:nvSpPr>
        <p:spPr>
          <a:xfrm>
            <a:off x="7792025" y="1598250"/>
            <a:ext cx="460800" cy="4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r>
              <a:rPr lang="en" sz="2000"/>
              <a:t>   </a:t>
            </a:r>
            <a:r>
              <a:rPr b="1" lang="en" sz="2000"/>
              <a:t>4</a:t>
            </a:r>
            <a:endParaRPr b="1" sz="2000"/>
          </a:p>
        </p:txBody>
      </p:sp>
      <p:sp>
        <p:nvSpPr>
          <p:cNvPr id="651" name="Google Shape;651;p43"/>
          <p:cNvSpPr txBox="1"/>
          <p:nvPr>
            <p:ph idx="2" type="ctrTitle"/>
          </p:nvPr>
        </p:nvSpPr>
        <p:spPr>
          <a:xfrm>
            <a:off x="5650850" y="1598238"/>
            <a:ext cx="460800" cy="4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r>
              <a:rPr lang="en" sz="2000"/>
              <a:t>   </a:t>
            </a:r>
            <a:r>
              <a:rPr b="1" lang="en" sz="2000"/>
              <a:t>3</a:t>
            </a:r>
            <a:endParaRPr b="1" sz="2000"/>
          </a:p>
        </p:txBody>
      </p:sp>
      <p:sp>
        <p:nvSpPr>
          <p:cNvPr id="652" name="Google Shape;652;p43"/>
          <p:cNvSpPr txBox="1"/>
          <p:nvPr>
            <p:ph idx="2" type="ctrTitle"/>
          </p:nvPr>
        </p:nvSpPr>
        <p:spPr>
          <a:xfrm>
            <a:off x="3229613" y="1527250"/>
            <a:ext cx="460800" cy="4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r>
              <a:rPr lang="en" sz="2000"/>
              <a:t>   </a:t>
            </a:r>
            <a:r>
              <a:rPr b="1" lang="en" sz="2000"/>
              <a:t>2</a:t>
            </a:r>
            <a:endParaRPr b="1" sz="2000"/>
          </a:p>
        </p:txBody>
      </p:sp>
      <p:sp>
        <p:nvSpPr>
          <p:cNvPr id="653" name="Google Shape;653;p43"/>
          <p:cNvSpPr txBox="1"/>
          <p:nvPr>
            <p:ph idx="2" type="ctrTitle"/>
          </p:nvPr>
        </p:nvSpPr>
        <p:spPr>
          <a:xfrm>
            <a:off x="883988" y="1633786"/>
            <a:ext cx="460800" cy="410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   </a:t>
            </a:r>
            <a:r>
              <a:rPr b="1" lang="en" sz="2000"/>
              <a:t>1</a:t>
            </a:r>
            <a:r>
              <a:rPr lang="en" sz="2000"/>
              <a:t>                                                                  </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44"/>
          <p:cNvSpPr txBox="1"/>
          <p:nvPr/>
        </p:nvSpPr>
        <p:spPr>
          <a:xfrm>
            <a:off x="1737327" y="2477686"/>
            <a:ext cx="1586700" cy="13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900" u="none" cap="none" strike="noStrike">
                <a:solidFill>
                  <a:srgbClr val="5F6075"/>
                </a:solidFill>
                <a:latin typeface="Lato"/>
                <a:ea typeface="Lato"/>
                <a:cs typeface="Lato"/>
                <a:sym typeface="Lato"/>
              </a:rPr>
              <a:t>T</a:t>
            </a:r>
            <a:endParaRPr sz="700"/>
          </a:p>
        </p:txBody>
      </p:sp>
      <p:sp>
        <p:nvSpPr>
          <p:cNvPr id="659" name="Google Shape;659;p44"/>
          <p:cNvSpPr txBox="1"/>
          <p:nvPr>
            <p:ph type="ctrTitle"/>
          </p:nvPr>
        </p:nvSpPr>
        <p:spPr>
          <a:xfrm>
            <a:off x="5180650" y="457300"/>
            <a:ext cx="3194700" cy="481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Gantt chart</a:t>
            </a:r>
            <a:endParaRPr/>
          </a:p>
        </p:txBody>
      </p:sp>
      <p:pic>
        <p:nvPicPr>
          <p:cNvPr id="660" name="Google Shape;660;p44"/>
          <p:cNvPicPr preferRelativeResize="0"/>
          <p:nvPr/>
        </p:nvPicPr>
        <p:blipFill>
          <a:blip r:embed="rId3">
            <a:alphaModFix/>
          </a:blip>
          <a:stretch>
            <a:fillRect/>
          </a:stretch>
        </p:blipFill>
        <p:spPr>
          <a:xfrm>
            <a:off x="878050" y="1069000"/>
            <a:ext cx="7050675" cy="38949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45"/>
          <p:cNvSpPr txBox="1"/>
          <p:nvPr>
            <p:ph type="ctrTitle"/>
          </p:nvPr>
        </p:nvSpPr>
        <p:spPr>
          <a:xfrm>
            <a:off x="333300" y="201000"/>
            <a:ext cx="7367700" cy="1299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666" name="Google Shape;666;p45"/>
          <p:cNvSpPr txBox="1"/>
          <p:nvPr/>
        </p:nvSpPr>
        <p:spPr>
          <a:xfrm>
            <a:off x="1166575" y="1631450"/>
            <a:ext cx="5902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3"/>
              </a:rPr>
              <a:t>Frontiers in Operations: News Event-Driven Forecasting of Commodity Prices | Manufacturing &amp; Service Operations Management</a:t>
            </a:r>
            <a:endParaRPr/>
          </a:p>
        </p:txBody>
      </p:sp>
      <p:sp>
        <p:nvSpPr>
          <p:cNvPr id="667" name="Google Shape;667;p45"/>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u="sng">
              <a:solidFill>
                <a:schemeClr val="hlink"/>
              </a:solidFill>
              <a:latin typeface="Roboto"/>
              <a:ea typeface="Roboto"/>
              <a:cs typeface="Roboto"/>
              <a:sym typeface="Roboto"/>
              <a:hlinkClick r:id="rId4"/>
            </a:endParaRPr>
          </a:p>
        </p:txBody>
      </p:sp>
      <p:sp>
        <p:nvSpPr>
          <p:cNvPr id="668" name="Google Shape;668;p45"/>
          <p:cNvSpPr txBox="1"/>
          <p:nvPr/>
        </p:nvSpPr>
        <p:spPr>
          <a:xfrm>
            <a:off x="1111250" y="2184288"/>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https://www.mdpi.com/2227-9091/11/5/84</a:t>
            </a:r>
            <a:endParaRPr/>
          </a:p>
        </p:txBody>
      </p:sp>
      <p:sp>
        <p:nvSpPr>
          <p:cNvPr id="669" name="Google Shape;669;p45"/>
          <p:cNvSpPr txBox="1"/>
          <p:nvPr/>
        </p:nvSpPr>
        <p:spPr>
          <a:xfrm>
            <a:off x="1111250" y="2829550"/>
            <a:ext cx="512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hlink"/>
                </a:solidFill>
                <a:latin typeface="Roboto"/>
                <a:ea typeface="Roboto"/>
                <a:cs typeface="Roboto"/>
                <a:sym typeface="Roboto"/>
                <a:hlinkClick r:id="rId5"/>
              </a:rPr>
              <a:t>https://acr-journal.com/article/download/pdf/1359/</a:t>
            </a:r>
            <a:endParaRPr sz="1200" u="sng">
              <a:solidFill>
                <a:schemeClr val="hlink"/>
              </a:solidFill>
              <a:latin typeface="Roboto"/>
              <a:ea typeface="Roboto"/>
              <a:cs typeface="Roboto"/>
              <a:sym typeface="Roboto"/>
              <a:hlinkClick r:id="rId6"/>
            </a:endParaRPr>
          </a:p>
        </p:txBody>
      </p:sp>
      <p:sp>
        <p:nvSpPr>
          <p:cNvPr id="670" name="Google Shape;670;p45"/>
          <p:cNvSpPr txBox="1"/>
          <p:nvPr/>
        </p:nvSpPr>
        <p:spPr>
          <a:xfrm>
            <a:off x="0" y="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1" name="Google Shape;671;p45"/>
          <p:cNvSpPr txBox="1"/>
          <p:nvPr/>
        </p:nvSpPr>
        <p:spPr>
          <a:xfrm>
            <a:off x="1166575" y="3296750"/>
            <a:ext cx="361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Roboto"/>
              <a:ea typeface="Roboto"/>
              <a:cs typeface="Roboto"/>
              <a:sym typeface="Roboto"/>
            </a:endParaRPr>
          </a:p>
          <a:p>
            <a:pPr indent="0" lvl="0" marL="0" rtl="0" algn="l">
              <a:spcBef>
                <a:spcPts val="0"/>
              </a:spcBef>
              <a:spcAft>
                <a:spcPts val="0"/>
              </a:spcAft>
              <a:buNone/>
            </a:pPr>
            <a:r>
              <a:rPr lang="en" sz="1200" u="sng">
                <a:solidFill>
                  <a:schemeClr val="hlink"/>
                </a:solidFill>
                <a:latin typeface="Roboto"/>
                <a:ea typeface="Roboto"/>
                <a:cs typeface="Roboto"/>
                <a:sym typeface="Roboto"/>
                <a:hlinkClick r:id="rId7"/>
              </a:rPr>
              <a:t>https://ouci.dntb.gov.ua/en/works/4bzb32W4/</a:t>
            </a:r>
            <a:endParaRPr sz="1200" u="sng">
              <a:solidFill>
                <a:schemeClr val="hlink"/>
              </a:solidFill>
              <a:latin typeface="Roboto"/>
              <a:ea typeface="Roboto"/>
              <a:cs typeface="Roboto"/>
              <a:sym typeface="Roboto"/>
              <a:hlinkClick r:id="rId8"/>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46"/>
          <p:cNvSpPr txBox="1"/>
          <p:nvPr>
            <p:ph type="ctrTitle"/>
          </p:nvPr>
        </p:nvSpPr>
        <p:spPr>
          <a:xfrm>
            <a:off x="383550" y="119375"/>
            <a:ext cx="49023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2600"/>
          </a:p>
        </p:txBody>
      </p:sp>
      <p:sp>
        <p:nvSpPr>
          <p:cNvPr id="677" name="Google Shape;677;p46"/>
          <p:cNvSpPr/>
          <p:nvPr/>
        </p:nvSpPr>
        <p:spPr>
          <a:xfrm>
            <a:off x="0" y="119950"/>
            <a:ext cx="6378000" cy="4610100"/>
          </a:xfrm>
          <a:prstGeom prst="roundRect">
            <a:avLst>
              <a:gd fmla="val 431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0">
                <a:solidFill>
                  <a:srgbClr val="2F2F2F"/>
                </a:solidFill>
                <a:latin typeface="Staatliches"/>
                <a:ea typeface="Staatliches"/>
                <a:cs typeface="Staatliches"/>
                <a:sym typeface="Staatliches"/>
              </a:rPr>
              <a:t>    </a:t>
            </a:r>
            <a:r>
              <a:rPr b="1" i="1" lang="en" sz="10000">
                <a:solidFill>
                  <a:srgbClr val="2F2F2F"/>
                </a:solidFill>
                <a:latin typeface="Staatliches"/>
                <a:ea typeface="Staatliches"/>
                <a:cs typeface="Staatliches"/>
                <a:sym typeface="Staatliches"/>
              </a:rPr>
              <a:t>  </a:t>
            </a:r>
            <a:r>
              <a:rPr b="1" i="1" lang="en" sz="12000">
                <a:solidFill>
                  <a:srgbClr val="2F2F2F"/>
                </a:solidFill>
                <a:latin typeface="Staatliches"/>
                <a:ea typeface="Staatliches"/>
                <a:cs typeface="Staatliches"/>
                <a:sym typeface="Staatliches"/>
              </a:rPr>
              <a:t>Thank </a:t>
            </a:r>
            <a:endParaRPr b="1" i="1" sz="12000">
              <a:solidFill>
                <a:srgbClr val="2F2F2F"/>
              </a:solidFill>
              <a:latin typeface="Staatliches"/>
              <a:ea typeface="Staatliches"/>
              <a:cs typeface="Staatliches"/>
              <a:sym typeface="Staatliches"/>
            </a:endParaRPr>
          </a:p>
          <a:p>
            <a:pPr indent="0" lvl="0" marL="0" rtl="0" algn="l">
              <a:spcBef>
                <a:spcPts val="0"/>
              </a:spcBef>
              <a:spcAft>
                <a:spcPts val="0"/>
              </a:spcAft>
              <a:buNone/>
            </a:pPr>
            <a:r>
              <a:rPr b="1" i="1" lang="en" sz="12000">
                <a:solidFill>
                  <a:srgbClr val="2F2F2F"/>
                </a:solidFill>
                <a:latin typeface="Staatliches"/>
                <a:ea typeface="Staatliches"/>
                <a:cs typeface="Staatliches"/>
                <a:sym typeface="Staatliches"/>
              </a:rPr>
              <a:t>         YOU</a:t>
            </a:r>
            <a:endParaRPr b="1" i="1" sz="12000">
              <a:solidFill>
                <a:schemeClr val="accent3"/>
              </a:solidFill>
              <a:latin typeface="Staatliches"/>
              <a:ea typeface="Staatliches"/>
              <a:cs typeface="Staatliches"/>
              <a:sym typeface="Staatliches"/>
            </a:endParaRPr>
          </a:p>
        </p:txBody>
      </p:sp>
      <p:sp>
        <p:nvSpPr>
          <p:cNvPr id="678" name="Google Shape;678;p46"/>
          <p:cNvSpPr txBox="1"/>
          <p:nvPr/>
        </p:nvSpPr>
        <p:spPr>
          <a:xfrm>
            <a:off x="10391150" y="3751575"/>
            <a:ext cx="577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accent3"/>
              </a:solidFill>
              <a:latin typeface="Anaheim"/>
              <a:ea typeface="Anaheim"/>
              <a:cs typeface="Anaheim"/>
              <a:sym typeface="Anaheim"/>
            </a:endParaRPr>
          </a:p>
        </p:txBody>
      </p:sp>
      <p:grpSp>
        <p:nvGrpSpPr>
          <p:cNvPr id="679" name="Google Shape;679;p46"/>
          <p:cNvGrpSpPr/>
          <p:nvPr/>
        </p:nvGrpSpPr>
        <p:grpSpPr>
          <a:xfrm flipH="1">
            <a:off x="8226665" y="3156179"/>
            <a:ext cx="696938" cy="1561106"/>
            <a:chOff x="4321997" y="3141168"/>
            <a:chExt cx="921144" cy="1561106"/>
          </a:xfrm>
        </p:grpSpPr>
        <p:sp>
          <p:nvSpPr>
            <p:cNvPr id="680" name="Google Shape;680;p46"/>
            <p:cNvSpPr/>
            <p:nvPr/>
          </p:nvSpPr>
          <p:spPr>
            <a:xfrm>
              <a:off x="4321997" y="3141168"/>
              <a:ext cx="921144" cy="1187366"/>
            </a:xfrm>
            <a:custGeom>
              <a:rect b="b" l="l" r="r" t="t"/>
              <a:pathLst>
                <a:path extrusionOk="0" h="26747" w="20750">
                  <a:moveTo>
                    <a:pt x="2574" y="0"/>
                  </a:moveTo>
                  <a:cubicBezTo>
                    <a:pt x="1560" y="0"/>
                    <a:pt x="524" y="638"/>
                    <a:pt x="269" y="1627"/>
                  </a:cubicBezTo>
                  <a:cubicBezTo>
                    <a:pt x="0" y="2664"/>
                    <a:pt x="607" y="3716"/>
                    <a:pt x="1264" y="4552"/>
                  </a:cubicBezTo>
                  <a:cubicBezTo>
                    <a:pt x="2240" y="5797"/>
                    <a:pt x="3396" y="6900"/>
                    <a:pt x="4680" y="7811"/>
                  </a:cubicBezTo>
                  <a:cubicBezTo>
                    <a:pt x="4910" y="7977"/>
                    <a:pt x="5162" y="8152"/>
                    <a:pt x="5251" y="8425"/>
                  </a:cubicBezTo>
                  <a:cubicBezTo>
                    <a:pt x="5412" y="8913"/>
                    <a:pt x="4946" y="9402"/>
                    <a:pt x="4461" y="9563"/>
                  </a:cubicBezTo>
                  <a:cubicBezTo>
                    <a:pt x="3916" y="9746"/>
                    <a:pt x="3320" y="9688"/>
                    <a:pt x="2745" y="9756"/>
                  </a:cubicBezTo>
                  <a:cubicBezTo>
                    <a:pt x="2175" y="9824"/>
                    <a:pt x="1554" y="10076"/>
                    <a:pt x="1335" y="10618"/>
                  </a:cubicBezTo>
                  <a:cubicBezTo>
                    <a:pt x="1034" y="11368"/>
                    <a:pt x="1662" y="12158"/>
                    <a:pt x="2283" y="12672"/>
                  </a:cubicBezTo>
                  <a:cubicBezTo>
                    <a:pt x="3521" y="13705"/>
                    <a:pt x="4935" y="14519"/>
                    <a:pt x="6443" y="15072"/>
                  </a:cubicBezTo>
                  <a:cubicBezTo>
                    <a:pt x="6981" y="15270"/>
                    <a:pt x="7552" y="15445"/>
                    <a:pt x="7986" y="15826"/>
                  </a:cubicBezTo>
                  <a:cubicBezTo>
                    <a:pt x="8424" y="16207"/>
                    <a:pt x="8686" y="16867"/>
                    <a:pt x="8424" y="17384"/>
                  </a:cubicBezTo>
                  <a:cubicBezTo>
                    <a:pt x="8209" y="17803"/>
                    <a:pt x="7723" y="17991"/>
                    <a:pt x="7244" y="17991"/>
                  </a:cubicBezTo>
                  <a:cubicBezTo>
                    <a:pt x="7133" y="17991"/>
                    <a:pt x="7023" y="17981"/>
                    <a:pt x="6917" y="17962"/>
                  </a:cubicBezTo>
                  <a:cubicBezTo>
                    <a:pt x="6350" y="17857"/>
                    <a:pt x="5843" y="17549"/>
                    <a:pt x="5305" y="17348"/>
                  </a:cubicBezTo>
                  <a:cubicBezTo>
                    <a:pt x="4931" y="17206"/>
                    <a:pt x="4517" y="17126"/>
                    <a:pt x="4111" y="17126"/>
                  </a:cubicBezTo>
                  <a:cubicBezTo>
                    <a:pt x="3419" y="17126"/>
                    <a:pt x="2751" y="17358"/>
                    <a:pt x="2344" y="17908"/>
                  </a:cubicBezTo>
                  <a:cubicBezTo>
                    <a:pt x="1917" y="18482"/>
                    <a:pt x="1881" y="19279"/>
                    <a:pt x="2096" y="19964"/>
                  </a:cubicBezTo>
                  <a:cubicBezTo>
                    <a:pt x="2308" y="20650"/>
                    <a:pt x="2745" y="21238"/>
                    <a:pt x="3209" y="21781"/>
                  </a:cubicBezTo>
                  <a:cubicBezTo>
                    <a:pt x="4828" y="23680"/>
                    <a:pt x="6902" y="25209"/>
                    <a:pt x="9246" y="26024"/>
                  </a:cubicBezTo>
                  <a:cubicBezTo>
                    <a:pt x="10555" y="26477"/>
                    <a:pt x="11811" y="26747"/>
                    <a:pt x="13072" y="26747"/>
                  </a:cubicBezTo>
                  <a:cubicBezTo>
                    <a:pt x="14065" y="26747"/>
                    <a:pt x="15061" y="26579"/>
                    <a:pt x="16087" y="26203"/>
                  </a:cubicBezTo>
                  <a:cubicBezTo>
                    <a:pt x="19885" y="23551"/>
                    <a:pt x="20749" y="18626"/>
                    <a:pt x="20599" y="14196"/>
                  </a:cubicBezTo>
                  <a:cubicBezTo>
                    <a:pt x="20574" y="13457"/>
                    <a:pt x="20653" y="12678"/>
                    <a:pt x="20301" y="12029"/>
                  </a:cubicBezTo>
                  <a:cubicBezTo>
                    <a:pt x="20028" y="11528"/>
                    <a:pt x="19475" y="11148"/>
                    <a:pt x="18933" y="11148"/>
                  </a:cubicBezTo>
                  <a:cubicBezTo>
                    <a:pt x="18776" y="11148"/>
                    <a:pt x="18619" y="11180"/>
                    <a:pt x="18471" y="11250"/>
                  </a:cubicBezTo>
                  <a:cubicBezTo>
                    <a:pt x="17921" y="11509"/>
                    <a:pt x="17681" y="12147"/>
                    <a:pt x="17373" y="12675"/>
                  </a:cubicBezTo>
                  <a:cubicBezTo>
                    <a:pt x="16967" y="13378"/>
                    <a:pt x="16356" y="13959"/>
                    <a:pt x="15639" y="14330"/>
                  </a:cubicBezTo>
                  <a:cubicBezTo>
                    <a:pt x="15341" y="14484"/>
                    <a:pt x="15000" y="14601"/>
                    <a:pt x="14672" y="14601"/>
                  </a:cubicBezTo>
                  <a:cubicBezTo>
                    <a:pt x="14481" y="14601"/>
                    <a:pt x="14294" y="14561"/>
                    <a:pt x="14124" y="14466"/>
                  </a:cubicBezTo>
                  <a:cubicBezTo>
                    <a:pt x="13485" y="14114"/>
                    <a:pt x="13410" y="13235"/>
                    <a:pt x="13413" y="12499"/>
                  </a:cubicBezTo>
                  <a:cubicBezTo>
                    <a:pt x="13424" y="11128"/>
                    <a:pt x="13432" y="9760"/>
                    <a:pt x="13442" y="8389"/>
                  </a:cubicBezTo>
                  <a:cubicBezTo>
                    <a:pt x="13445" y="7654"/>
                    <a:pt x="13445" y="6903"/>
                    <a:pt x="13220" y="6206"/>
                  </a:cubicBezTo>
                  <a:cubicBezTo>
                    <a:pt x="12990" y="5507"/>
                    <a:pt x="12484" y="4861"/>
                    <a:pt x="11784" y="4664"/>
                  </a:cubicBezTo>
                  <a:cubicBezTo>
                    <a:pt x="11666" y="4631"/>
                    <a:pt x="11543" y="4615"/>
                    <a:pt x="11419" y="4615"/>
                  </a:cubicBezTo>
                  <a:cubicBezTo>
                    <a:pt x="10815" y="4615"/>
                    <a:pt x="10198" y="4993"/>
                    <a:pt x="10075" y="5590"/>
                  </a:cubicBezTo>
                  <a:cubicBezTo>
                    <a:pt x="10011" y="5891"/>
                    <a:pt x="10072" y="6203"/>
                    <a:pt x="10054" y="6505"/>
                  </a:cubicBezTo>
                  <a:cubicBezTo>
                    <a:pt x="10032" y="6814"/>
                    <a:pt x="9888" y="7151"/>
                    <a:pt x="9602" y="7233"/>
                  </a:cubicBezTo>
                  <a:cubicBezTo>
                    <a:pt x="9555" y="7247"/>
                    <a:pt x="9508" y="7253"/>
                    <a:pt x="9462" y="7253"/>
                  </a:cubicBezTo>
                  <a:cubicBezTo>
                    <a:pt x="9216" y="7253"/>
                    <a:pt x="8978" y="7077"/>
                    <a:pt x="8794" y="6896"/>
                  </a:cubicBezTo>
                  <a:cubicBezTo>
                    <a:pt x="8033" y="6156"/>
                    <a:pt x="7520" y="5199"/>
                    <a:pt x="7039" y="4247"/>
                  </a:cubicBezTo>
                  <a:cubicBezTo>
                    <a:pt x="6557" y="3296"/>
                    <a:pt x="6091" y="2323"/>
                    <a:pt x="5402" y="1516"/>
                  </a:cubicBezTo>
                  <a:cubicBezTo>
                    <a:pt x="4713" y="704"/>
                    <a:pt x="3762" y="62"/>
                    <a:pt x="2710" y="4"/>
                  </a:cubicBezTo>
                  <a:cubicBezTo>
                    <a:pt x="2665" y="2"/>
                    <a:pt x="2619" y="0"/>
                    <a:pt x="25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6"/>
            <p:cNvSpPr/>
            <p:nvPr/>
          </p:nvSpPr>
          <p:spPr>
            <a:xfrm>
              <a:off x="4380949" y="3168602"/>
              <a:ext cx="665088" cy="1533672"/>
            </a:xfrm>
            <a:custGeom>
              <a:rect b="b" l="l" r="r" t="t"/>
              <a:pathLst>
                <a:path extrusionOk="0" h="34548" w="14982">
                  <a:moveTo>
                    <a:pt x="0" y="0"/>
                  </a:moveTo>
                  <a:cubicBezTo>
                    <a:pt x="0" y="4"/>
                    <a:pt x="25" y="25"/>
                    <a:pt x="72" y="72"/>
                  </a:cubicBezTo>
                  <a:cubicBezTo>
                    <a:pt x="125" y="118"/>
                    <a:pt x="201" y="183"/>
                    <a:pt x="291" y="266"/>
                  </a:cubicBezTo>
                  <a:cubicBezTo>
                    <a:pt x="485" y="434"/>
                    <a:pt x="768" y="686"/>
                    <a:pt x="1124" y="1019"/>
                  </a:cubicBezTo>
                  <a:cubicBezTo>
                    <a:pt x="1838" y="1684"/>
                    <a:pt x="2843" y="2681"/>
                    <a:pt x="3934" y="4049"/>
                  </a:cubicBezTo>
                  <a:cubicBezTo>
                    <a:pt x="4480" y="4731"/>
                    <a:pt x="5047" y="5502"/>
                    <a:pt x="5643" y="6342"/>
                  </a:cubicBezTo>
                  <a:cubicBezTo>
                    <a:pt x="6238" y="7182"/>
                    <a:pt x="6866" y="8083"/>
                    <a:pt x="7491" y="9056"/>
                  </a:cubicBezTo>
                  <a:cubicBezTo>
                    <a:pt x="8115" y="10029"/>
                    <a:pt x="8744" y="11073"/>
                    <a:pt x="9304" y="12200"/>
                  </a:cubicBezTo>
                  <a:cubicBezTo>
                    <a:pt x="9587" y="12760"/>
                    <a:pt x="9842" y="13349"/>
                    <a:pt x="10096" y="13949"/>
                  </a:cubicBezTo>
                  <a:cubicBezTo>
                    <a:pt x="10355" y="14547"/>
                    <a:pt x="10613" y="15158"/>
                    <a:pt x="10879" y="15771"/>
                  </a:cubicBezTo>
                  <a:cubicBezTo>
                    <a:pt x="11924" y="18238"/>
                    <a:pt x="12843" y="20620"/>
                    <a:pt x="13499" y="22846"/>
                  </a:cubicBezTo>
                  <a:cubicBezTo>
                    <a:pt x="14160" y="25072"/>
                    <a:pt x="14551" y="27132"/>
                    <a:pt x="14723" y="28876"/>
                  </a:cubicBezTo>
                  <a:cubicBezTo>
                    <a:pt x="14899" y="30624"/>
                    <a:pt x="14864" y="32053"/>
                    <a:pt x="14791" y="33029"/>
                  </a:cubicBezTo>
                  <a:cubicBezTo>
                    <a:pt x="14752" y="33517"/>
                    <a:pt x="14716" y="33898"/>
                    <a:pt x="14680" y="34156"/>
                  </a:cubicBezTo>
                  <a:cubicBezTo>
                    <a:pt x="14666" y="34279"/>
                    <a:pt x="14655" y="34375"/>
                    <a:pt x="14648" y="34447"/>
                  </a:cubicBezTo>
                  <a:cubicBezTo>
                    <a:pt x="14640" y="34515"/>
                    <a:pt x="14637" y="34547"/>
                    <a:pt x="14640" y="34547"/>
                  </a:cubicBezTo>
                  <a:cubicBezTo>
                    <a:pt x="14645" y="34547"/>
                    <a:pt x="14652" y="34515"/>
                    <a:pt x="14662" y="34451"/>
                  </a:cubicBezTo>
                  <a:cubicBezTo>
                    <a:pt x="14673" y="34378"/>
                    <a:pt x="14688" y="34282"/>
                    <a:pt x="14709" y="34160"/>
                  </a:cubicBezTo>
                  <a:cubicBezTo>
                    <a:pt x="14752" y="33905"/>
                    <a:pt x="14799" y="33525"/>
                    <a:pt x="14845" y="33033"/>
                  </a:cubicBezTo>
                  <a:cubicBezTo>
                    <a:pt x="14932" y="32053"/>
                    <a:pt x="14982" y="30624"/>
                    <a:pt x="14817" y="28869"/>
                  </a:cubicBezTo>
                  <a:cubicBezTo>
                    <a:pt x="14659" y="27114"/>
                    <a:pt x="14274" y="25043"/>
                    <a:pt x="13618" y="22810"/>
                  </a:cubicBezTo>
                  <a:cubicBezTo>
                    <a:pt x="12965" y="20574"/>
                    <a:pt x="12049" y="18183"/>
                    <a:pt x="11001" y="15718"/>
                  </a:cubicBezTo>
                  <a:cubicBezTo>
                    <a:pt x="10739" y="15104"/>
                    <a:pt x="10477" y="14494"/>
                    <a:pt x="10222" y="13894"/>
                  </a:cubicBezTo>
                  <a:cubicBezTo>
                    <a:pt x="9964" y="13295"/>
                    <a:pt x="9709" y="12703"/>
                    <a:pt x="9422" y="12140"/>
                  </a:cubicBezTo>
                  <a:cubicBezTo>
                    <a:pt x="8855" y="11009"/>
                    <a:pt x="8227" y="9960"/>
                    <a:pt x="7595" y="8988"/>
                  </a:cubicBezTo>
                  <a:cubicBezTo>
                    <a:pt x="6967" y="8015"/>
                    <a:pt x="6332" y="7114"/>
                    <a:pt x="5732" y="6274"/>
                  </a:cubicBezTo>
                  <a:cubicBezTo>
                    <a:pt x="5133" y="5438"/>
                    <a:pt x="4558" y="4670"/>
                    <a:pt x="4006" y="3988"/>
                  </a:cubicBezTo>
                  <a:cubicBezTo>
                    <a:pt x="2903" y="2624"/>
                    <a:pt x="1884" y="1634"/>
                    <a:pt x="1159" y="980"/>
                  </a:cubicBezTo>
                  <a:cubicBezTo>
                    <a:pt x="797" y="653"/>
                    <a:pt x="506" y="406"/>
                    <a:pt x="309" y="244"/>
                  </a:cubicBezTo>
                  <a:cubicBezTo>
                    <a:pt x="211" y="166"/>
                    <a:pt x="140" y="105"/>
                    <a:pt x="82" y="61"/>
                  </a:cubicBezTo>
                  <a:cubicBezTo>
                    <a:pt x="29" y="18"/>
                    <a:pt x="4" y="0"/>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6"/>
            <p:cNvSpPr/>
            <p:nvPr/>
          </p:nvSpPr>
          <p:spPr>
            <a:xfrm>
              <a:off x="4797120" y="3348164"/>
              <a:ext cx="48477" cy="359002"/>
            </a:xfrm>
            <a:custGeom>
              <a:rect b="b" l="l" r="r" t="t"/>
              <a:pathLst>
                <a:path extrusionOk="0" h="8087" w="1092">
                  <a:moveTo>
                    <a:pt x="1081" y="1"/>
                  </a:moveTo>
                  <a:lnTo>
                    <a:pt x="1081" y="1"/>
                  </a:lnTo>
                  <a:cubicBezTo>
                    <a:pt x="1074" y="1"/>
                    <a:pt x="1041" y="108"/>
                    <a:pt x="991" y="309"/>
                  </a:cubicBezTo>
                  <a:cubicBezTo>
                    <a:pt x="937" y="510"/>
                    <a:pt x="876" y="801"/>
                    <a:pt x="808" y="1167"/>
                  </a:cubicBezTo>
                  <a:cubicBezTo>
                    <a:pt x="668" y="1892"/>
                    <a:pt x="528" y="2908"/>
                    <a:pt x="413" y="4028"/>
                  </a:cubicBezTo>
                  <a:cubicBezTo>
                    <a:pt x="302" y="5133"/>
                    <a:pt x="198" y="6135"/>
                    <a:pt x="123" y="6899"/>
                  </a:cubicBezTo>
                  <a:cubicBezTo>
                    <a:pt x="87" y="7244"/>
                    <a:pt x="54" y="7535"/>
                    <a:pt x="29" y="7767"/>
                  </a:cubicBezTo>
                  <a:cubicBezTo>
                    <a:pt x="7" y="7972"/>
                    <a:pt x="0" y="8087"/>
                    <a:pt x="7" y="8087"/>
                  </a:cubicBezTo>
                  <a:cubicBezTo>
                    <a:pt x="7" y="8087"/>
                    <a:pt x="8" y="8087"/>
                    <a:pt x="8" y="8087"/>
                  </a:cubicBezTo>
                  <a:cubicBezTo>
                    <a:pt x="19" y="8087"/>
                    <a:pt x="44" y="7976"/>
                    <a:pt x="80" y="7775"/>
                  </a:cubicBezTo>
                  <a:cubicBezTo>
                    <a:pt x="118" y="7570"/>
                    <a:pt x="166" y="7276"/>
                    <a:pt x="216" y="6910"/>
                  </a:cubicBezTo>
                  <a:cubicBezTo>
                    <a:pt x="320" y="6178"/>
                    <a:pt x="431" y="5161"/>
                    <a:pt x="546" y="4042"/>
                  </a:cubicBezTo>
                  <a:cubicBezTo>
                    <a:pt x="661" y="2922"/>
                    <a:pt x="786" y="1910"/>
                    <a:pt x="901" y="1182"/>
                  </a:cubicBezTo>
                  <a:cubicBezTo>
                    <a:pt x="955" y="819"/>
                    <a:pt x="1006" y="524"/>
                    <a:pt x="1041" y="320"/>
                  </a:cubicBezTo>
                  <a:cubicBezTo>
                    <a:pt x="1077" y="119"/>
                    <a:pt x="1092" y="4"/>
                    <a:pt x="108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6"/>
            <p:cNvSpPr/>
            <p:nvPr/>
          </p:nvSpPr>
          <p:spPr>
            <a:xfrm>
              <a:off x="4377886" y="3628362"/>
              <a:ext cx="419731" cy="78930"/>
            </a:xfrm>
            <a:custGeom>
              <a:rect b="b" l="l" r="r" t="t"/>
              <a:pathLst>
                <a:path extrusionOk="0" h="1778" w="9455">
                  <a:moveTo>
                    <a:pt x="209" y="1"/>
                  </a:moveTo>
                  <a:cubicBezTo>
                    <a:pt x="74" y="1"/>
                    <a:pt x="0" y="4"/>
                    <a:pt x="0" y="9"/>
                  </a:cubicBezTo>
                  <a:cubicBezTo>
                    <a:pt x="0" y="20"/>
                    <a:pt x="137" y="34"/>
                    <a:pt x="378" y="55"/>
                  </a:cubicBezTo>
                  <a:cubicBezTo>
                    <a:pt x="622" y="77"/>
                    <a:pt x="974" y="106"/>
                    <a:pt x="1405" y="156"/>
                  </a:cubicBezTo>
                  <a:cubicBezTo>
                    <a:pt x="2270" y="249"/>
                    <a:pt x="3461" y="422"/>
                    <a:pt x="4768" y="666"/>
                  </a:cubicBezTo>
                  <a:cubicBezTo>
                    <a:pt x="6074" y="917"/>
                    <a:pt x="7248" y="1190"/>
                    <a:pt x="8088" y="1417"/>
                  </a:cubicBezTo>
                  <a:cubicBezTo>
                    <a:pt x="8511" y="1524"/>
                    <a:pt x="8848" y="1621"/>
                    <a:pt x="9085" y="1685"/>
                  </a:cubicBezTo>
                  <a:cubicBezTo>
                    <a:pt x="9288" y="1745"/>
                    <a:pt x="9415" y="1777"/>
                    <a:pt x="9445" y="1777"/>
                  </a:cubicBezTo>
                  <a:cubicBezTo>
                    <a:pt x="9449" y="1777"/>
                    <a:pt x="9451" y="1776"/>
                    <a:pt x="9451" y="1775"/>
                  </a:cubicBezTo>
                  <a:cubicBezTo>
                    <a:pt x="9455" y="1768"/>
                    <a:pt x="9330" y="1718"/>
                    <a:pt x="9100" y="1635"/>
                  </a:cubicBezTo>
                  <a:cubicBezTo>
                    <a:pt x="8870" y="1553"/>
                    <a:pt x="8533" y="1442"/>
                    <a:pt x="8113" y="1319"/>
                  </a:cubicBezTo>
                  <a:cubicBezTo>
                    <a:pt x="7276" y="1072"/>
                    <a:pt x="6103" y="781"/>
                    <a:pt x="4793" y="534"/>
                  </a:cubicBezTo>
                  <a:cubicBezTo>
                    <a:pt x="3482" y="285"/>
                    <a:pt x="2283" y="128"/>
                    <a:pt x="1415" y="60"/>
                  </a:cubicBezTo>
                  <a:cubicBezTo>
                    <a:pt x="981" y="24"/>
                    <a:pt x="625" y="9"/>
                    <a:pt x="381" y="2"/>
                  </a:cubicBezTo>
                  <a:cubicBezTo>
                    <a:pt x="316" y="1"/>
                    <a:pt x="258" y="1"/>
                    <a:pt x="209"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6"/>
            <p:cNvSpPr/>
            <p:nvPr/>
          </p:nvSpPr>
          <p:spPr>
            <a:xfrm>
              <a:off x="4980013" y="3637507"/>
              <a:ext cx="211663" cy="535906"/>
            </a:xfrm>
            <a:custGeom>
              <a:rect b="b" l="l" r="r" t="t"/>
              <a:pathLst>
                <a:path extrusionOk="0" h="12072" w="4768">
                  <a:moveTo>
                    <a:pt x="4764" y="0"/>
                  </a:moveTo>
                  <a:lnTo>
                    <a:pt x="4764" y="0"/>
                  </a:lnTo>
                  <a:cubicBezTo>
                    <a:pt x="4760" y="0"/>
                    <a:pt x="4739" y="40"/>
                    <a:pt x="4699" y="119"/>
                  </a:cubicBezTo>
                  <a:cubicBezTo>
                    <a:pt x="4656" y="209"/>
                    <a:pt x="4602" y="323"/>
                    <a:pt x="4538" y="460"/>
                  </a:cubicBezTo>
                  <a:cubicBezTo>
                    <a:pt x="4397" y="758"/>
                    <a:pt x="4208" y="1192"/>
                    <a:pt x="3981" y="1734"/>
                  </a:cubicBezTo>
                  <a:cubicBezTo>
                    <a:pt x="3526" y="2818"/>
                    <a:pt x="2944" y="4333"/>
                    <a:pt x="2323" y="6013"/>
                  </a:cubicBezTo>
                  <a:cubicBezTo>
                    <a:pt x="1702" y="7696"/>
                    <a:pt x="1132" y="9214"/>
                    <a:pt x="701" y="10306"/>
                  </a:cubicBezTo>
                  <a:cubicBezTo>
                    <a:pt x="489" y="10833"/>
                    <a:pt x="313" y="11271"/>
                    <a:pt x="184" y="11594"/>
                  </a:cubicBezTo>
                  <a:cubicBezTo>
                    <a:pt x="130" y="11734"/>
                    <a:pt x="83" y="11853"/>
                    <a:pt x="47" y="11946"/>
                  </a:cubicBezTo>
                  <a:cubicBezTo>
                    <a:pt x="15" y="12028"/>
                    <a:pt x="1" y="12072"/>
                    <a:pt x="4" y="12072"/>
                  </a:cubicBezTo>
                  <a:cubicBezTo>
                    <a:pt x="4" y="12072"/>
                    <a:pt x="5" y="12072"/>
                    <a:pt x="5" y="12072"/>
                  </a:cubicBezTo>
                  <a:cubicBezTo>
                    <a:pt x="14" y="12072"/>
                    <a:pt x="35" y="12032"/>
                    <a:pt x="69" y="11957"/>
                  </a:cubicBezTo>
                  <a:cubicBezTo>
                    <a:pt x="116" y="11866"/>
                    <a:pt x="169" y="11752"/>
                    <a:pt x="231" y="11616"/>
                  </a:cubicBezTo>
                  <a:cubicBezTo>
                    <a:pt x="370" y="11318"/>
                    <a:pt x="561" y="10884"/>
                    <a:pt x="791" y="10342"/>
                  </a:cubicBezTo>
                  <a:cubicBezTo>
                    <a:pt x="1246" y="9257"/>
                    <a:pt x="1828" y="7743"/>
                    <a:pt x="2449" y="6063"/>
                  </a:cubicBezTo>
                  <a:cubicBezTo>
                    <a:pt x="3070" y="4380"/>
                    <a:pt x="3637" y="2861"/>
                    <a:pt x="4071" y="1770"/>
                  </a:cubicBezTo>
                  <a:cubicBezTo>
                    <a:pt x="4283" y="1242"/>
                    <a:pt x="4455" y="805"/>
                    <a:pt x="4584" y="482"/>
                  </a:cubicBezTo>
                  <a:cubicBezTo>
                    <a:pt x="4642" y="341"/>
                    <a:pt x="4689" y="223"/>
                    <a:pt x="4725" y="129"/>
                  </a:cubicBezTo>
                  <a:cubicBezTo>
                    <a:pt x="4753" y="48"/>
                    <a:pt x="4768" y="5"/>
                    <a:pt x="4764"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6"/>
            <p:cNvSpPr/>
            <p:nvPr/>
          </p:nvSpPr>
          <p:spPr>
            <a:xfrm>
              <a:off x="4422677" y="3993702"/>
              <a:ext cx="557747" cy="179790"/>
            </a:xfrm>
            <a:custGeom>
              <a:rect b="b" l="l" r="r" t="t"/>
              <a:pathLst>
                <a:path extrusionOk="0" h="4050" w="12564">
                  <a:moveTo>
                    <a:pt x="8" y="0"/>
                  </a:moveTo>
                  <a:cubicBezTo>
                    <a:pt x="3" y="0"/>
                    <a:pt x="1" y="1"/>
                    <a:pt x="0" y="2"/>
                  </a:cubicBezTo>
                  <a:cubicBezTo>
                    <a:pt x="0" y="6"/>
                    <a:pt x="43" y="24"/>
                    <a:pt x="126" y="52"/>
                  </a:cubicBezTo>
                  <a:cubicBezTo>
                    <a:pt x="227" y="85"/>
                    <a:pt x="345" y="125"/>
                    <a:pt x="492" y="175"/>
                  </a:cubicBezTo>
                  <a:cubicBezTo>
                    <a:pt x="830" y="286"/>
                    <a:pt x="1282" y="433"/>
                    <a:pt x="1834" y="612"/>
                  </a:cubicBezTo>
                  <a:cubicBezTo>
                    <a:pt x="2972" y="978"/>
                    <a:pt x="4534" y="1506"/>
                    <a:pt x="6260" y="2091"/>
                  </a:cubicBezTo>
                  <a:cubicBezTo>
                    <a:pt x="7987" y="2676"/>
                    <a:pt x="9555" y="3186"/>
                    <a:pt x="10700" y="3531"/>
                  </a:cubicBezTo>
                  <a:cubicBezTo>
                    <a:pt x="11271" y="3706"/>
                    <a:pt x="11734" y="3839"/>
                    <a:pt x="12057" y="3925"/>
                  </a:cubicBezTo>
                  <a:cubicBezTo>
                    <a:pt x="12204" y="3965"/>
                    <a:pt x="12330" y="3998"/>
                    <a:pt x="12430" y="4026"/>
                  </a:cubicBezTo>
                  <a:cubicBezTo>
                    <a:pt x="12495" y="4040"/>
                    <a:pt x="12538" y="4050"/>
                    <a:pt x="12553" y="4050"/>
                  </a:cubicBezTo>
                  <a:cubicBezTo>
                    <a:pt x="12557" y="4050"/>
                    <a:pt x="12559" y="4049"/>
                    <a:pt x="12559" y="4048"/>
                  </a:cubicBezTo>
                  <a:cubicBezTo>
                    <a:pt x="12563" y="4044"/>
                    <a:pt x="12520" y="4026"/>
                    <a:pt x="12438" y="3998"/>
                  </a:cubicBezTo>
                  <a:cubicBezTo>
                    <a:pt x="12337" y="3965"/>
                    <a:pt x="12219" y="3925"/>
                    <a:pt x="12072" y="3875"/>
                  </a:cubicBezTo>
                  <a:cubicBezTo>
                    <a:pt x="11734" y="3768"/>
                    <a:pt x="11282" y="3620"/>
                    <a:pt x="10725" y="3441"/>
                  </a:cubicBezTo>
                  <a:cubicBezTo>
                    <a:pt x="9591" y="3072"/>
                    <a:pt x="8030" y="2543"/>
                    <a:pt x="6303" y="1962"/>
                  </a:cubicBezTo>
                  <a:cubicBezTo>
                    <a:pt x="4577" y="1377"/>
                    <a:pt x="3008" y="864"/>
                    <a:pt x="1864" y="519"/>
                  </a:cubicBezTo>
                  <a:cubicBezTo>
                    <a:pt x="1292" y="347"/>
                    <a:pt x="830" y="211"/>
                    <a:pt x="507" y="125"/>
                  </a:cubicBezTo>
                  <a:cubicBezTo>
                    <a:pt x="356" y="85"/>
                    <a:pt x="234" y="52"/>
                    <a:pt x="133" y="27"/>
                  </a:cubicBezTo>
                  <a:cubicBezTo>
                    <a:pt x="65" y="10"/>
                    <a:pt x="23" y="0"/>
                    <a:pt x="8"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 name="Google Shape;686;p46"/>
          <p:cNvGrpSpPr/>
          <p:nvPr/>
        </p:nvGrpSpPr>
        <p:grpSpPr>
          <a:xfrm>
            <a:off x="5654047" y="4713061"/>
            <a:ext cx="3480899" cy="150450"/>
            <a:chOff x="0" y="4397412"/>
            <a:chExt cx="4600713" cy="150450"/>
          </a:xfrm>
        </p:grpSpPr>
        <p:sp>
          <p:nvSpPr>
            <p:cNvPr id="687" name="Google Shape;687;p46"/>
            <p:cNvSpPr/>
            <p:nvPr/>
          </p:nvSpPr>
          <p:spPr>
            <a:xfrm>
              <a:off x="0" y="4397412"/>
              <a:ext cx="4600713" cy="2416"/>
            </a:xfrm>
            <a:custGeom>
              <a:rect b="b" l="l" r="r" t="t"/>
              <a:pathLst>
                <a:path extrusionOk="0" h="69" w="131402">
                  <a:moveTo>
                    <a:pt x="0" y="1"/>
                  </a:moveTo>
                  <a:lnTo>
                    <a:pt x="0" y="69"/>
                  </a:lnTo>
                  <a:lnTo>
                    <a:pt x="131401" y="69"/>
                  </a:lnTo>
                  <a:lnTo>
                    <a:pt x="131401" y="1"/>
                  </a:lnTo>
                  <a:close/>
                </a:path>
              </a:pathLst>
            </a:custGeom>
            <a:solidFill>
              <a:schemeClr val="accent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6"/>
            <p:cNvSpPr/>
            <p:nvPr/>
          </p:nvSpPr>
          <p:spPr>
            <a:xfrm>
              <a:off x="755786" y="4545586"/>
              <a:ext cx="305519" cy="2276"/>
            </a:xfrm>
            <a:custGeom>
              <a:rect b="b" l="l" r="r" t="t"/>
              <a:pathLst>
                <a:path extrusionOk="0" h="65" w="8726">
                  <a:moveTo>
                    <a:pt x="0" y="0"/>
                  </a:moveTo>
                  <a:lnTo>
                    <a:pt x="0" y="65"/>
                  </a:lnTo>
                  <a:lnTo>
                    <a:pt x="8726" y="65"/>
                  </a:lnTo>
                  <a:lnTo>
                    <a:pt x="8726" y="0"/>
                  </a:lnTo>
                  <a:close/>
                </a:path>
              </a:pathLst>
            </a:custGeom>
            <a:solidFill>
              <a:schemeClr val="accent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6"/>
            <p:cNvSpPr/>
            <p:nvPr/>
          </p:nvSpPr>
          <p:spPr>
            <a:xfrm>
              <a:off x="1619552" y="4536412"/>
              <a:ext cx="497808" cy="2276"/>
            </a:xfrm>
            <a:custGeom>
              <a:rect b="b" l="l" r="r" t="t"/>
              <a:pathLst>
                <a:path extrusionOk="0" h="65" w="14218">
                  <a:moveTo>
                    <a:pt x="0" y="0"/>
                  </a:moveTo>
                  <a:lnTo>
                    <a:pt x="0" y="65"/>
                  </a:lnTo>
                  <a:lnTo>
                    <a:pt x="14217" y="65"/>
                  </a:lnTo>
                  <a:lnTo>
                    <a:pt x="14217" y="0"/>
                  </a:ln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6"/>
            <p:cNvSpPr/>
            <p:nvPr/>
          </p:nvSpPr>
          <p:spPr>
            <a:xfrm>
              <a:off x="1070481" y="4460119"/>
              <a:ext cx="175833" cy="2311"/>
            </a:xfrm>
            <a:custGeom>
              <a:rect b="b" l="l" r="r" t="t"/>
              <a:pathLst>
                <a:path extrusionOk="0" h="66" w="5022">
                  <a:moveTo>
                    <a:pt x="1" y="1"/>
                  </a:moveTo>
                  <a:lnTo>
                    <a:pt x="1" y="65"/>
                  </a:lnTo>
                  <a:lnTo>
                    <a:pt x="5022" y="65"/>
                  </a:lnTo>
                  <a:lnTo>
                    <a:pt x="5022" y="1"/>
                  </a:lnTo>
                  <a:close/>
                </a:path>
              </a:pathLst>
            </a:custGeom>
            <a:solidFill>
              <a:schemeClr val="accent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6"/>
            <p:cNvSpPr/>
            <p:nvPr/>
          </p:nvSpPr>
          <p:spPr>
            <a:xfrm>
              <a:off x="2732853" y="4514424"/>
              <a:ext cx="418259" cy="2276"/>
            </a:xfrm>
            <a:custGeom>
              <a:rect b="b" l="l" r="r" t="t"/>
              <a:pathLst>
                <a:path extrusionOk="0" h="65" w="11946">
                  <a:moveTo>
                    <a:pt x="0" y="0"/>
                  </a:moveTo>
                  <a:lnTo>
                    <a:pt x="0" y="65"/>
                  </a:lnTo>
                  <a:lnTo>
                    <a:pt x="11946" y="65"/>
                  </a:lnTo>
                  <a:lnTo>
                    <a:pt x="11946" y="0"/>
                  </a:lnTo>
                  <a:close/>
                </a:path>
              </a:pathLst>
            </a:cu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 name="Google Shape;692;p46"/>
          <p:cNvGrpSpPr/>
          <p:nvPr/>
        </p:nvGrpSpPr>
        <p:grpSpPr>
          <a:xfrm>
            <a:off x="5832143" y="56167"/>
            <a:ext cx="2101971" cy="4737674"/>
            <a:chOff x="5950524" y="912475"/>
            <a:chExt cx="2229026" cy="3801392"/>
          </a:xfrm>
        </p:grpSpPr>
        <p:sp>
          <p:nvSpPr>
            <p:cNvPr id="693" name="Google Shape;693;p46"/>
            <p:cNvSpPr/>
            <p:nvPr/>
          </p:nvSpPr>
          <p:spPr>
            <a:xfrm>
              <a:off x="7402881" y="2309654"/>
              <a:ext cx="45988" cy="10862"/>
            </a:xfrm>
            <a:custGeom>
              <a:rect b="b" l="l" r="r" t="t"/>
              <a:pathLst>
                <a:path extrusionOk="0" h="265" w="1122">
                  <a:moveTo>
                    <a:pt x="1052" y="1"/>
                  </a:moveTo>
                  <a:cubicBezTo>
                    <a:pt x="958" y="1"/>
                    <a:pt x="765" y="27"/>
                    <a:pt x="546" y="72"/>
                  </a:cubicBezTo>
                  <a:cubicBezTo>
                    <a:pt x="244" y="140"/>
                    <a:pt x="1" y="219"/>
                    <a:pt x="4" y="252"/>
                  </a:cubicBezTo>
                  <a:cubicBezTo>
                    <a:pt x="6" y="260"/>
                    <a:pt x="28" y="264"/>
                    <a:pt x="64" y="264"/>
                  </a:cubicBezTo>
                  <a:cubicBezTo>
                    <a:pt x="158" y="264"/>
                    <a:pt x="352" y="238"/>
                    <a:pt x="572" y="193"/>
                  </a:cubicBezTo>
                  <a:cubicBezTo>
                    <a:pt x="878" y="125"/>
                    <a:pt x="1121" y="46"/>
                    <a:pt x="1114" y="13"/>
                  </a:cubicBezTo>
                  <a:cubicBezTo>
                    <a:pt x="1112" y="5"/>
                    <a:pt x="1090" y="1"/>
                    <a:pt x="1052"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694" name="Google Shape;694;p46"/>
            <p:cNvSpPr/>
            <p:nvPr/>
          </p:nvSpPr>
          <p:spPr>
            <a:xfrm>
              <a:off x="7492765" y="2281537"/>
              <a:ext cx="44717" cy="16354"/>
            </a:xfrm>
            <a:custGeom>
              <a:rect b="b" l="l" r="r" t="t"/>
              <a:pathLst>
                <a:path extrusionOk="0" h="399" w="1091">
                  <a:moveTo>
                    <a:pt x="1051" y="0"/>
                  </a:moveTo>
                  <a:cubicBezTo>
                    <a:pt x="976" y="0"/>
                    <a:pt x="766" y="56"/>
                    <a:pt x="523" y="143"/>
                  </a:cubicBezTo>
                  <a:cubicBezTo>
                    <a:pt x="232" y="247"/>
                    <a:pt x="0" y="359"/>
                    <a:pt x="11" y="389"/>
                  </a:cubicBezTo>
                  <a:cubicBezTo>
                    <a:pt x="13" y="395"/>
                    <a:pt x="24" y="398"/>
                    <a:pt x="42" y="398"/>
                  </a:cubicBezTo>
                  <a:cubicBezTo>
                    <a:pt x="117" y="398"/>
                    <a:pt x="325" y="343"/>
                    <a:pt x="564" y="258"/>
                  </a:cubicBezTo>
                  <a:cubicBezTo>
                    <a:pt x="859" y="150"/>
                    <a:pt x="1090" y="41"/>
                    <a:pt x="1080" y="8"/>
                  </a:cubicBezTo>
                  <a:cubicBezTo>
                    <a:pt x="1077" y="3"/>
                    <a:pt x="1067" y="0"/>
                    <a:pt x="105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695" name="Google Shape;695;p46"/>
            <p:cNvSpPr/>
            <p:nvPr/>
          </p:nvSpPr>
          <p:spPr>
            <a:xfrm>
              <a:off x="7578959" y="2241699"/>
              <a:ext cx="42586" cy="21887"/>
            </a:xfrm>
            <a:custGeom>
              <a:rect b="b" l="l" r="r" t="t"/>
              <a:pathLst>
                <a:path extrusionOk="0" h="534" w="1039">
                  <a:moveTo>
                    <a:pt x="1006" y="1"/>
                  </a:moveTo>
                  <a:cubicBezTo>
                    <a:pt x="950" y="1"/>
                    <a:pt x="735" y="88"/>
                    <a:pt x="489" y="215"/>
                  </a:cubicBezTo>
                  <a:cubicBezTo>
                    <a:pt x="213" y="360"/>
                    <a:pt x="0" y="498"/>
                    <a:pt x="15" y="528"/>
                  </a:cubicBezTo>
                  <a:cubicBezTo>
                    <a:pt x="17" y="532"/>
                    <a:pt x="22" y="534"/>
                    <a:pt x="30" y="534"/>
                  </a:cubicBezTo>
                  <a:cubicBezTo>
                    <a:pt x="89" y="534"/>
                    <a:pt x="300" y="447"/>
                    <a:pt x="545" y="322"/>
                  </a:cubicBezTo>
                  <a:cubicBezTo>
                    <a:pt x="825" y="177"/>
                    <a:pt x="1038" y="35"/>
                    <a:pt x="1020" y="5"/>
                  </a:cubicBezTo>
                  <a:cubicBezTo>
                    <a:pt x="1018" y="2"/>
                    <a:pt x="1013" y="1"/>
                    <a:pt x="100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696" name="Google Shape;696;p46"/>
            <p:cNvSpPr/>
            <p:nvPr/>
          </p:nvSpPr>
          <p:spPr>
            <a:xfrm>
              <a:off x="7659621" y="2190302"/>
              <a:ext cx="39225" cy="27462"/>
            </a:xfrm>
            <a:custGeom>
              <a:rect b="b" l="l" r="r" t="t"/>
              <a:pathLst>
                <a:path extrusionOk="0" h="670" w="957">
                  <a:moveTo>
                    <a:pt x="927" y="0"/>
                  </a:moveTo>
                  <a:cubicBezTo>
                    <a:pt x="877" y="0"/>
                    <a:pt x="673" y="121"/>
                    <a:pt x="441" y="284"/>
                  </a:cubicBezTo>
                  <a:cubicBezTo>
                    <a:pt x="191" y="467"/>
                    <a:pt x="0" y="639"/>
                    <a:pt x="19" y="665"/>
                  </a:cubicBezTo>
                  <a:cubicBezTo>
                    <a:pt x="21" y="668"/>
                    <a:pt x="24" y="670"/>
                    <a:pt x="30" y="670"/>
                  </a:cubicBezTo>
                  <a:cubicBezTo>
                    <a:pt x="81" y="670"/>
                    <a:pt x="283" y="550"/>
                    <a:pt x="512" y="381"/>
                  </a:cubicBezTo>
                  <a:cubicBezTo>
                    <a:pt x="766" y="198"/>
                    <a:pt x="957" y="26"/>
                    <a:pt x="938" y="4"/>
                  </a:cubicBezTo>
                  <a:cubicBezTo>
                    <a:pt x="936" y="2"/>
                    <a:pt x="932" y="0"/>
                    <a:pt x="927"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697" name="Google Shape;697;p46"/>
            <p:cNvSpPr/>
            <p:nvPr/>
          </p:nvSpPr>
          <p:spPr>
            <a:xfrm>
              <a:off x="7732495" y="2127347"/>
              <a:ext cx="34798" cy="33077"/>
            </a:xfrm>
            <a:custGeom>
              <a:rect b="b" l="l" r="r" t="t"/>
              <a:pathLst>
                <a:path extrusionOk="0" h="807" w="849">
                  <a:moveTo>
                    <a:pt x="816" y="0"/>
                  </a:moveTo>
                  <a:cubicBezTo>
                    <a:pt x="778" y="0"/>
                    <a:pt x="590" y="152"/>
                    <a:pt x="382" y="360"/>
                  </a:cubicBezTo>
                  <a:cubicBezTo>
                    <a:pt x="161" y="580"/>
                    <a:pt x="1" y="778"/>
                    <a:pt x="23" y="804"/>
                  </a:cubicBezTo>
                  <a:cubicBezTo>
                    <a:pt x="25" y="806"/>
                    <a:pt x="27" y="807"/>
                    <a:pt x="31" y="807"/>
                  </a:cubicBezTo>
                  <a:cubicBezTo>
                    <a:pt x="75" y="807"/>
                    <a:pt x="260" y="653"/>
                    <a:pt x="468" y="445"/>
                  </a:cubicBezTo>
                  <a:cubicBezTo>
                    <a:pt x="687" y="226"/>
                    <a:pt x="849" y="24"/>
                    <a:pt x="822" y="2"/>
                  </a:cubicBezTo>
                  <a:cubicBezTo>
                    <a:pt x="820" y="1"/>
                    <a:pt x="819" y="0"/>
                    <a:pt x="81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698" name="Google Shape;698;p46"/>
            <p:cNvSpPr/>
            <p:nvPr/>
          </p:nvSpPr>
          <p:spPr>
            <a:xfrm>
              <a:off x="7795122" y="2053695"/>
              <a:ext cx="28773" cy="38282"/>
            </a:xfrm>
            <a:custGeom>
              <a:rect b="b" l="l" r="r" t="t"/>
              <a:pathLst>
                <a:path extrusionOk="0" h="934" w="702">
                  <a:moveTo>
                    <a:pt x="669" y="0"/>
                  </a:moveTo>
                  <a:cubicBezTo>
                    <a:pt x="634" y="0"/>
                    <a:pt x="472" y="186"/>
                    <a:pt x="299" y="432"/>
                  </a:cubicBezTo>
                  <a:cubicBezTo>
                    <a:pt x="123" y="689"/>
                    <a:pt x="0" y="913"/>
                    <a:pt x="26" y="932"/>
                  </a:cubicBezTo>
                  <a:cubicBezTo>
                    <a:pt x="27" y="933"/>
                    <a:pt x="29" y="934"/>
                    <a:pt x="31" y="934"/>
                  </a:cubicBezTo>
                  <a:cubicBezTo>
                    <a:pt x="70" y="934"/>
                    <a:pt x="230" y="746"/>
                    <a:pt x="400" y="502"/>
                  </a:cubicBezTo>
                  <a:cubicBezTo>
                    <a:pt x="579" y="244"/>
                    <a:pt x="702" y="20"/>
                    <a:pt x="672" y="1"/>
                  </a:cubicBezTo>
                  <a:cubicBezTo>
                    <a:pt x="671" y="1"/>
                    <a:pt x="670" y="0"/>
                    <a:pt x="669"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699" name="Google Shape;699;p46"/>
            <p:cNvSpPr/>
            <p:nvPr/>
          </p:nvSpPr>
          <p:spPr>
            <a:xfrm>
              <a:off x="7844429" y="1970739"/>
              <a:ext cx="21150" cy="42668"/>
            </a:xfrm>
            <a:custGeom>
              <a:rect b="b" l="l" r="r" t="t"/>
              <a:pathLst>
                <a:path extrusionOk="0" h="1041" w="516">
                  <a:moveTo>
                    <a:pt x="483" y="1"/>
                  </a:moveTo>
                  <a:cubicBezTo>
                    <a:pt x="446" y="1"/>
                    <a:pt x="325" y="221"/>
                    <a:pt x="202" y="498"/>
                  </a:cubicBezTo>
                  <a:cubicBezTo>
                    <a:pt x="78" y="782"/>
                    <a:pt x="0" y="1025"/>
                    <a:pt x="30" y="1039"/>
                  </a:cubicBezTo>
                  <a:cubicBezTo>
                    <a:pt x="31" y="1040"/>
                    <a:pt x="32" y="1040"/>
                    <a:pt x="34" y="1040"/>
                  </a:cubicBezTo>
                  <a:cubicBezTo>
                    <a:pt x="69" y="1040"/>
                    <a:pt x="192" y="823"/>
                    <a:pt x="314" y="546"/>
                  </a:cubicBezTo>
                  <a:cubicBezTo>
                    <a:pt x="437" y="259"/>
                    <a:pt x="516" y="16"/>
                    <a:pt x="485" y="1"/>
                  </a:cubicBezTo>
                  <a:cubicBezTo>
                    <a:pt x="484" y="1"/>
                    <a:pt x="483" y="1"/>
                    <a:pt x="48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0" name="Google Shape;700;p46"/>
            <p:cNvSpPr/>
            <p:nvPr/>
          </p:nvSpPr>
          <p:spPr>
            <a:xfrm>
              <a:off x="7877300" y="1881348"/>
              <a:ext cx="12911" cy="45373"/>
            </a:xfrm>
            <a:custGeom>
              <a:rect b="b" l="l" r="r" t="t"/>
              <a:pathLst>
                <a:path extrusionOk="0" h="1107" w="315">
                  <a:moveTo>
                    <a:pt x="279" y="1"/>
                  </a:moveTo>
                  <a:cubicBezTo>
                    <a:pt x="249" y="1"/>
                    <a:pt x="168" y="241"/>
                    <a:pt x="98" y="539"/>
                  </a:cubicBezTo>
                  <a:cubicBezTo>
                    <a:pt x="31" y="845"/>
                    <a:pt x="0" y="1096"/>
                    <a:pt x="31" y="1106"/>
                  </a:cubicBezTo>
                  <a:cubicBezTo>
                    <a:pt x="31" y="1107"/>
                    <a:pt x="32" y="1107"/>
                    <a:pt x="32" y="1107"/>
                  </a:cubicBezTo>
                  <a:cubicBezTo>
                    <a:pt x="66" y="1107"/>
                    <a:pt x="147" y="871"/>
                    <a:pt x="214" y="569"/>
                  </a:cubicBezTo>
                  <a:cubicBezTo>
                    <a:pt x="285" y="258"/>
                    <a:pt x="314" y="8"/>
                    <a:pt x="281" y="1"/>
                  </a:cubicBezTo>
                  <a:cubicBezTo>
                    <a:pt x="280" y="1"/>
                    <a:pt x="280" y="1"/>
                    <a:pt x="27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1" name="Google Shape;701;p46"/>
            <p:cNvSpPr/>
            <p:nvPr/>
          </p:nvSpPr>
          <p:spPr>
            <a:xfrm>
              <a:off x="7893531" y="1789047"/>
              <a:ext cx="6640" cy="46439"/>
            </a:xfrm>
            <a:custGeom>
              <a:rect b="b" l="l" r="r" t="t"/>
              <a:pathLst>
                <a:path extrusionOk="0" h="1133" w="162">
                  <a:moveTo>
                    <a:pt x="116" y="0"/>
                  </a:moveTo>
                  <a:cubicBezTo>
                    <a:pt x="87" y="0"/>
                    <a:pt x="42" y="250"/>
                    <a:pt x="23" y="561"/>
                  </a:cubicBezTo>
                  <a:cubicBezTo>
                    <a:pt x="1" y="871"/>
                    <a:pt x="12" y="1129"/>
                    <a:pt x="45" y="1133"/>
                  </a:cubicBezTo>
                  <a:cubicBezTo>
                    <a:pt x="46" y="1133"/>
                    <a:pt x="46" y="1133"/>
                    <a:pt x="46" y="1133"/>
                  </a:cubicBezTo>
                  <a:cubicBezTo>
                    <a:pt x="80" y="1133"/>
                    <a:pt x="124" y="880"/>
                    <a:pt x="142" y="569"/>
                  </a:cubicBezTo>
                  <a:cubicBezTo>
                    <a:pt x="161" y="255"/>
                    <a:pt x="150" y="0"/>
                    <a:pt x="11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2" name="Google Shape;702;p46"/>
            <p:cNvSpPr/>
            <p:nvPr/>
          </p:nvSpPr>
          <p:spPr>
            <a:xfrm>
              <a:off x="7892178" y="1696254"/>
              <a:ext cx="7214" cy="46480"/>
            </a:xfrm>
            <a:custGeom>
              <a:rect b="b" l="l" r="r" t="t"/>
              <a:pathLst>
                <a:path extrusionOk="0" h="1134" w="176">
                  <a:moveTo>
                    <a:pt x="38" y="1"/>
                  </a:moveTo>
                  <a:cubicBezTo>
                    <a:pt x="38" y="1"/>
                    <a:pt x="37" y="1"/>
                    <a:pt x="37" y="1"/>
                  </a:cubicBezTo>
                  <a:cubicBezTo>
                    <a:pt x="4" y="9"/>
                    <a:pt x="0" y="263"/>
                    <a:pt x="26" y="573"/>
                  </a:cubicBezTo>
                  <a:cubicBezTo>
                    <a:pt x="56" y="883"/>
                    <a:pt x="104" y="1133"/>
                    <a:pt x="138" y="1133"/>
                  </a:cubicBezTo>
                  <a:cubicBezTo>
                    <a:pt x="172" y="1130"/>
                    <a:pt x="175" y="875"/>
                    <a:pt x="146" y="561"/>
                  </a:cubicBezTo>
                  <a:cubicBezTo>
                    <a:pt x="120" y="250"/>
                    <a:pt x="72" y="1"/>
                    <a:pt x="38"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3" name="Google Shape;703;p46"/>
            <p:cNvSpPr/>
            <p:nvPr/>
          </p:nvSpPr>
          <p:spPr>
            <a:xfrm>
              <a:off x="7873612" y="1605347"/>
              <a:ext cx="13813" cy="45209"/>
            </a:xfrm>
            <a:custGeom>
              <a:rect b="b" l="l" r="r" t="t"/>
              <a:pathLst>
                <a:path extrusionOk="0" h="1103" w="337">
                  <a:moveTo>
                    <a:pt x="33" y="0"/>
                  </a:moveTo>
                  <a:cubicBezTo>
                    <a:pt x="32" y="0"/>
                    <a:pt x="32" y="0"/>
                    <a:pt x="31" y="0"/>
                  </a:cubicBezTo>
                  <a:cubicBezTo>
                    <a:pt x="1" y="12"/>
                    <a:pt x="35" y="266"/>
                    <a:pt x="109" y="569"/>
                  </a:cubicBezTo>
                  <a:cubicBezTo>
                    <a:pt x="183" y="866"/>
                    <a:pt x="271" y="1102"/>
                    <a:pt x="306" y="1102"/>
                  </a:cubicBezTo>
                  <a:cubicBezTo>
                    <a:pt x="306" y="1102"/>
                    <a:pt x="307" y="1102"/>
                    <a:pt x="307" y="1102"/>
                  </a:cubicBezTo>
                  <a:cubicBezTo>
                    <a:pt x="337" y="1095"/>
                    <a:pt x="304" y="845"/>
                    <a:pt x="225" y="538"/>
                  </a:cubicBezTo>
                  <a:cubicBezTo>
                    <a:pt x="152" y="237"/>
                    <a:pt x="67" y="0"/>
                    <a:pt x="3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4" name="Google Shape;704;p46"/>
            <p:cNvSpPr/>
            <p:nvPr/>
          </p:nvSpPr>
          <p:spPr>
            <a:xfrm>
              <a:off x="7839962" y="1518948"/>
              <a:ext cx="21313" cy="42504"/>
            </a:xfrm>
            <a:custGeom>
              <a:rect b="b" l="l" r="r" t="t"/>
              <a:pathLst>
                <a:path extrusionOk="0" h="1037" w="520">
                  <a:moveTo>
                    <a:pt x="33" y="1"/>
                  </a:moveTo>
                  <a:cubicBezTo>
                    <a:pt x="32" y="1"/>
                    <a:pt x="31" y="1"/>
                    <a:pt x="30" y="2"/>
                  </a:cubicBezTo>
                  <a:cubicBezTo>
                    <a:pt x="1" y="17"/>
                    <a:pt x="79" y="260"/>
                    <a:pt x="206" y="543"/>
                  </a:cubicBezTo>
                  <a:cubicBezTo>
                    <a:pt x="326" y="820"/>
                    <a:pt x="450" y="1037"/>
                    <a:pt x="487" y="1037"/>
                  </a:cubicBezTo>
                  <a:cubicBezTo>
                    <a:pt x="488" y="1037"/>
                    <a:pt x="489" y="1036"/>
                    <a:pt x="490" y="1036"/>
                  </a:cubicBezTo>
                  <a:cubicBezTo>
                    <a:pt x="520" y="1025"/>
                    <a:pt x="441" y="782"/>
                    <a:pt x="314" y="495"/>
                  </a:cubicBezTo>
                  <a:cubicBezTo>
                    <a:pt x="191" y="216"/>
                    <a:pt x="68" y="1"/>
                    <a:pt x="3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5" name="Google Shape;705;p46"/>
            <p:cNvSpPr/>
            <p:nvPr/>
          </p:nvSpPr>
          <p:spPr>
            <a:xfrm>
              <a:off x="7790819" y="1440295"/>
              <a:ext cx="28978" cy="38200"/>
            </a:xfrm>
            <a:custGeom>
              <a:rect b="b" l="l" r="r" t="t"/>
              <a:pathLst>
                <a:path extrusionOk="0" h="932" w="707">
                  <a:moveTo>
                    <a:pt x="31" y="0"/>
                  </a:moveTo>
                  <a:cubicBezTo>
                    <a:pt x="29" y="0"/>
                    <a:pt x="27" y="1"/>
                    <a:pt x="26" y="1"/>
                  </a:cubicBezTo>
                  <a:cubicBezTo>
                    <a:pt x="0" y="24"/>
                    <a:pt x="124" y="243"/>
                    <a:pt x="303" y="502"/>
                  </a:cubicBezTo>
                  <a:cubicBezTo>
                    <a:pt x="476" y="746"/>
                    <a:pt x="634" y="932"/>
                    <a:pt x="672" y="932"/>
                  </a:cubicBezTo>
                  <a:cubicBezTo>
                    <a:pt x="674" y="932"/>
                    <a:pt x="675" y="932"/>
                    <a:pt x="676" y="931"/>
                  </a:cubicBezTo>
                  <a:cubicBezTo>
                    <a:pt x="707" y="912"/>
                    <a:pt x="583" y="688"/>
                    <a:pt x="400" y="431"/>
                  </a:cubicBezTo>
                  <a:cubicBezTo>
                    <a:pt x="229" y="184"/>
                    <a:pt x="68" y="0"/>
                    <a:pt x="3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6" name="Google Shape;706;p46"/>
            <p:cNvSpPr/>
            <p:nvPr/>
          </p:nvSpPr>
          <p:spPr>
            <a:xfrm>
              <a:off x="7726347" y="1373611"/>
              <a:ext cx="36192" cy="31765"/>
            </a:xfrm>
            <a:custGeom>
              <a:rect b="b" l="l" r="r" t="t"/>
              <a:pathLst>
                <a:path extrusionOk="0" h="775" w="883">
                  <a:moveTo>
                    <a:pt x="31" y="1"/>
                  </a:moveTo>
                  <a:cubicBezTo>
                    <a:pt x="27" y="1"/>
                    <a:pt x="25" y="2"/>
                    <a:pt x="23" y="3"/>
                  </a:cubicBezTo>
                  <a:cubicBezTo>
                    <a:pt x="1" y="29"/>
                    <a:pt x="180" y="208"/>
                    <a:pt x="411" y="422"/>
                  </a:cubicBezTo>
                  <a:cubicBezTo>
                    <a:pt x="626" y="618"/>
                    <a:pt x="810" y="774"/>
                    <a:pt x="850" y="774"/>
                  </a:cubicBezTo>
                  <a:cubicBezTo>
                    <a:pt x="853" y="774"/>
                    <a:pt x="855" y="774"/>
                    <a:pt x="856" y="772"/>
                  </a:cubicBezTo>
                  <a:cubicBezTo>
                    <a:pt x="882" y="750"/>
                    <a:pt x="725" y="548"/>
                    <a:pt x="490" y="332"/>
                  </a:cubicBezTo>
                  <a:cubicBezTo>
                    <a:pt x="275" y="134"/>
                    <a:pt x="76" y="1"/>
                    <a:pt x="3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7" name="Google Shape;707;p46"/>
            <p:cNvSpPr/>
            <p:nvPr/>
          </p:nvSpPr>
          <p:spPr>
            <a:xfrm>
              <a:off x="7668802" y="1333526"/>
              <a:ext cx="21641" cy="13116"/>
            </a:xfrm>
            <a:custGeom>
              <a:rect b="b" l="l" r="r" t="t"/>
              <a:pathLst>
                <a:path extrusionOk="0" h="320" w="528">
                  <a:moveTo>
                    <a:pt x="42" y="1"/>
                  </a:moveTo>
                  <a:cubicBezTo>
                    <a:pt x="30" y="1"/>
                    <a:pt x="22" y="4"/>
                    <a:pt x="19" y="10"/>
                  </a:cubicBezTo>
                  <a:cubicBezTo>
                    <a:pt x="0" y="40"/>
                    <a:pt x="98" y="130"/>
                    <a:pt x="232" y="212"/>
                  </a:cubicBezTo>
                  <a:cubicBezTo>
                    <a:pt x="341" y="278"/>
                    <a:pt x="444" y="320"/>
                    <a:pt x="488" y="320"/>
                  </a:cubicBezTo>
                  <a:cubicBezTo>
                    <a:pt x="498" y="320"/>
                    <a:pt x="505" y="317"/>
                    <a:pt x="508" y="312"/>
                  </a:cubicBezTo>
                  <a:cubicBezTo>
                    <a:pt x="527" y="283"/>
                    <a:pt x="434" y="193"/>
                    <a:pt x="296" y="111"/>
                  </a:cubicBezTo>
                  <a:cubicBezTo>
                    <a:pt x="187" y="43"/>
                    <a:pt x="87" y="1"/>
                    <a:pt x="42"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8" name="Google Shape;708;p46"/>
            <p:cNvSpPr/>
            <p:nvPr/>
          </p:nvSpPr>
          <p:spPr>
            <a:xfrm>
              <a:off x="7085687" y="912475"/>
              <a:ext cx="654980" cy="654980"/>
            </a:xfrm>
            <a:custGeom>
              <a:rect b="b" l="l" r="r" t="t"/>
              <a:pathLst>
                <a:path extrusionOk="0" h="15980" w="15980">
                  <a:moveTo>
                    <a:pt x="7990" y="0"/>
                  </a:moveTo>
                  <a:cubicBezTo>
                    <a:pt x="3578" y="0"/>
                    <a:pt x="1" y="3579"/>
                    <a:pt x="1" y="7989"/>
                  </a:cubicBezTo>
                  <a:cubicBezTo>
                    <a:pt x="1" y="12404"/>
                    <a:pt x="3578" y="15979"/>
                    <a:pt x="7990" y="15979"/>
                  </a:cubicBezTo>
                  <a:cubicBezTo>
                    <a:pt x="12405" y="15979"/>
                    <a:pt x="15980" y="12404"/>
                    <a:pt x="15980" y="7989"/>
                  </a:cubicBezTo>
                  <a:cubicBezTo>
                    <a:pt x="15980" y="3579"/>
                    <a:pt x="12405" y="0"/>
                    <a:pt x="7990" y="0"/>
                  </a:cubicBezTo>
                  <a:close/>
                </a:path>
              </a:pathLst>
            </a:custGeom>
            <a:solidFill>
              <a:schemeClr val="accent3"/>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09" name="Google Shape;709;p46"/>
            <p:cNvSpPr/>
            <p:nvPr/>
          </p:nvSpPr>
          <p:spPr>
            <a:xfrm>
              <a:off x="7219467" y="1115480"/>
              <a:ext cx="387373" cy="282322"/>
            </a:xfrm>
            <a:custGeom>
              <a:rect b="b" l="l" r="r" t="t"/>
              <a:pathLst>
                <a:path extrusionOk="0" h="6888" w="9451">
                  <a:moveTo>
                    <a:pt x="8304" y="0"/>
                  </a:moveTo>
                  <a:lnTo>
                    <a:pt x="3621" y="4505"/>
                  </a:lnTo>
                  <a:lnTo>
                    <a:pt x="1237" y="2383"/>
                  </a:lnTo>
                  <a:lnTo>
                    <a:pt x="1" y="3619"/>
                  </a:lnTo>
                  <a:lnTo>
                    <a:pt x="3445" y="6887"/>
                  </a:lnTo>
                  <a:lnTo>
                    <a:pt x="9451" y="1236"/>
                  </a:lnTo>
                  <a:lnTo>
                    <a:pt x="8304" y="0"/>
                  </a:lnTo>
                  <a:close/>
                </a:path>
              </a:pathLst>
            </a:custGeom>
            <a:solidFill>
              <a:schemeClr val="dk2"/>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0" name="Google Shape;710;p46"/>
            <p:cNvSpPr/>
            <p:nvPr/>
          </p:nvSpPr>
          <p:spPr>
            <a:xfrm>
              <a:off x="7667285" y="1995126"/>
              <a:ext cx="504310" cy="591327"/>
            </a:xfrm>
            <a:custGeom>
              <a:rect b="b" l="l" r="r" t="t"/>
              <a:pathLst>
                <a:path extrusionOk="0" h="14427" w="12304">
                  <a:moveTo>
                    <a:pt x="3605" y="0"/>
                  </a:moveTo>
                  <a:lnTo>
                    <a:pt x="609" y="1954"/>
                  </a:lnTo>
                  <a:cubicBezTo>
                    <a:pt x="131" y="2749"/>
                    <a:pt x="180" y="3750"/>
                    <a:pt x="314" y="4669"/>
                  </a:cubicBezTo>
                  <a:cubicBezTo>
                    <a:pt x="449" y="5588"/>
                    <a:pt x="654" y="6529"/>
                    <a:pt x="449" y="7433"/>
                  </a:cubicBezTo>
                  <a:cubicBezTo>
                    <a:pt x="314" y="8031"/>
                    <a:pt x="0" y="8629"/>
                    <a:pt x="146" y="9222"/>
                  </a:cubicBezTo>
                  <a:cubicBezTo>
                    <a:pt x="251" y="9644"/>
                    <a:pt x="568" y="9977"/>
                    <a:pt x="725" y="10380"/>
                  </a:cubicBezTo>
                  <a:cubicBezTo>
                    <a:pt x="945" y="10955"/>
                    <a:pt x="822" y="11598"/>
                    <a:pt x="747" y="12210"/>
                  </a:cubicBezTo>
                  <a:cubicBezTo>
                    <a:pt x="673" y="12823"/>
                    <a:pt x="673" y="13510"/>
                    <a:pt x="1080" y="13973"/>
                  </a:cubicBezTo>
                  <a:cubicBezTo>
                    <a:pt x="1359" y="14292"/>
                    <a:pt x="1770" y="14427"/>
                    <a:pt x="2198" y="14427"/>
                  </a:cubicBezTo>
                  <a:cubicBezTo>
                    <a:pt x="2542" y="14427"/>
                    <a:pt x="2897" y="14340"/>
                    <a:pt x="3205" y="14194"/>
                  </a:cubicBezTo>
                  <a:cubicBezTo>
                    <a:pt x="3900" y="13865"/>
                    <a:pt x="4448" y="13304"/>
                    <a:pt x="5088" y="12887"/>
                  </a:cubicBezTo>
                  <a:cubicBezTo>
                    <a:pt x="5529" y="12598"/>
                    <a:pt x="6062" y="12380"/>
                    <a:pt x="6576" y="12380"/>
                  </a:cubicBezTo>
                  <a:cubicBezTo>
                    <a:pt x="6809" y="12380"/>
                    <a:pt x="7038" y="12424"/>
                    <a:pt x="7253" y="12528"/>
                  </a:cubicBezTo>
                  <a:cubicBezTo>
                    <a:pt x="7572" y="12677"/>
                    <a:pt x="7848" y="12949"/>
                    <a:pt x="8199" y="12980"/>
                  </a:cubicBezTo>
                  <a:cubicBezTo>
                    <a:pt x="8218" y="12981"/>
                    <a:pt x="8237" y="12982"/>
                    <a:pt x="8256" y="12982"/>
                  </a:cubicBezTo>
                  <a:cubicBezTo>
                    <a:pt x="8718" y="12982"/>
                    <a:pt x="9095" y="12560"/>
                    <a:pt x="9551" y="12434"/>
                  </a:cubicBezTo>
                  <a:cubicBezTo>
                    <a:pt x="9675" y="12400"/>
                    <a:pt x="9801" y="12389"/>
                    <a:pt x="9929" y="12389"/>
                  </a:cubicBezTo>
                  <a:cubicBezTo>
                    <a:pt x="10154" y="12389"/>
                    <a:pt x="10384" y="12423"/>
                    <a:pt x="10610" y="12423"/>
                  </a:cubicBezTo>
                  <a:cubicBezTo>
                    <a:pt x="10678" y="12423"/>
                    <a:pt x="10746" y="12419"/>
                    <a:pt x="10813" y="12412"/>
                  </a:cubicBezTo>
                  <a:cubicBezTo>
                    <a:pt x="11673" y="12318"/>
                    <a:pt x="12304" y="11396"/>
                    <a:pt x="12184" y="10541"/>
                  </a:cubicBezTo>
                  <a:cubicBezTo>
                    <a:pt x="12065" y="9689"/>
                    <a:pt x="11299" y="9001"/>
                    <a:pt x="10451" y="8860"/>
                  </a:cubicBezTo>
                  <a:cubicBezTo>
                    <a:pt x="10085" y="8800"/>
                    <a:pt x="9651" y="8793"/>
                    <a:pt x="9450" y="8482"/>
                  </a:cubicBezTo>
                  <a:cubicBezTo>
                    <a:pt x="9158" y="8031"/>
                    <a:pt x="9674" y="7444"/>
                    <a:pt x="9584" y="6910"/>
                  </a:cubicBezTo>
                  <a:cubicBezTo>
                    <a:pt x="9517" y="6526"/>
                    <a:pt x="9155" y="6271"/>
                    <a:pt x="8796" y="6114"/>
                  </a:cubicBezTo>
                  <a:cubicBezTo>
                    <a:pt x="8441" y="5962"/>
                    <a:pt x="8046" y="5853"/>
                    <a:pt x="7769" y="5581"/>
                  </a:cubicBezTo>
                  <a:cubicBezTo>
                    <a:pt x="7272" y="5095"/>
                    <a:pt x="7329" y="4303"/>
                    <a:pt x="7175" y="3627"/>
                  </a:cubicBezTo>
                  <a:cubicBezTo>
                    <a:pt x="6925" y="2510"/>
                    <a:pt x="5879" y="225"/>
                    <a:pt x="360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1" name="Google Shape;711;p46"/>
            <p:cNvSpPr/>
            <p:nvPr/>
          </p:nvSpPr>
          <p:spPr>
            <a:xfrm>
              <a:off x="7542358" y="4611849"/>
              <a:ext cx="233506" cy="102018"/>
            </a:xfrm>
            <a:custGeom>
              <a:rect b="b" l="l" r="r" t="t"/>
              <a:pathLst>
                <a:path extrusionOk="0" h="2489" w="5697">
                  <a:moveTo>
                    <a:pt x="2649" y="0"/>
                  </a:moveTo>
                  <a:lnTo>
                    <a:pt x="2604" y="1629"/>
                  </a:lnTo>
                  <a:cubicBezTo>
                    <a:pt x="2604" y="1629"/>
                    <a:pt x="1" y="2160"/>
                    <a:pt x="624" y="2365"/>
                  </a:cubicBezTo>
                  <a:cubicBezTo>
                    <a:pt x="925" y="2461"/>
                    <a:pt x="2058" y="2488"/>
                    <a:pt x="3173" y="2488"/>
                  </a:cubicBezTo>
                  <a:cubicBezTo>
                    <a:pt x="4133" y="2488"/>
                    <a:pt x="5080" y="2468"/>
                    <a:pt x="5469" y="2455"/>
                  </a:cubicBezTo>
                  <a:lnTo>
                    <a:pt x="5659" y="2447"/>
                  </a:lnTo>
                  <a:lnTo>
                    <a:pt x="5696" y="64"/>
                  </a:lnTo>
                  <a:lnTo>
                    <a:pt x="2649" y="0"/>
                  </a:lnTo>
                  <a:close/>
                </a:path>
              </a:pathLst>
            </a:custGeom>
            <a:solidFill>
              <a:schemeClr val="lt2"/>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2" name="Google Shape;712;p46"/>
            <p:cNvSpPr/>
            <p:nvPr/>
          </p:nvSpPr>
          <p:spPr>
            <a:xfrm>
              <a:off x="7728970" y="4675172"/>
              <a:ext cx="45988" cy="35167"/>
            </a:xfrm>
            <a:custGeom>
              <a:rect b="b" l="l" r="r" t="t"/>
              <a:pathLst>
                <a:path extrusionOk="0" h="858" w="1122">
                  <a:moveTo>
                    <a:pt x="1021" y="1"/>
                  </a:moveTo>
                  <a:cubicBezTo>
                    <a:pt x="798" y="1"/>
                    <a:pt x="583" y="78"/>
                    <a:pt x="404" y="211"/>
                  </a:cubicBezTo>
                  <a:cubicBezTo>
                    <a:pt x="195" y="368"/>
                    <a:pt x="49" y="599"/>
                    <a:pt x="1" y="853"/>
                  </a:cubicBezTo>
                  <a:lnTo>
                    <a:pt x="1102" y="858"/>
                  </a:lnTo>
                  <a:lnTo>
                    <a:pt x="1121" y="6"/>
                  </a:lnTo>
                  <a:cubicBezTo>
                    <a:pt x="1088" y="2"/>
                    <a:pt x="1054" y="1"/>
                    <a:pt x="1021" y="1"/>
                  </a:cubicBezTo>
                  <a:close/>
                </a:path>
              </a:pathLst>
            </a:custGeom>
            <a:solidFill>
              <a:schemeClr val="accent2"/>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3" name="Google Shape;713;p46"/>
            <p:cNvSpPr/>
            <p:nvPr/>
          </p:nvSpPr>
          <p:spPr>
            <a:xfrm>
              <a:off x="7610428" y="4293623"/>
              <a:ext cx="197166" cy="21142"/>
            </a:xfrm>
            <a:custGeom>
              <a:rect b="b" l="l" r="r" t="t"/>
              <a:pathLst>
                <a:path extrusionOk="0" h="562" w="5241">
                  <a:moveTo>
                    <a:pt x="912" y="0"/>
                  </a:moveTo>
                  <a:cubicBezTo>
                    <a:pt x="912" y="0"/>
                    <a:pt x="0" y="243"/>
                    <a:pt x="109" y="396"/>
                  </a:cubicBezTo>
                  <a:cubicBezTo>
                    <a:pt x="184" y="497"/>
                    <a:pt x="1787" y="562"/>
                    <a:pt x="3296" y="562"/>
                  </a:cubicBezTo>
                  <a:cubicBezTo>
                    <a:pt x="4028" y="562"/>
                    <a:pt x="4738" y="546"/>
                    <a:pt x="5241" y="512"/>
                  </a:cubicBezTo>
                  <a:lnTo>
                    <a:pt x="5237" y="441"/>
                  </a:lnTo>
                  <a:lnTo>
                    <a:pt x="1174" y="396"/>
                  </a:lnTo>
                  <a:cubicBezTo>
                    <a:pt x="1174" y="396"/>
                    <a:pt x="1091" y="11"/>
                    <a:pt x="912" y="0"/>
                  </a:cubicBezTo>
                  <a:close/>
                </a:path>
              </a:pathLst>
            </a:custGeom>
            <a:solidFill>
              <a:srgbClr val="E8505B"/>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4" name="Google Shape;714;p46"/>
            <p:cNvSpPr/>
            <p:nvPr/>
          </p:nvSpPr>
          <p:spPr>
            <a:xfrm>
              <a:off x="7614491" y="4306488"/>
              <a:ext cx="194796" cy="4815"/>
            </a:xfrm>
            <a:custGeom>
              <a:rect b="b" l="l" r="r" t="t"/>
              <a:pathLst>
                <a:path extrusionOk="0" h="128" w="5178">
                  <a:moveTo>
                    <a:pt x="25" y="0"/>
                  </a:moveTo>
                  <a:cubicBezTo>
                    <a:pt x="9" y="0"/>
                    <a:pt x="1" y="2"/>
                    <a:pt x="1" y="2"/>
                  </a:cubicBezTo>
                  <a:cubicBezTo>
                    <a:pt x="1" y="2"/>
                    <a:pt x="20" y="5"/>
                    <a:pt x="54" y="9"/>
                  </a:cubicBezTo>
                  <a:cubicBezTo>
                    <a:pt x="98" y="13"/>
                    <a:pt x="147" y="17"/>
                    <a:pt x="202" y="21"/>
                  </a:cubicBezTo>
                  <a:cubicBezTo>
                    <a:pt x="356" y="28"/>
                    <a:pt x="539" y="39"/>
                    <a:pt x="759" y="54"/>
                  </a:cubicBezTo>
                  <a:cubicBezTo>
                    <a:pt x="1226" y="81"/>
                    <a:pt x="1872" y="107"/>
                    <a:pt x="2590" y="117"/>
                  </a:cubicBezTo>
                  <a:cubicBezTo>
                    <a:pt x="2946" y="125"/>
                    <a:pt x="3286" y="128"/>
                    <a:pt x="3596" y="128"/>
                  </a:cubicBezTo>
                  <a:cubicBezTo>
                    <a:pt x="3905" y="128"/>
                    <a:pt x="4184" y="125"/>
                    <a:pt x="4419" y="121"/>
                  </a:cubicBezTo>
                  <a:cubicBezTo>
                    <a:pt x="4636" y="117"/>
                    <a:pt x="4823" y="114"/>
                    <a:pt x="4972" y="110"/>
                  </a:cubicBezTo>
                  <a:cubicBezTo>
                    <a:pt x="5029" y="107"/>
                    <a:pt x="5081" y="107"/>
                    <a:pt x="5126" y="103"/>
                  </a:cubicBezTo>
                  <a:cubicBezTo>
                    <a:pt x="5159" y="103"/>
                    <a:pt x="5178" y="99"/>
                    <a:pt x="5178" y="99"/>
                  </a:cubicBezTo>
                  <a:cubicBezTo>
                    <a:pt x="5178" y="99"/>
                    <a:pt x="5159" y="95"/>
                    <a:pt x="5126" y="95"/>
                  </a:cubicBezTo>
                  <a:lnTo>
                    <a:pt x="4419" y="95"/>
                  </a:lnTo>
                  <a:cubicBezTo>
                    <a:pt x="4302" y="96"/>
                    <a:pt x="4173" y="96"/>
                    <a:pt x="4035" y="96"/>
                  </a:cubicBezTo>
                  <a:cubicBezTo>
                    <a:pt x="3622" y="96"/>
                    <a:pt x="3125" y="92"/>
                    <a:pt x="2590" y="84"/>
                  </a:cubicBezTo>
                  <a:cubicBezTo>
                    <a:pt x="1872" y="69"/>
                    <a:pt x="1226" y="47"/>
                    <a:pt x="759" y="28"/>
                  </a:cubicBezTo>
                  <a:cubicBezTo>
                    <a:pt x="539" y="21"/>
                    <a:pt x="356" y="13"/>
                    <a:pt x="206" y="5"/>
                  </a:cubicBezTo>
                  <a:cubicBezTo>
                    <a:pt x="150" y="2"/>
                    <a:pt x="98" y="2"/>
                    <a:pt x="54" y="2"/>
                  </a:cubicBezTo>
                  <a:cubicBezTo>
                    <a:pt x="42" y="1"/>
                    <a:pt x="33" y="0"/>
                    <a:pt x="2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5" name="Google Shape;715;p46"/>
            <p:cNvSpPr/>
            <p:nvPr/>
          </p:nvSpPr>
          <p:spPr>
            <a:xfrm>
              <a:off x="7643721" y="4292155"/>
              <a:ext cx="11700" cy="18246"/>
            </a:xfrm>
            <a:custGeom>
              <a:rect b="b" l="l" r="r" t="t"/>
              <a:pathLst>
                <a:path extrusionOk="0" h="485" w="311">
                  <a:moveTo>
                    <a:pt x="7" y="1"/>
                  </a:moveTo>
                  <a:cubicBezTo>
                    <a:pt x="6" y="1"/>
                    <a:pt x="5" y="1"/>
                    <a:pt x="5" y="2"/>
                  </a:cubicBezTo>
                  <a:cubicBezTo>
                    <a:pt x="1" y="9"/>
                    <a:pt x="113" y="81"/>
                    <a:pt x="191" y="219"/>
                  </a:cubicBezTo>
                  <a:cubicBezTo>
                    <a:pt x="273" y="353"/>
                    <a:pt x="277" y="484"/>
                    <a:pt x="289" y="484"/>
                  </a:cubicBezTo>
                  <a:cubicBezTo>
                    <a:pt x="289" y="484"/>
                    <a:pt x="289" y="484"/>
                    <a:pt x="289" y="484"/>
                  </a:cubicBezTo>
                  <a:cubicBezTo>
                    <a:pt x="300" y="484"/>
                    <a:pt x="310" y="340"/>
                    <a:pt x="221" y="200"/>
                  </a:cubicBezTo>
                  <a:cubicBezTo>
                    <a:pt x="145" y="62"/>
                    <a:pt x="28" y="1"/>
                    <a:pt x="7"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6" name="Google Shape;716;p46"/>
            <p:cNvSpPr/>
            <p:nvPr/>
          </p:nvSpPr>
          <p:spPr>
            <a:xfrm>
              <a:off x="7638021" y="4680869"/>
              <a:ext cx="7255" cy="10493"/>
            </a:xfrm>
            <a:custGeom>
              <a:rect b="b" l="l" r="r" t="t"/>
              <a:pathLst>
                <a:path extrusionOk="0" h="256" w="177">
                  <a:moveTo>
                    <a:pt x="14" y="1"/>
                  </a:moveTo>
                  <a:cubicBezTo>
                    <a:pt x="13" y="1"/>
                    <a:pt x="12" y="1"/>
                    <a:pt x="12" y="1"/>
                  </a:cubicBezTo>
                  <a:cubicBezTo>
                    <a:pt x="1" y="5"/>
                    <a:pt x="30" y="69"/>
                    <a:pt x="72" y="139"/>
                  </a:cubicBezTo>
                  <a:cubicBezTo>
                    <a:pt x="114" y="206"/>
                    <a:pt x="153" y="256"/>
                    <a:pt x="166" y="256"/>
                  </a:cubicBezTo>
                  <a:cubicBezTo>
                    <a:pt x="167" y="256"/>
                    <a:pt x="168" y="256"/>
                    <a:pt x="168" y="255"/>
                  </a:cubicBezTo>
                  <a:cubicBezTo>
                    <a:pt x="177" y="251"/>
                    <a:pt x="151" y="188"/>
                    <a:pt x="106" y="117"/>
                  </a:cubicBezTo>
                  <a:cubicBezTo>
                    <a:pt x="64" y="51"/>
                    <a:pt x="25" y="1"/>
                    <a:pt x="1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7" name="Google Shape;717;p46"/>
            <p:cNvSpPr/>
            <p:nvPr/>
          </p:nvSpPr>
          <p:spPr>
            <a:xfrm>
              <a:off x="7647202" y="4679025"/>
              <a:ext cx="8198" cy="7296"/>
            </a:xfrm>
            <a:custGeom>
              <a:rect b="b" l="l" r="r" t="t"/>
              <a:pathLst>
                <a:path extrusionOk="0" h="178" w="200">
                  <a:moveTo>
                    <a:pt x="8" y="0"/>
                  </a:moveTo>
                  <a:cubicBezTo>
                    <a:pt x="6" y="0"/>
                    <a:pt x="5" y="1"/>
                    <a:pt x="5" y="2"/>
                  </a:cubicBezTo>
                  <a:cubicBezTo>
                    <a:pt x="1" y="9"/>
                    <a:pt x="34" y="54"/>
                    <a:pt x="87" y="102"/>
                  </a:cubicBezTo>
                  <a:cubicBezTo>
                    <a:pt x="134" y="146"/>
                    <a:pt x="178" y="178"/>
                    <a:pt x="189" y="178"/>
                  </a:cubicBezTo>
                  <a:cubicBezTo>
                    <a:pt x="190" y="178"/>
                    <a:pt x="191" y="177"/>
                    <a:pt x="191" y="176"/>
                  </a:cubicBezTo>
                  <a:cubicBezTo>
                    <a:pt x="199" y="169"/>
                    <a:pt x="165" y="124"/>
                    <a:pt x="113" y="76"/>
                  </a:cubicBezTo>
                  <a:cubicBezTo>
                    <a:pt x="66" y="32"/>
                    <a:pt x="21" y="0"/>
                    <a:pt x="8"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8" name="Google Shape;718;p46"/>
            <p:cNvSpPr/>
            <p:nvPr/>
          </p:nvSpPr>
          <p:spPr>
            <a:xfrm>
              <a:off x="7648596" y="4673697"/>
              <a:ext cx="13198" cy="1558"/>
            </a:xfrm>
            <a:custGeom>
              <a:rect b="b" l="l" r="r" t="t"/>
              <a:pathLst>
                <a:path extrusionOk="0" h="38" w="322">
                  <a:moveTo>
                    <a:pt x="161" y="1"/>
                  </a:moveTo>
                  <a:cubicBezTo>
                    <a:pt x="75" y="1"/>
                    <a:pt x="0" y="8"/>
                    <a:pt x="0" y="19"/>
                  </a:cubicBezTo>
                  <a:cubicBezTo>
                    <a:pt x="0" y="27"/>
                    <a:pt x="72" y="37"/>
                    <a:pt x="161" y="37"/>
                  </a:cubicBezTo>
                  <a:cubicBezTo>
                    <a:pt x="251" y="37"/>
                    <a:pt x="322" y="30"/>
                    <a:pt x="322" y="19"/>
                  </a:cubicBezTo>
                  <a:cubicBezTo>
                    <a:pt x="322" y="11"/>
                    <a:pt x="251" y="1"/>
                    <a:pt x="16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19" name="Google Shape;719;p46"/>
            <p:cNvSpPr/>
            <p:nvPr/>
          </p:nvSpPr>
          <p:spPr>
            <a:xfrm>
              <a:off x="7649210" y="4666114"/>
              <a:ext cx="15042" cy="2172"/>
            </a:xfrm>
            <a:custGeom>
              <a:rect b="b" l="l" r="r" t="t"/>
              <a:pathLst>
                <a:path extrusionOk="0" h="53" w="367">
                  <a:moveTo>
                    <a:pt x="351" y="0"/>
                  </a:moveTo>
                  <a:cubicBezTo>
                    <a:pt x="326" y="0"/>
                    <a:pt x="261" y="11"/>
                    <a:pt x="183" y="14"/>
                  </a:cubicBezTo>
                  <a:cubicBezTo>
                    <a:pt x="83" y="21"/>
                    <a:pt x="4" y="14"/>
                    <a:pt x="0" y="25"/>
                  </a:cubicBezTo>
                  <a:cubicBezTo>
                    <a:pt x="0" y="32"/>
                    <a:pt x="64" y="52"/>
                    <a:pt x="148" y="52"/>
                  </a:cubicBezTo>
                  <a:cubicBezTo>
                    <a:pt x="160" y="52"/>
                    <a:pt x="171" y="52"/>
                    <a:pt x="183" y="51"/>
                  </a:cubicBezTo>
                  <a:cubicBezTo>
                    <a:pt x="288" y="48"/>
                    <a:pt x="366" y="14"/>
                    <a:pt x="363" y="3"/>
                  </a:cubicBezTo>
                  <a:cubicBezTo>
                    <a:pt x="362" y="1"/>
                    <a:pt x="358" y="0"/>
                    <a:pt x="35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0" name="Google Shape;720;p46"/>
            <p:cNvSpPr/>
            <p:nvPr/>
          </p:nvSpPr>
          <p:spPr>
            <a:xfrm>
              <a:off x="7617200" y="4668860"/>
              <a:ext cx="23650" cy="13731"/>
            </a:xfrm>
            <a:custGeom>
              <a:rect b="b" l="l" r="r" t="t"/>
              <a:pathLst>
                <a:path extrusionOk="0" h="335" w="577">
                  <a:moveTo>
                    <a:pt x="181" y="36"/>
                  </a:moveTo>
                  <a:cubicBezTo>
                    <a:pt x="221" y="36"/>
                    <a:pt x="261" y="42"/>
                    <a:pt x="295" y="51"/>
                  </a:cubicBezTo>
                  <a:cubicBezTo>
                    <a:pt x="367" y="77"/>
                    <a:pt x="423" y="119"/>
                    <a:pt x="460" y="163"/>
                  </a:cubicBezTo>
                  <a:cubicBezTo>
                    <a:pt x="493" y="205"/>
                    <a:pt x="513" y="243"/>
                    <a:pt x="524" y="273"/>
                  </a:cubicBezTo>
                  <a:lnTo>
                    <a:pt x="524" y="273"/>
                  </a:lnTo>
                  <a:cubicBezTo>
                    <a:pt x="491" y="269"/>
                    <a:pt x="443" y="263"/>
                    <a:pt x="385" y="250"/>
                  </a:cubicBezTo>
                  <a:cubicBezTo>
                    <a:pt x="326" y="238"/>
                    <a:pt x="259" y="219"/>
                    <a:pt x="183" y="193"/>
                  </a:cubicBezTo>
                  <a:cubicBezTo>
                    <a:pt x="150" y="178"/>
                    <a:pt x="109" y="167"/>
                    <a:pt x="76" y="145"/>
                  </a:cubicBezTo>
                  <a:cubicBezTo>
                    <a:pt x="42" y="122"/>
                    <a:pt x="31" y="85"/>
                    <a:pt x="61" y="62"/>
                  </a:cubicBezTo>
                  <a:cubicBezTo>
                    <a:pt x="95" y="43"/>
                    <a:pt x="138" y="36"/>
                    <a:pt x="181" y="36"/>
                  </a:cubicBezTo>
                  <a:close/>
                  <a:moveTo>
                    <a:pt x="189" y="1"/>
                  </a:moveTo>
                  <a:cubicBezTo>
                    <a:pt x="140" y="1"/>
                    <a:pt x="89" y="11"/>
                    <a:pt x="38" y="36"/>
                  </a:cubicBezTo>
                  <a:cubicBezTo>
                    <a:pt x="16" y="51"/>
                    <a:pt x="1" y="85"/>
                    <a:pt x="9" y="111"/>
                  </a:cubicBezTo>
                  <a:cubicBezTo>
                    <a:pt x="16" y="141"/>
                    <a:pt x="35" y="160"/>
                    <a:pt x="57" y="174"/>
                  </a:cubicBezTo>
                  <a:cubicBezTo>
                    <a:pt x="94" y="200"/>
                    <a:pt x="135" y="212"/>
                    <a:pt x="173" y="227"/>
                  </a:cubicBezTo>
                  <a:cubicBezTo>
                    <a:pt x="251" y="253"/>
                    <a:pt x="322" y="267"/>
                    <a:pt x="382" y="276"/>
                  </a:cubicBezTo>
                  <a:cubicBezTo>
                    <a:pt x="440" y="285"/>
                    <a:pt x="488" y="288"/>
                    <a:pt x="522" y="288"/>
                  </a:cubicBezTo>
                  <a:cubicBezTo>
                    <a:pt x="525" y="288"/>
                    <a:pt x="527" y="288"/>
                    <a:pt x="530" y="287"/>
                  </a:cubicBezTo>
                  <a:lnTo>
                    <a:pt x="530" y="287"/>
                  </a:lnTo>
                  <a:cubicBezTo>
                    <a:pt x="540" y="317"/>
                    <a:pt x="543" y="335"/>
                    <a:pt x="546" y="335"/>
                  </a:cubicBezTo>
                  <a:cubicBezTo>
                    <a:pt x="550" y="335"/>
                    <a:pt x="550" y="319"/>
                    <a:pt x="544" y="287"/>
                  </a:cubicBezTo>
                  <a:lnTo>
                    <a:pt x="544" y="287"/>
                  </a:lnTo>
                  <a:cubicBezTo>
                    <a:pt x="565" y="286"/>
                    <a:pt x="576" y="284"/>
                    <a:pt x="576" y="283"/>
                  </a:cubicBezTo>
                  <a:cubicBezTo>
                    <a:pt x="576" y="280"/>
                    <a:pt x="564" y="278"/>
                    <a:pt x="541" y="275"/>
                  </a:cubicBezTo>
                  <a:lnTo>
                    <a:pt x="541" y="275"/>
                  </a:lnTo>
                  <a:cubicBezTo>
                    <a:pt x="534" y="245"/>
                    <a:pt x="518" y="198"/>
                    <a:pt x="483" y="148"/>
                  </a:cubicBezTo>
                  <a:cubicBezTo>
                    <a:pt x="434" y="78"/>
                    <a:pt x="321" y="1"/>
                    <a:pt x="18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1" name="Google Shape;721;p46"/>
            <p:cNvSpPr/>
            <p:nvPr/>
          </p:nvSpPr>
          <p:spPr>
            <a:xfrm>
              <a:off x="7637447" y="4665295"/>
              <a:ext cx="12255" cy="15493"/>
            </a:xfrm>
            <a:custGeom>
              <a:rect b="b" l="l" r="r" t="t"/>
              <a:pathLst>
                <a:path extrusionOk="0" h="378" w="299">
                  <a:moveTo>
                    <a:pt x="226" y="0"/>
                  </a:moveTo>
                  <a:cubicBezTo>
                    <a:pt x="146" y="0"/>
                    <a:pt x="103" y="57"/>
                    <a:pt x="67" y="97"/>
                  </a:cubicBezTo>
                  <a:cubicBezTo>
                    <a:pt x="34" y="146"/>
                    <a:pt x="18" y="198"/>
                    <a:pt x="11" y="239"/>
                  </a:cubicBezTo>
                  <a:cubicBezTo>
                    <a:pt x="0" y="325"/>
                    <a:pt x="28" y="377"/>
                    <a:pt x="33" y="377"/>
                  </a:cubicBezTo>
                  <a:cubicBezTo>
                    <a:pt x="33" y="377"/>
                    <a:pt x="34" y="377"/>
                    <a:pt x="34" y="377"/>
                  </a:cubicBezTo>
                  <a:cubicBezTo>
                    <a:pt x="37" y="377"/>
                    <a:pt x="22" y="325"/>
                    <a:pt x="37" y="247"/>
                  </a:cubicBezTo>
                  <a:cubicBezTo>
                    <a:pt x="44" y="206"/>
                    <a:pt x="63" y="161"/>
                    <a:pt x="97" y="120"/>
                  </a:cubicBezTo>
                  <a:cubicBezTo>
                    <a:pt x="126" y="80"/>
                    <a:pt x="175" y="37"/>
                    <a:pt x="222" y="37"/>
                  </a:cubicBezTo>
                  <a:cubicBezTo>
                    <a:pt x="224" y="37"/>
                    <a:pt x="225" y="37"/>
                    <a:pt x="227" y="37"/>
                  </a:cubicBezTo>
                  <a:cubicBezTo>
                    <a:pt x="277" y="49"/>
                    <a:pt x="258" y="123"/>
                    <a:pt x="227" y="164"/>
                  </a:cubicBezTo>
                  <a:cubicBezTo>
                    <a:pt x="201" y="209"/>
                    <a:pt x="172" y="247"/>
                    <a:pt x="146" y="280"/>
                  </a:cubicBezTo>
                  <a:cubicBezTo>
                    <a:pt x="89" y="340"/>
                    <a:pt x="44" y="370"/>
                    <a:pt x="48" y="373"/>
                  </a:cubicBezTo>
                  <a:cubicBezTo>
                    <a:pt x="48" y="374"/>
                    <a:pt x="49" y="374"/>
                    <a:pt x="50" y="374"/>
                  </a:cubicBezTo>
                  <a:cubicBezTo>
                    <a:pt x="59" y="374"/>
                    <a:pt x="105" y="351"/>
                    <a:pt x="165" y="299"/>
                  </a:cubicBezTo>
                  <a:cubicBezTo>
                    <a:pt x="194" y="269"/>
                    <a:pt x="227" y="228"/>
                    <a:pt x="258" y="180"/>
                  </a:cubicBezTo>
                  <a:cubicBezTo>
                    <a:pt x="272" y="157"/>
                    <a:pt x="287" y="127"/>
                    <a:pt x="291" y="94"/>
                  </a:cubicBezTo>
                  <a:cubicBezTo>
                    <a:pt x="299" y="60"/>
                    <a:pt x="280" y="8"/>
                    <a:pt x="235" y="0"/>
                  </a:cubicBezTo>
                  <a:cubicBezTo>
                    <a:pt x="232" y="0"/>
                    <a:pt x="229" y="0"/>
                    <a:pt x="22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2" name="Google Shape;722;p46"/>
            <p:cNvSpPr/>
            <p:nvPr/>
          </p:nvSpPr>
          <p:spPr>
            <a:xfrm>
              <a:off x="7729134" y="4673943"/>
              <a:ext cx="45168" cy="35618"/>
            </a:xfrm>
            <a:custGeom>
              <a:rect b="b" l="l" r="r" t="t"/>
              <a:pathLst>
                <a:path extrusionOk="0" h="869" w="1102">
                  <a:moveTo>
                    <a:pt x="913" y="1"/>
                  </a:moveTo>
                  <a:cubicBezTo>
                    <a:pt x="901" y="1"/>
                    <a:pt x="888" y="1"/>
                    <a:pt x="874" y="2"/>
                  </a:cubicBezTo>
                  <a:cubicBezTo>
                    <a:pt x="732" y="9"/>
                    <a:pt x="531" y="58"/>
                    <a:pt x="359" y="193"/>
                  </a:cubicBezTo>
                  <a:cubicBezTo>
                    <a:pt x="183" y="327"/>
                    <a:pt x="83" y="507"/>
                    <a:pt x="38" y="641"/>
                  </a:cubicBezTo>
                  <a:cubicBezTo>
                    <a:pt x="19" y="708"/>
                    <a:pt x="7" y="767"/>
                    <a:pt x="4" y="805"/>
                  </a:cubicBezTo>
                  <a:cubicBezTo>
                    <a:pt x="0" y="846"/>
                    <a:pt x="0" y="865"/>
                    <a:pt x="0" y="869"/>
                  </a:cubicBezTo>
                  <a:cubicBezTo>
                    <a:pt x="7" y="869"/>
                    <a:pt x="15" y="779"/>
                    <a:pt x="64" y="652"/>
                  </a:cubicBezTo>
                  <a:cubicBezTo>
                    <a:pt x="112" y="521"/>
                    <a:pt x="213" y="350"/>
                    <a:pt x="381" y="222"/>
                  </a:cubicBezTo>
                  <a:cubicBezTo>
                    <a:pt x="550" y="95"/>
                    <a:pt x="740" y="43"/>
                    <a:pt x="874" y="28"/>
                  </a:cubicBezTo>
                  <a:cubicBezTo>
                    <a:pt x="915" y="25"/>
                    <a:pt x="951" y="24"/>
                    <a:pt x="982" y="24"/>
                  </a:cubicBezTo>
                  <a:cubicBezTo>
                    <a:pt x="1033" y="24"/>
                    <a:pt x="1069" y="26"/>
                    <a:pt x="1088" y="26"/>
                  </a:cubicBezTo>
                  <a:cubicBezTo>
                    <a:pt x="1096" y="26"/>
                    <a:pt x="1101" y="26"/>
                    <a:pt x="1102" y="24"/>
                  </a:cubicBezTo>
                  <a:cubicBezTo>
                    <a:pt x="1102" y="24"/>
                    <a:pt x="1079" y="17"/>
                    <a:pt x="1043" y="9"/>
                  </a:cubicBezTo>
                  <a:cubicBezTo>
                    <a:pt x="1009" y="6"/>
                    <a:pt x="966" y="1"/>
                    <a:pt x="91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3" name="Google Shape;723;p46"/>
            <p:cNvSpPr/>
            <p:nvPr/>
          </p:nvSpPr>
          <p:spPr>
            <a:xfrm>
              <a:off x="7761267" y="4622710"/>
              <a:ext cx="1721" cy="51316"/>
            </a:xfrm>
            <a:custGeom>
              <a:rect b="b" l="l" r="r" t="t"/>
              <a:pathLst>
                <a:path extrusionOk="0" h="1252" w="42">
                  <a:moveTo>
                    <a:pt x="26" y="0"/>
                  </a:moveTo>
                  <a:cubicBezTo>
                    <a:pt x="16" y="0"/>
                    <a:pt x="4" y="281"/>
                    <a:pt x="4" y="628"/>
                  </a:cubicBezTo>
                  <a:cubicBezTo>
                    <a:pt x="0" y="972"/>
                    <a:pt x="8" y="1252"/>
                    <a:pt x="16" y="1252"/>
                  </a:cubicBezTo>
                  <a:cubicBezTo>
                    <a:pt x="16" y="1252"/>
                    <a:pt x="16" y="1252"/>
                    <a:pt x="16" y="1252"/>
                  </a:cubicBezTo>
                  <a:cubicBezTo>
                    <a:pt x="27" y="1252"/>
                    <a:pt x="38" y="970"/>
                    <a:pt x="38" y="628"/>
                  </a:cubicBezTo>
                  <a:cubicBezTo>
                    <a:pt x="42" y="281"/>
                    <a:pt x="35" y="0"/>
                    <a:pt x="2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4" name="Google Shape;724;p46"/>
            <p:cNvSpPr/>
            <p:nvPr/>
          </p:nvSpPr>
          <p:spPr>
            <a:xfrm>
              <a:off x="7718206" y="4299077"/>
              <a:ext cx="33632" cy="1881"/>
            </a:xfrm>
            <a:custGeom>
              <a:rect b="b" l="l" r="r" t="t"/>
              <a:pathLst>
                <a:path extrusionOk="0" h="50" w="894">
                  <a:moveTo>
                    <a:pt x="28" y="1"/>
                  </a:moveTo>
                  <a:cubicBezTo>
                    <a:pt x="10" y="1"/>
                    <a:pt x="0" y="2"/>
                    <a:pt x="0" y="4"/>
                  </a:cubicBezTo>
                  <a:cubicBezTo>
                    <a:pt x="0" y="16"/>
                    <a:pt x="198" y="46"/>
                    <a:pt x="445" y="49"/>
                  </a:cubicBezTo>
                  <a:cubicBezTo>
                    <a:pt x="462" y="49"/>
                    <a:pt x="479" y="50"/>
                    <a:pt x="495" y="50"/>
                  </a:cubicBezTo>
                  <a:cubicBezTo>
                    <a:pt x="721" y="50"/>
                    <a:pt x="893" y="23"/>
                    <a:pt x="893" y="16"/>
                  </a:cubicBezTo>
                  <a:cubicBezTo>
                    <a:pt x="893" y="12"/>
                    <a:pt x="868" y="11"/>
                    <a:pt x="825" y="11"/>
                  </a:cubicBezTo>
                  <a:cubicBezTo>
                    <a:pt x="763" y="11"/>
                    <a:pt x="665" y="13"/>
                    <a:pt x="550" y="13"/>
                  </a:cubicBezTo>
                  <a:cubicBezTo>
                    <a:pt x="517" y="13"/>
                    <a:pt x="483" y="13"/>
                    <a:pt x="448" y="12"/>
                  </a:cubicBezTo>
                  <a:cubicBezTo>
                    <a:pt x="257" y="12"/>
                    <a:pt x="92" y="1"/>
                    <a:pt x="28"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5" name="Google Shape;725;p46"/>
            <p:cNvSpPr/>
            <p:nvPr/>
          </p:nvSpPr>
          <p:spPr>
            <a:xfrm>
              <a:off x="7770609" y="4299905"/>
              <a:ext cx="3988" cy="6546"/>
            </a:xfrm>
            <a:custGeom>
              <a:rect b="b" l="l" r="r" t="t"/>
              <a:pathLst>
                <a:path extrusionOk="0" h="174" w="106">
                  <a:moveTo>
                    <a:pt x="95" y="0"/>
                  </a:moveTo>
                  <a:cubicBezTo>
                    <a:pt x="82" y="0"/>
                    <a:pt x="47" y="29"/>
                    <a:pt x="27" y="76"/>
                  </a:cubicBezTo>
                  <a:cubicBezTo>
                    <a:pt x="0" y="125"/>
                    <a:pt x="5" y="173"/>
                    <a:pt x="16" y="173"/>
                  </a:cubicBezTo>
                  <a:cubicBezTo>
                    <a:pt x="16" y="173"/>
                    <a:pt x="17" y="173"/>
                    <a:pt x="17" y="173"/>
                  </a:cubicBezTo>
                  <a:cubicBezTo>
                    <a:pt x="28" y="173"/>
                    <a:pt x="39" y="134"/>
                    <a:pt x="60" y="91"/>
                  </a:cubicBezTo>
                  <a:cubicBezTo>
                    <a:pt x="79" y="46"/>
                    <a:pt x="105" y="9"/>
                    <a:pt x="98" y="1"/>
                  </a:cubicBezTo>
                  <a:cubicBezTo>
                    <a:pt x="97" y="0"/>
                    <a:pt x="96" y="0"/>
                    <a:pt x="9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6" name="Google Shape;726;p46"/>
            <p:cNvSpPr/>
            <p:nvPr/>
          </p:nvSpPr>
          <p:spPr>
            <a:xfrm>
              <a:off x="7742455" y="4686812"/>
              <a:ext cx="5369" cy="4755"/>
            </a:xfrm>
            <a:custGeom>
              <a:rect b="b" l="l" r="r" t="t"/>
              <a:pathLst>
                <a:path extrusionOk="0" h="116" w="131">
                  <a:moveTo>
                    <a:pt x="119" y="0"/>
                  </a:moveTo>
                  <a:cubicBezTo>
                    <a:pt x="106" y="0"/>
                    <a:pt x="78" y="18"/>
                    <a:pt x="52" y="43"/>
                  </a:cubicBezTo>
                  <a:cubicBezTo>
                    <a:pt x="18" y="76"/>
                    <a:pt x="0" y="106"/>
                    <a:pt x="8" y="114"/>
                  </a:cubicBezTo>
                  <a:cubicBezTo>
                    <a:pt x="8" y="115"/>
                    <a:pt x="9" y="115"/>
                    <a:pt x="11" y="115"/>
                  </a:cubicBezTo>
                  <a:cubicBezTo>
                    <a:pt x="21" y="115"/>
                    <a:pt x="50" y="98"/>
                    <a:pt x="78" y="69"/>
                  </a:cubicBezTo>
                  <a:cubicBezTo>
                    <a:pt x="108" y="39"/>
                    <a:pt x="130" y="9"/>
                    <a:pt x="123" y="2"/>
                  </a:cubicBezTo>
                  <a:cubicBezTo>
                    <a:pt x="122" y="1"/>
                    <a:pt x="121" y="0"/>
                    <a:pt x="119"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7" name="Google Shape;727;p46"/>
            <p:cNvSpPr/>
            <p:nvPr/>
          </p:nvSpPr>
          <p:spPr>
            <a:xfrm>
              <a:off x="7753275" y="4681033"/>
              <a:ext cx="7706" cy="3156"/>
            </a:xfrm>
            <a:custGeom>
              <a:rect b="b" l="l" r="r" t="t"/>
              <a:pathLst>
                <a:path extrusionOk="0" h="77" w="188">
                  <a:moveTo>
                    <a:pt x="132" y="0"/>
                  </a:moveTo>
                  <a:cubicBezTo>
                    <a:pt x="117" y="0"/>
                    <a:pt x="101" y="2"/>
                    <a:pt x="83" y="8"/>
                  </a:cubicBezTo>
                  <a:cubicBezTo>
                    <a:pt x="28" y="27"/>
                    <a:pt x="1" y="68"/>
                    <a:pt x="9" y="75"/>
                  </a:cubicBezTo>
                  <a:cubicBezTo>
                    <a:pt x="10" y="76"/>
                    <a:pt x="11" y="77"/>
                    <a:pt x="13" y="77"/>
                  </a:cubicBezTo>
                  <a:cubicBezTo>
                    <a:pt x="24" y="77"/>
                    <a:pt x="56" y="55"/>
                    <a:pt x="95" y="42"/>
                  </a:cubicBezTo>
                  <a:cubicBezTo>
                    <a:pt x="140" y="27"/>
                    <a:pt x="180" y="31"/>
                    <a:pt x="185" y="20"/>
                  </a:cubicBezTo>
                  <a:cubicBezTo>
                    <a:pt x="187" y="12"/>
                    <a:pt x="165" y="0"/>
                    <a:pt x="13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8" name="Google Shape;728;p46"/>
            <p:cNvSpPr/>
            <p:nvPr/>
          </p:nvSpPr>
          <p:spPr>
            <a:xfrm>
              <a:off x="7766350" y="4679189"/>
              <a:ext cx="3976" cy="2090"/>
            </a:xfrm>
            <a:custGeom>
              <a:rect b="b" l="l" r="r" t="t"/>
              <a:pathLst>
                <a:path extrusionOk="0" h="51" w="97">
                  <a:moveTo>
                    <a:pt x="77" y="0"/>
                  </a:moveTo>
                  <a:cubicBezTo>
                    <a:pt x="67" y="0"/>
                    <a:pt x="54" y="3"/>
                    <a:pt x="41" y="8"/>
                  </a:cubicBezTo>
                  <a:cubicBezTo>
                    <a:pt x="18" y="15"/>
                    <a:pt x="0" y="31"/>
                    <a:pt x="4" y="42"/>
                  </a:cubicBezTo>
                  <a:cubicBezTo>
                    <a:pt x="6" y="48"/>
                    <a:pt x="12" y="50"/>
                    <a:pt x="21" y="50"/>
                  </a:cubicBezTo>
                  <a:cubicBezTo>
                    <a:pt x="31" y="50"/>
                    <a:pt x="43" y="48"/>
                    <a:pt x="56" y="42"/>
                  </a:cubicBezTo>
                  <a:cubicBezTo>
                    <a:pt x="82" y="34"/>
                    <a:pt x="97" y="20"/>
                    <a:pt x="93" y="8"/>
                  </a:cubicBezTo>
                  <a:cubicBezTo>
                    <a:pt x="93" y="3"/>
                    <a:pt x="87" y="0"/>
                    <a:pt x="77"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29" name="Google Shape;729;p46"/>
            <p:cNvSpPr/>
            <p:nvPr/>
          </p:nvSpPr>
          <p:spPr>
            <a:xfrm>
              <a:off x="7897056" y="4611849"/>
              <a:ext cx="233506" cy="102018"/>
            </a:xfrm>
            <a:custGeom>
              <a:rect b="b" l="l" r="r" t="t"/>
              <a:pathLst>
                <a:path extrusionOk="0" h="2489" w="5697">
                  <a:moveTo>
                    <a:pt x="2649" y="0"/>
                  </a:moveTo>
                  <a:lnTo>
                    <a:pt x="2604" y="1629"/>
                  </a:lnTo>
                  <a:cubicBezTo>
                    <a:pt x="2604" y="1629"/>
                    <a:pt x="1" y="2160"/>
                    <a:pt x="625" y="2365"/>
                  </a:cubicBezTo>
                  <a:cubicBezTo>
                    <a:pt x="926" y="2461"/>
                    <a:pt x="2058" y="2488"/>
                    <a:pt x="3174" y="2488"/>
                  </a:cubicBezTo>
                  <a:cubicBezTo>
                    <a:pt x="4134" y="2488"/>
                    <a:pt x="5082" y="2468"/>
                    <a:pt x="5472" y="2455"/>
                  </a:cubicBezTo>
                  <a:lnTo>
                    <a:pt x="5659" y="2447"/>
                  </a:lnTo>
                  <a:lnTo>
                    <a:pt x="5697" y="64"/>
                  </a:lnTo>
                  <a:lnTo>
                    <a:pt x="2649" y="0"/>
                  </a:lnTo>
                  <a:close/>
                </a:path>
              </a:pathLst>
            </a:custGeom>
            <a:solidFill>
              <a:schemeClr val="lt2"/>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0" name="Google Shape;730;p46"/>
            <p:cNvSpPr/>
            <p:nvPr/>
          </p:nvSpPr>
          <p:spPr>
            <a:xfrm>
              <a:off x="8083667" y="4675172"/>
              <a:ext cx="45988" cy="35167"/>
            </a:xfrm>
            <a:custGeom>
              <a:rect b="b" l="l" r="r" t="t"/>
              <a:pathLst>
                <a:path extrusionOk="0" h="858" w="1122">
                  <a:moveTo>
                    <a:pt x="1022" y="1"/>
                  </a:moveTo>
                  <a:cubicBezTo>
                    <a:pt x="800" y="1"/>
                    <a:pt x="586" y="78"/>
                    <a:pt x="404" y="211"/>
                  </a:cubicBezTo>
                  <a:cubicBezTo>
                    <a:pt x="199" y="368"/>
                    <a:pt x="49" y="599"/>
                    <a:pt x="1" y="853"/>
                  </a:cubicBezTo>
                  <a:lnTo>
                    <a:pt x="1106" y="858"/>
                  </a:lnTo>
                  <a:lnTo>
                    <a:pt x="1121" y="6"/>
                  </a:lnTo>
                  <a:cubicBezTo>
                    <a:pt x="1088" y="2"/>
                    <a:pt x="1055" y="1"/>
                    <a:pt x="1022" y="1"/>
                  </a:cubicBezTo>
                  <a:close/>
                </a:path>
              </a:pathLst>
            </a:custGeom>
            <a:solidFill>
              <a:schemeClr val="accent2"/>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1" name="Google Shape;731;p46"/>
            <p:cNvSpPr/>
            <p:nvPr/>
          </p:nvSpPr>
          <p:spPr>
            <a:xfrm>
              <a:off x="7936020" y="4293623"/>
              <a:ext cx="197129" cy="21142"/>
            </a:xfrm>
            <a:custGeom>
              <a:rect b="b" l="l" r="r" t="t"/>
              <a:pathLst>
                <a:path extrusionOk="0" h="562" w="5240">
                  <a:moveTo>
                    <a:pt x="911" y="0"/>
                  </a:moveTo>
                  <a:cubicBezTo>
                    <a:pt x="911" y="0"/>
                    <a:pt x="0" y="243"/>
                    <a:pt x="108" y="396"/>
                  </a:cubicBezTo>
                  <a:cubicBezTo>
                    <a:pt x="183" y="497"/>
                    <a:pt x="1786" y="562"/>
                    <a:pt x="3295" y="562"/>
                  </a:cubicBezTo>
                  <a:cubicBezTo>
                    <a:pt x="4027" y="562"/>
                    <a:pt x="4737" y="546"/>
                    <a:pt x="5240" y="512"/>
                  </a:cubicBezTo>
                  <a:lnTo>
                    <a:pt x="5236" y="441"/>
                  </a:lnTo>
                  <a:lnTo>
                    <a:pt x="1176" y="396"/>
                  </a:lnTo>
                  <a:cubicBezTo>
                    <a:pt x="1176" y="396"/>
                    <a:pt x="1090" y="11"/>
                    <a:pt x="911" y="0"/>
                  </a:cubicBezTo>
                  <a:close/>
                </a:path>
              </a:pathLst>
            </a:custGeom>
            <a:solidFill>
              <a:srgbClr val="E8505B"/>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2" name="Google Shape;732;p46"/>
            <p:cNvSpPr/>
            <p:nvPr/>
          </p:nvSpPr>
          <p:spPr>
            <a:xfrm>
              <a:off x="7940045" y="4306488"/>
              <a:ext cx="194796" cy="4815"/>
            </a:xfrm>
            <a:custGeom>
              <a:rect b="b" l="l" r="r" t="t"/>
              <a:pathLst>
                <a:path extrusionOk="0" h="128" w="5178">
                  <a:moveTo>
                    <a:pt x="25" y="0"/>
                  </a:moveTo>
                  <a:cubicBezTo>
                    <a:pt x="9" y="0"/>
                    <a:pt x="1" y="2"/>
                    <a:pt x="1" y="2"/>
                  </a:cubicBezTo>
                  <a:cubicBezTo>
                    <a:pt x="1" y="2"/>
                    <a:pt x="20" y="5"/>
                    <a:pt x="54" y="9"/>
                  </a:cubicBezTo>
                  <a:cubicBezTo>
                    <a:pt x="99" y="13"/>
                    <a:pt x="151" y="17"/>
                    <a:pt x="207" y="21"/>
                  </a:cubicBezTo>
                  <a:cubicBezTo>
                    <a:pt x="356" y="28"/>
                    <a:pt x="539" y="39"/>
                    <a:pt x="759" y="54"/>
                  </a:cubicBezTo>
                  <a:cubicBezTo>
                    <a:pt x="1226" y="81"/>
                    <a:pt x="1873" y="107"/>
                    <a:pt x="2590" y="117"/>
                  </a:cubicBezTo>
                  <a:cubicBezTo>
                    <a:pt x="2947" y="125"/>
                    <a:pt x="3287" y="128"/>
                    <a:pt x="3597" y="128"/>
                  </a:cubicBezTo>
                  <a:cubicBezTo>
                    <a:pt x="3908" y="128"/>
                    <a:pt x="4187" y="125"/>
                    <a:pt x="4420" y="121"/>
                  </a:cubicBezTo>
                  <a:cubicBezTo>
                    <a:pt x="4640" y="117"/>
                    <a:pt x="4824" y="114"/>
                    <a:pt x="4976" y="110"/>
                  </a:cubicBezTo>
                  <a:cubicBezTo>
                    <a:pt x="5033" y="107"/>
                    <a:pt x="5081" y="107"/>
                    <a:pt x="5126" y="103"/>
                  </a:cubicBezTo>
                  <a:cubicBezTo>
                    <a:pt x="5160" y="103"/>
                    <a:pt x="5178" y="99"/>
                    <a:pt x="5178" y="99"/>
                  </a:cubicBezTo>
                  <a:cubicBezTo>
                    <a:pt x="5178" y="99"/>
                    <a:pt x="5160" y="95"/>
                    <a:pt x="5126" y="95"/>
                  </a:cubicBezTo>
                  <a:lnTo>
                    <a:pt x="4420" y="95"/>
                  </a:lnTo>
                  <a:cubicBezTo>
                    <a:pt x="4303" y="96"/>
                    <a:pt x="4175" y="96"/>
                    <a:pt x="4038" y="96"/>
                  </a:cubicBezTo>
                  <a:cubicBezTo>
                    <a:pt x="3624" y="96"/>
                    <a:pt x="3125" y="92"/>
                    <a:pt x="2590" y="84"/>
                  </a:cubicBezTo>
                  <a:cubicBezTo>
                    <a:pt x="1876" y="69"/>
                    <a:pt x="1230" y="47"/>
                    <a:pt x="759" y="28"/>
                  </a:cubicBezTo>
                  <a:cubicBezTo>
                    <a:pt x="543" y="21"/>
                    <a:pt x="356" y="13"/>
                    <a:pt x="207" y="5"/>
                  </a:cubicBezTo>
                  <a:cubicBezTo>
                    <a:pt x="151" y="2"/>
                    <a:pt x="102" y="2"/>
                    <a:pt x="54" y="2"/>
                  </a:cubicBezTo>
                  <a:cubicBezTo>
                    <a:pt x="42" y="1"/>
                    <a:pt x="33" y="0"/>
                    <a:pt x="2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3" name="Google Shape;733;p46"/>
            <p:cNvSpPr/>
            <p:nvPr/>
          </p:nvSpPr>
          <p:spPr>
            <a:xfrm>
              <a:off x="7969313" y="4292155"/>
              <a:ext cx="11662" cy="18246"/>
            </a:xfrm>
            <a:custGeom>
              <a:rect b="b" l="l" r="r" t="t"/>
              <a:pathLst>
                <a:path extrusionOk="0" h="485" w="310">
                  <a:moveTo>
                    <a:pt x="9" y="1"/>
                  </a:moveTo>
                  <a:cubicBezTo>
                    <a:pt x="8" y="1"/>
                    <a:pt x="7" y="1"/>
                    <a:pt x="7" y="2"/>
                  </a:cubicBezTo>
                  <a:cubicBezTo>
                    <a:pt x="0" y="9"/>
                    <a:pt x="112" y="81"/>
                    <a:pt x="191" y="219"/>
                  </a:cubicBezTo>
                  <a:cubicBezTo>
                    <a:pt x="273" y="353"/>
                    <a:pt x="276" y="484"/>
                    <a:pt x="288" y="484"/>
                  </a:cubicBezTo>
                  <a:cubicBezTo>
                    <a:pt x="288" y="484"/>
                    <a:pt x="288" y="484"/>
                    <a:pt x="288" y="484"/>
                  </a:cubicBezTo>
                  <a:cubicBezTo>
                    <a:pt x="299" y="484"/>
                    <a:pt x="309" y="340"/>
                    <a:pt x="224" y="200"/>
                  </a:cubicBezTo>
                  <a:cubicBezTo>
                    <a:pt x="145" y="62"/>
                    <a:pt x="27" y="1"/>
                    <a:pt x="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4" name="Google Shape;734;p46"/>
            <p:cNvSpPr/>
            <p:nvPr/>
          </p:nvSpPr>
          <p:spPr>
            <a:xfrm>
              <a:off x="7992882" y="4680869"/>
              <a:ext cx="7091" cy="10493"/>
            </a:xfrm>
            <a:custGeom>
              <a:rect b="b" l="l" r="r" t="t"/>
              <a:pathLst>
                <a:path extrusionOk="0" h="256" w="173">
                  <a:moveTo>
                    <a:pt x="11" y="1"/>
                  </a:moveTo>
                  <a:cubicBezTo>
                    <a:pt x="10" y="1"/>
                    <a:pt x="9" y="1"/>
                    <a:pt x="9" y="1"/>
                  </a:cubicBezTo>
                  <a:cubicBezTo>
                    <a:pt x="1" y="5"/>
                    <a:pt x="27" y="69"/>
                    <a:pt x="71" y="139"/>
                  </a:cubicBezTo>
                  <a:cubicBezTo>
                    <a:pt x="110" y="206"/>
                    <a:pt x="152" y="256"/>
                    <a:pt x="164" y="256"/>
                  </a:cubicBezTo>
                  <a:cubicBezTo>
                    <a:pt x="164" y="256"/>
                    <a:pt x="165" y="256"/>
                    <a:pt x="165" y="255"/>
                  </a:cubicBezTo>
                  <a:cubicBezTo>
                    <a:pt x="173" y="251"/>
                    <a:pt x="147" y="188"/>
                    <a:pt x="102" y="117"/>
                  </a:cubicBezTo>
                  <a:cubicBezTo>
                    <a:pt x="63" y="51"/>
                    <a:pt x="22" y="1"/>
                    <a:pt x="1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5" name="Google Shape;735;p46"/>
            <p:cNvSpPr/>
            <p:nvPr/>
          </p:nvSpPr>
          <p:spPr>
            <a:xfrm>
              <a:off x="8001940" y="4679025"/>
              <a:ext cx="8279" cy="7296"/>
            </a:xfrm>
            <a:custGeom>
              <a:rect b="b" l="l" r="r" t="t"/>
              <a:pathLst>
                <a:path extrusionOk="0" h="178" w="202">
                  <a:moveTo>
                    <a:pt x="10" y="0"/>
                  </a:moveTo>
                  <a:cubicBezTo>
                    <a:pt x="9" y="0"/>
                    <a:pt x="8" y="1"/>
                    <a:pt x="7" y="2"/>
                  </a:cubicBezTo>
                  <a:cubicBezTo>
                    <a:pt x="0" y="9"/>
                    <a:pt x="34" y="54"/>
                    <a:pt x="86" y="102"/>
                  </a:cubicBezTo>
                  <a:cubicBezTo>
                    <a:pt x="133" y="146"/>
                    <a:pt x="177" y="178"/>
                    <a:pt x="191" y="178"/>
                  </a:cubicBezTo>
                  <a:cubicBezTo>
                    <a:pt x="193" y="178"/>
                    <a:pt x="194" y="177"/>
                    <a:pt x="195" y="176"/>
                  </a:cubicBezTo>
                  <a:cubicBezTo>
                    <a:pt x="202" y="169"/>
                    <a:pt x="164" y="124"/>
                    <a:pt x="112" y="76"/>
                  </a:cubicBezTo>
                  <a:cubicBezTo>
                    <a:pt x="65" y="32"/>
                    <a:pt x="21" y="0"/>
                    <a:pt x="10"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6" name="Google Shape;736;p46"/>
            <p:cNvSpPr/>
            <p:nvPr/>
          </p:nvSpPr>
          <p:spPr>
            <a:xfrm>
              <a:off x="8003457" y="4673697"/>
              <a:ext cx="13075" cy="1558"/>
            </a:xfrm>
            <a:custGeom>
              <a:rect b="b" l="l" r="r" t="t"/>
              <a:pathLst>
                <a:path extrusionOk="0" h="38" w="319">
                  <a:moveTo>
                    <a:pt x="158" y="1"/>
                  </a:moveTo>
                  <a:cubicBezTo>
                    <a:pt x="72" y="1"/>
                    <a:pt x="1" y="8"/>
                    <a:pt x="1" y="19"/>
                  </a:cubicBezTo>
                  <a:cubicBezTo>
                    <a:pt x="1" y="27"/>
                    <a:pt x="72" y="37"/>
                    <a:pt x="158" y="37"/>
                  </a:cubicBezTo>
                  <a:cubicBezTo>
                    <a:pt x="247" y="37"/>
                    <a:pt x="318" y="30"/>
                    <a:pt x="318" y="19"/>
                  </a:cubicBezTo>
                  <a:cubicBezTo>
                    <a:pt x="318" y="11"/>
                    <a:pt x="247" y="1"/>
                    <a:pt x="158"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7" name="Google Shape;737;p46"/>
            <p:cNvSpPr/>
            <p:nvPr/>
          </p:nvSpPr>
          <p:spPr>
            <a:xfrm>
              <a:off x="8003908" y="4666114"/>
              <a:ext cx="15083" cy="2172"/>
            </a:xfrm>
            <a:custGeom>
              <a:rect b="b" l="l" r="r" t="t"/>
              <a:pathLst>
                <a:path extrusionOk="0" h="53" w="368">
                  <a:moveTo>
                    <a:pt x="353" y="0"/>
                  </a:moveTo>
                  <a:cubicBezTo>
                    <a:pt x="329" y="0"/>
                    <a:pt x="261" y="11"/>
                    <a:pt x="183" y="14"/>
                  </a:cubicBezTo>
                  <a:cubicBezTo>
                    <a:pt x="87" y="21"/>
                    <a:pt x="4" y="14"/>
                    <a:pt x="4" y="25"/>
                  </a:cubicBezTo>
                  <a:cubicBezTo>
                    <a:pt x="1" y="32"/>
                    <a:pt x="65" y="52"/>
                    <a:pt x="151" y="52"/>
                  </a:cubicBezTo>
                  <a:cubicBezTo>
                    <a:pt x="163" y="52"/>
                    <a:pt x="175" y="52"/>
                    <a:pt x="188" y="51"/>
                  </a:cubicBezTo>
                  <a:cubicBezTo>
                    <a:pt x="288" y="48"/>
                    <a:pt x="367" y="14"/>
                    <a:pt x="363" y="3"/>
                  </a:cubicBezTo>
                  <a:cubicBezTo>
                    <a:pt x="363" y="1"/>
                    <a:pt x="359" y="0"/>
                    <a:pt x="35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8" name="Google Shape;738;p46"/>
            <p:cNvSpPr/>
            <p:nvPr/>
          </p:nvSpPr>
          <p:spPr>
            <a:xfrm>
              <a:off x="7971897" y="4668860"/>
              <a:ext cx="23773" cy="13731"/>
            </a:xfrm>
            <a:custGeom>
              <a:rect b="b" l="l" r="r" t="t"/>
              <a:pathLst>
                <a:path extrusionOk="0" h="335" w="580">
                  <a:moveTo>
                    <a:pt x="183" y="36"/>
                  </a:moveTo>
                  <a:cubicBezTo>
                    <a:pt x="223" y="36"/>
                    <a:pt x="264" y="42"/>
                    <a:pt x="297" y="51"/>
                  </a:cubicBezTo>
                  <a:cubicBezTo>
                    <a:pt x="371" y="77"/>
                    <a:pt x="426" y="119"/>
                    <a:pt x="461" y="163"/>
                  </a:cubicBezTo>
                  <a:cubicBezTo>
                    <a:pt x="494" y="205"/>
                    <a:pt x="513" y="243"/>
                    <a:pt x="526" y="273"/>
                  </a:cubicBezTo>
                  <a:lnTo>
                    <a:pt x="526" y="273"/>
                  </a:lnTo>
                  <a:cubicBezTo>
                    <a:pt x="492" y="269"/>
                    <a:pt x="445" y="262"/>
                    <a:pt x="386" y="250"/>
                  </a:cubicBezTo>
                  <a:cubicBezTo>
                    <a:pt x="330" y="238"/>
                    <a:pt x="259" y="219"/>
                    <a:pt x="184" y="193"/>
                  </a:cubicBezTo>
                  <a:cubicBezTo>
                    <a:pt x="150" y="178"/>
                    <a:pt x="109" y="167"/>
                    <a:pt x="76" y="145"/>
                  </a:cubicBezTo>
                  <a:cubicBezTo>
                    <a:pt x="42" y="122"/>
                    <a:pt x="31" y="85"/>
                    <a:pt x="61" y="62"/>
                  </a:cubicBezTo>
                  <a:cubicBezTo>
                    <a:pt x="95" y="43"/>
                    <a:pt x="139" y="36"/>
                    <a:pt x="183" y="36"/>
                  </a:cubicBezTo>
                  <a:close/>
                  <a:moveTo>
                    <a:pt x="190" y="1"/>
                  </a:moveTo>
                  <a:cubicBezTo>
                    <a:pt x="141" y="1"/>
                    <a:pt x="90" y="11"/>
                    <a:pt x="38" y="36"/>
                  </a:cubicBezTo>
                  <a:cubicBezTo>
                    <a:pt x="16" y="51"/>
                    <a:pt x="1" y="85"/>
                    <a:pt x="9" y="111"/>
                  </a:cubicBezTo>
                  <a:cubicBezTo>
                    <a:pt x="16" y="141"/>
                    <a:pt x="38" y="160"/>
                    <a:pt x="57" y="174"/>
                  </a:cubicBezTo>
                  <a:cubicBezTo>
                    <a:pt x="98" y="200"/>
                    <a:pt x="135" y="212"/>
                    <a:pt x="173" y="227"/>
                  </a:cubicBezTo>
                  <a:cubicBezTo>
                    <a:pt x="252" y="253"/>
                    <a:pt x="323" y="267"/>
                    <a:pt x="382" y="276"/>
                  </a:cubicBezTo>
                  <a:cubicBezTo>
                    <a:pt x="441" y="285"/>
                    <a:pt x="489" y="288"/>
                    <a:pt x="524" y="288"/>
                  </a:cubicBezTo>
                  <a:cubicBezTo>
                    <a:pt x="526" y="288"/>
                    <a:pt x="529" y="288"/>
                    <a:pt x="531" y="287"/>
                  </a:cubicBezTo>
                  <a:lnTo>
                    <a:pt x="531" y="287"/>
                  </a:lnTo>
                  <a:cubicBezTo>
                    <a:pt x="542" y="317"/>
                    <a:pt x="545" y="335"/>
                    <a:pt x="547" y="335"/>
                  </a:cubicBezTo>
                  <a:cubicBezTo>
                    <a:pt x="550" y="335"/>
                    <a:pt x="550" y="319"/>
                    <a:pt x="545" y="287"/>
                  </a:cubicBezTo>
                  <a:lnTo>
                    <a:pt x="545" y="287"/>
                  </a:lnTo>
                  <a:cubicBezTo>
                    <a:pt x="567" y="286"/>
                    <a:pt x="580" y="284"/>
                    <a:pt x="580" y="283"/>
                  </a:cubicBezTo>
                  <a:cubicBezTo>
                    <a:pt x="580" y="280"/>
                    <a:pt x="566" y="278"/>
                    <a:pt x="542" y="275"/>
                  </a:cubicBezTo>
                  <a:lnTo>
                    <a:pt x="542" y="275"/>
                  </a:lnTo>
                  <a:cubicBezTo>
                    <a:pt x="534" y="245"/>
                    <a:pt x="519" y="198"/>
                    <a:pt x="483" y="148"/>
                  </a:cubicBezTo>
                  <a:cubicBezTo>
                    <a:pt x="434" y="78"/>
                    <a:pt x="321" y="1"/>
                    <a:pt x="19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39" name="Google Shape;739;p46"/>
            <p:cNvSpPr/>
            <p:nvPr/>
          </p:nvSpPr>
          <p:spPr>
            <a:xfrm>
              <a:off x="7992309" y="4665295"/>
              <a:ext cx="12255" cy="15493"/>
            </a:xfrm>
            <a:custGeom>
              <a:rect b="b" l="l" r="r" t="t"/>
              <a:pathLst>
                <a:path extrusionOk="0" h="378" w="299">
                  <a:moveTo>
                    <a:pt x="222" y="0"/>
                  </a:moveTo>
                  <a:cubicBezTo>
                    <a:pt x="142" y="0"/>
                    <a:pt x="99" y="57"/>
                    <a:pt x="67" y="97"/>
                  </a:cubicBezTo>
                  <a:cubicBezTo>
                    <a:pt x="33" y="146"/>
                    <a:pt x="15" y="198"/>
                    <a:pt x="11" y="239"/>
                  </a:cubicBezTo>
                  <a:cubicBezTo>
                    <a:pt x="1" y="325"/>
                    <a:pt x="24" y="377"/>
                    <a:pt x="29" y="377"/>
                  </a:cubicBezTo>
                  <a:cubicBezTo>
                    <a:pt x="29" y="377"/>
                    <a:pt x="30" y="377"/>
                    <a:pt x="30" y="377"/>
                  </a:cubicBezTo>
                  <a:cubicBezTo>
                    <a:pt x="37" y="377"/>
                    <a:pt x="18" y="325"/>
                    <a:pt x="33" y="247"/>
                  </a:cubicBezTo>
                  <a:cubicBezTo>
                    <a:pt x="45" y="206"/>
                    <a:pt x="63" y="161"/>
                    <a:pt x="93" y="120"/>
                  </a:cubicBezTo>
                  <a:cubicBezTo>
                    <a:pt x="122" y="80"/>
                    <a:pt x="171" y="37"/>
                    <a:pt x="219" y="37"/>
                  </a:cubicBezTo>
                  <a:cubicBezTo>
                    <a:pt x="221" y="37"/>
                    <a:pt x="222" y="37"/>
                    <a:pt x="224" y="37"/>
                  </a:cubicBezTo>
                  <a:cubicBezTo>
                    <a:pt x="273" y="49"/>
                    <a:pt x="254" y="123"/>
                    <a:pt x="224" y="164"/>
                  </a:cubicBezTo>
                  <a:cubicBezTo>
                    <a:pt x="197" y="209"/>
                    <a:pt x="168" y="247"/>
                    <a:pt x="142" y="280"/>
                  </a:cubicBezTo>
                  <a:cubicBezTo>
                    <a:pt x="85" y="340"/>
                    <a:pt x="41" y="370"/>
                    <a:pt x="45" y="373"/>
                  </a:cubicBezTo>
                  <a:cubicBezTo>
                    <a:pt x="45" y="374"/>
                    <a:pt x="46" y="374"/>
                    <a:pt x="46" y="374"/>
                  </a:cubicBezTo>
                  <a:cubicBezTo>
                    <a:pt x="55" y="374"/>
                    <a:pt x="101" y="351"/>
                    <a:pt x="161" y="299"/>
                  </a:cubicBezTo>
                  <a:cubicBezTo>
                    <a:pt x="190" y="269"/>
                    <a:pt x="224" y="228"/>
                    <a:pt x="254" y="180"/>
                  </a:cubicBezTo>
                  <a:cubicBezTo>
                    <a:pt x="269" y="157"/>
                    <a:pt x="283" y="127"/>
                    <a:pt x="292" y="94"/>
                  </a:cubicBezTo>
                  <a:cubicBezTo>
                    <a:pt x="299" y="60"/>
                    <a:pt x="276" y="8"/>
                    <a:pt x="231" y="0"/>
                  </a:cubicBezTo>
                  <a:cubicBezTo>
                    <a:pt x="228" y="0"/>
                    <a:pt x="225" y="0"/>
                    <a:pt x="22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0" name="Google Shape;740;p46"/>
            <p:cNvSpPr/>
            <p:nvPr/>
          </p:nvSpPr>
          <p:spPr>
            <a:xfrm>
              <a:off x="8083831" y="4673943"/>
              <a:ext cx="45168" cy="35618"/>
            </a:xfrm>
            <a:custGeom>
              <a:rect b="b" l="l" r="r" t="t"/>
              <a:pathLst>
                <a:path extrusionOk="0" h="869" w="1102">
                  <a:moveTo>
                    <a:pt x="913" y="1"/>
                  </a:moveTo>
                  <a:cubicBezTo>
                    <a:pt x="901" y="1"/>
                    <a:pt x="888" y="1"/>
                    <a:pt x="874" y="2"/>
                  </a:cubicBezTo>
                  <a:cubicBezTo>
                    <a:pt x="733" y="9"/>
                    <a:pt x="534" y="58"/>
                    <a:pt x="359" y="193"/>
                  </a:cubicBezTo>
                  <a:cubicBezTo>
                    <a:pt x="183" y="327"/>
                    <a:pt x="83" y="507"/>
                    <a:pt x="41" y="641"/>
                  </a:cubicBezTo>
                  <a:cubicBezTo>
                    <a:pt x="19" y="708"/>
                    <a:pt x="8" y="767"/>
                    <a:pt x="4" y="805"/>
                  </a:cubicBezTo>
                  <a:cubicBezTo>
                    <a:pt x="0" y="846"/>
                    <a:pt x="0" y="865"/>
                    <a:pt x="4" y="869"/>
                  </a:cubicBezTo>
                  <a:cubicBezTo>
                    <a:pt x="8" y="869"/>
                    <a:pt x="15" y="779"/>
                    <a:pt x="64" y="652"/>
                  </a:cubicBezTo>
                  <a:cubicBezTo>
                    <a:pt x="112" y="521"/>
                    <a:pt x="214" y="350"/>
                    <a:pt x="381" y="222"/>
                  </a:cubicBezTo>
                  <a:cubicBezTo>
                    <a:pt x="550" y="95"/>
                    <a:pt x="740" y="43"/>
                    <a:pt x="878" y="28"/>
                  </a:cubicBezTo>
                  <a:cubicBezTo>
                    <a:pt x="919" y="25"/>
                    <a:pt x="955" y="24"/>
                    <a:pt x="986" y="24"/>
                  </a:cubicBezTo>
                  <a:cubicBezTo>
                    <a:pt x="1037" y="24"/>
                    <a:pt x="1073" y="26"/>
                    <a:pt x="1090" y="26"/>
                  </a:cubicBezTo>
                  <a:cubicBezTo>
                    <a:pt x="1098" y="26"/>
                    <a:pt x="1102" y="26"/>
                    <a:pt x="1102" y="24"/>
                  </a:cubicBezTo>
                  <a:cubicBezTo>
                    <a:pt x="1102" y="24"/>
                    <a:pt x="1080" y="17"/>
                    <a:pt x="1043" y="9"/>
                  </a:cubicBezTo>
                  <a:cubicBezTo>
                    <a:pt x="1009" y="6"/>
                    <a:pt x="966" y="1"/>
                    <a:pt x="91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1" name="Google Shape;741;p46"/>
            <p:cNvSpPr/>
            <p:nvPr/>
          </p:nvSpPr>
          <p:spPr>
            <a:xfrm>
              <a:off x="8115965" y="4622710"/>
              <a:ext cx="1721" cy="51316"/>
            </a:xfrm>
            <a:custGeom>
              <a:rect b="b" l="l" r="r" t="t"/>
              <a:pathLst>
                <a:path extrusionOk="0" h="1252" w="42">
                  <a:moveTo>
                    <a:pt x="27" y="0"/>
                  </a:moveTo>
                  <a:cubicBezTo>
                    <a:pt x="16" y="0"/>
                    <a:pt x="4" y="281"/>
                    <a:pt x="4" y="628"/>
                  </a:cubicBezTo>
                  <a:cubicBezTo>
                    <a:pt x="1" y="972"/>
                    <a:pt x="9" y="1252"/>
                    <a:pt x="19" y="1252"/>
                  </a:cubicBezTo>
                  <a:cubicBezTo>
                    <a:pt x="19" y="1252"/>
                    <a:pt x="19" y="1252"/>
                    <a:pt x="20" y="1252"/>
                  </a:cubicBezTo>
                  <a:cubicBezTo>
                    <a:pt x="27" y="1252"/>
                    <a:pt x="38" y="970"/>
                    <a:pt x="42" y="628"/>
                  </a:cubicBezTo>
                  <a:cubicBezTo>
                    <a:pt x="42" y="281"/>
                    <a:pt x="38" y="0"/>
                    <a:pt x="27"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2" name="Google Shape;742;p46"/>
            <p:cNvSpPr/>
            <p:nvPr/>
          </p:nvSpPr>
          <p:spPr>
            <a:xfrm>
              <a:off x="8043761" y="4299077"/>
              <a:ext cx="33632" cy="1881"/>
            </a:xfrm>
            <a:custGeom>
              <a:rect b="b" l="l" r="r" t="t"/>
              <a:pathLst>
                <a:path extrusionOk="0" h="50" w="894">
                  <a:moveTo>
                    <a:pt x="30" y="1"/>
                  </a:moveTo>
                  <a:cubicBezTo>
                    <a:pt x="12" y="1"/>
                    <a:pt x="1" y="2"/>
                    <a:pt x="0" y="4"/>
                  </a:cubicBezTo>
                  <a:cubicBezTo>
                    <a:pt x="0" y="16"/>
                    <a:pt x="198" y="46"/>
                    <a:pt x="449" y="49"/>
                  </a:cubicBezTo>
                  <a:cubicBezTo>
                    <a:pt x="465" y="49"/>
                    <a:pt x="482" y="50"/>
                    <a:pt x="498" y="50"/>
                  </a:cubicBezTo>
                  <a:cubicBezTo>
                    <a:pt x="721" y="50"/>
                    <a:pt x="893" y="23"/>
                    <a:pt x="893" y="16"/>
                  </a:cubicBezTo>
                  <a:cubicBezTo>
                    <a:pt x="893" y="12"/>
                    <a:pt x="868" y="11"/>
                    <a:pt x="825" y="11"/>
                  </a:cubicBezTo>
                  <a:cubicBezTo>
                    <a:pt x="763" y="11"/>
                    <a:pt x="665" y="13"/>
                    <a:pt x="550" y="13"/>
                  </a:cubicBezTo>
                  <a:cubicBezTo>
                    <a:pt x="518" y="13"/>
                    <a:pt x="484" y="13"/>
                    <a:pt x="449" y="12"/>
                  </a:cubicBezTo>
                  <a:cubicBezTo>
                    <a:pt x="257" y="12"/>
                    <a:pt x="95" y="1"/>
                    <a:pt x="3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3" name="Google Shape;743;p46"/>
            <p:cNvSpPr/>
            <p:nvPr/>
          </p:nvSpPr>
          <p:spPr>
            <a:xfrm>
              <a:off x="8096201" y="4299905"/>
              <a:ext cx="3950" cy="6546"/>
            </a:xfrm>
            <a:custGeom>
              <a:rect b="b" l="l" r="r" t="t"/>
              <a:pathLst>
                <a:path extrusionOk="0" h="174" w="105">
                  <a:moveTo>
                    <a:pt x="94" y="0"/>
                  </a:moveTo>
                  <a:cubicBezTo>
                    <a:pt x="83" y="0"/>
                    <a:pt x="50" y="29"/>
                    <a:pt x="26" y="76"/>
                  </a:cubicBezTo>
                  <a:cubicBezTo>
                    <a:pt x="0" y="125"/>
                    <a:pt x="8" y="173"/>
                    <a:pt x="15" y="173"/>
                  </a:cubicBezTo>
                  <a:cubicBezTo>
                    <a:pt x="15" y="173"/>
                    <a:pt x="16" y="173"/>
                    <a:pt x="16" y="173"/>
                  </a:cubicBezTo>
                  <a:cubicBezTo>
                    <a:pt x="27" y="173"/>
                    <a:pt x="38" y="134"/>
                    <a:pt x="59" y="91"/>
                  </a:cubicBezTo>
                  <a:cubicBezTo>
                    <a:pt x="82" y="46"/>
                    <a:pt x="104" y="9"/>
                    <a:pt x="97" y="1"/>
                  </a:cubicBezTo>
                  <a:cubicBezTo>
                    <a:pt x="96" y="0"/>
                    <a:pt x="95" y="0"/>
                    <a:pt x="9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4" name="Google Shape;744;p46"/>
            <p:cNvSpPr/>
            <p:nvPr/>
          </p:nvSpPr>
          <p:spPr>
            <a:xfrm>
              <a:off x="8097152" y="4686812"/>
              <a:ext cx="5410" cy="4755"/>
            </a:xfrm>
            <a:custGeom>
              <a:rect b="b" l="l" r="r" t="t"/>
              <a:pathLst>
                <a:path extrusionOk="0" h="116" w="132">
                  <a:moveTo>
                    <a:pt x="119" y="0"/>
                  </a:moveTo>
                  <a:cubicBezTo>
                    <a:pt x="107" y="0"/>
                    <a:pt x="78" y="18"/>
                    <a:pt x="53" y="43"/>
                  </a:cubicBezTo>
                  <a:cubicBezTo>
                    <a:pt x="19" y="76"/>
                    <a:pt x="1" y="106"/>
                    <a:pt x="8" y="114"/>
                  </a:cubicBezTo>
                  <a:cubicBezTo>
                    <a:pt x="9" y="115"/>
                    <a:pt x="10" y="115"/>
                    <a:pt x="12" y="115"/>
                  </a:cubicBezTo>
                  <a:cubicBezTo>
                    <a:pt x="24" y="115"/>
                    <a:pt x="50" y="98"/>
                    <a:pt x="79" y="69"/>
                  </a:cubicBezTo>
                  <a:cubicBezTo>
                    <a:pt x="109" y="39"/>
                    <a:pt x="131" y="9"/>
                    <a:pt x="123" y="2"/>
                  </a:cubicBezTo>
                  <a:cubicBezTo>
                    <a:pt x="122" y="1"/>
                    <a:pt x="121" y="0"/>
                    <a:pt x="119"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5" name="Google Shape;745;p46"/>
            <p:cNvSpPr/>
            <p:nvPr/>
          </p:nvSpPr>
          <p:spPr>
            <a:xfrm>
              <a:off x="8108013" y="4681033"/>
              <a:ext cx="7665" cy="3156"/>
            </a:xfrm>
            <a:custGeom>
              <a:rect b="b" l="l" r="r" t="t"/>
              <a:pathLst>
                <a:path extrusionOk="0" h="77" w="187">
                  <a:moveTo>
                    <a:pt x="131" y="0"/>
                  </a:moveTo>
                  <a:cubicBezTo>
                    <a:pt x="116" y="0"/>
                    <a:pt x="100" y="2"/>
                    <a:pt x="83" y="8"/>
                  </a:cubicBezTo>
                  <a:cubicBezTo>
                    <a:pt x="27" y="27"/>
                    <a:pt x="1" y="68"/>
                    <a:pt x="8" y="75"/>
                  </a:cubicBezTo>
                  <a:cubicBezTo>
                    <a:pt x="9" y="76"/>
                    <a:pt x="11" y="77"/>
                    <a:pt x="13" y="77"/>
                  </a:cubicBezTo>
                  <a:cubicBezTo>
                    <a:pt x="26" y="77"/>
                    <a:pt x="55" y="55"/>
                    <a:pt x="94" y="42"/>
                  </a:cubicBezTo>
                  <a:cubicBezTo>
                    <a:pt x="139" y="27"/>
                    <a:pt x="180" y="31"/>
                    <a:pt x="184" y="20"/>
                  </a:cubicBezTo>
                  <a:cubicBezTo>
                    <a:pt x="186" y="12"/>
                    <a:pt x="164" y="0"/>
                    <a:pt x="13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6" name="Google Shape;746;p46"/>
            <p:cNvSpPr/>
            <p:nvPr/>
          </p:nvSpPr>
          <p:spPr>
            <a:xfrm>
              <a:off x="8121047" y="4679189"/>
              <a:ext cx="4140" cy="2090"/>
            </a:xfrm>
            <a:custGeom>
              <a:rect b="b" l="l" r="r" t="t"/>
              <a:pathLst>
                <a:path extrusionOk="0" h="51" w="101">
                  <a:moveTo>
                    <a:pt x="78" y="0"/>
                  </a:moveTo>
                  <a:cubicBezTo>
                    <a:pt x="68" y="0"/>
                    <a:pt x="56" y="3"/>
                    <a:pt x="45" y="8"/>
                  </a:cubicBezTo>
                  <a:cubicBezTo>
                    <a:pt x="19" y="15"/>
                    <a:pt x="0" y="31"/>
                    <a:pt x="4" y="42"/>
                  </a:cubicBezTo>
                  <a:cubicBezTo>
                    <a:pt x="6" y="48"/>
                    <a:pt x="12" y="50"/>
                    <a:pt x="21" y="50"/>
                  </a:cubicBezTo>
                  <a:cubicBezTo>
                    <a:pt x="31" y="50"/>
                    <a:pt x="43" y="48"/>
                    <a:pt x="56" y="42"/>
                  </a:cubicBezTo>
                  <a:cubicBezTo>
                    <a:pt x="82" y="34"/>
                    <a:pt x="101" y="20"/>
                    <a:pt x="97" y="8"/>
                  </a:cubicBezTo>
                  <a:cubicBezTo>
                    <a:pt x="95" y="3"/>
                    <a:pt x="88" y="0"/>
                    <a:pt x="78"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7" name="Google Shape;747;p46"/>
            <p:cNvSpPr/>
            <p:nvPr/>
          </p:nvSpPr>
          <p:spPr>
            <a:xfrm>
              <a:off x="7563917" y="2963384"/>
              <a:ext cx="615632" cy="1699260"/>
            </a:xfrm>
            <a:custGeom>
              <a:rect b="b" l="l" r="r" t="t"/>
              <a:pathLst>
                <a:path extrusionOk="0" h="41458" w="15020">
                  <a:moveTo>
                    <a:pt x="1461" y="1"/>
                  </a:moveTo>
                  <a:lnTo>
                    <a:pt x="1" y="21798"/>
                  </a:lnTo>
                  <a:lnTo>
                    <a:pt x="1" y="41457"/>
                  </a:lnTo>
                  <a:lnTo>
                    <a:pt x="5843" y="41457"/>
                  </a:lnTo>
                  <a:cubicBezTo>
                    <a:pt x="5843" y="41457"/>
                    <a:pt x="6089" y="24503"/>
                    <a:pt x="5936" y="23394"/>
                  </a:cubicBezTo>
                  <a:cubicBezTo>
                    <a:pt x="5936" y="23394"/>
                    <a:pt x="6879" y="6654"/>
                    <a:pt x="6994" y="6654"/>
                  </a:cubicBezTo>
                  <a:cubicBezTo>
                    <a:pt x="6995" y="6654"/>
                    <a:pt x="6996" y="6655"/>
                    <a:pt x="6996" y="6657"/>
                  </a:cubicBezTo>
                  <a:cubicBezTo>
                    <a:pt x="7221" y="7154"/>
                    <a:pt x="7217" y="21586"/>
                    <a:pt x="7542" y="23375"/>
                  </a:cubicBezTo>
                  <a:cubicBezTo>
                    <a:pt x="7870" y="25165"/>
                    <a:pt x="9380" y="41457"/>
                    <a:pt x="9380" y="41457"/>
                  </a:cubicBezTo>
                  <a:lnTo>
                    <a:pt x="15020" y="41457"/>
                  </a:lnTo>
                  <a:lnTo>
                    <a:pt x="13126" y="22777"/>
                  </a:lnTo>
                  <a:cubicBezTo>
                    <a:pt x="13089" y="20529"/>
                    <a:pt x="12510" y="759"/>
                    <a:pt x="12510" y="759"/>
                  </a:cubicBezTo>
                  <a:lnTo>
                    <a:pt x="1461" y="1"/>
                  </a:ln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8" name="Google Shape;748;p46"/>
            <p:cNvSpPr/>
            <p:nvPr/>
          </p:nvSpPr>
          <p:spPr>
            <a:xfrm>
              <a:off x="7952183" y="4598364"/>
              <a:ext cx="222029" cy="38938"/>
            </a:xfrm>
            <a:custGeom>
              <a:rect b="b" l="l" r="r" t="t"/>
              <a:pathLst>
                <a:path extrusionOk="0" h="950" w="5417">
                  <a:moveTo>
                    <a:pt x="3602" y="0"/>
                  </a:moveTo>
                  <a:cubicBezTo>
                    <a:pt x="3464" y="0"/>
                    <a:pt x="3322" y="29"/>
                    <a:pt x="3190" y="79"/>
                  </a:cubicBezTo>
                  <a:cubicBezTo>
                    <a:pt x="3003" y="146"/>
                    <a:pt x="2835" y="255"/>
                    <a:pt x="2667" y="363"/>
                  </a:cubicBezTo>
                  <a:cubicBezTo>
                    <a:pt x="2335" y="584"/>
                    <a:pt x="2021" y="789"/>
                    <a:pt x="1685" y="827"/>
                  </a:cubicBezTo>
                  <a:cubicBezTo>
                    <a:pt x="1604" y="838"/>
                    <a:pt x="1525" y="844"/>
                    <a:pt x="1448" y="844"/>
                  </a:cubicBezTo>
                  <a:cubicBezTo>
                    <a:pt x="1209" y="844"/>
                    <a:pt x="990" y="795"/>
                    <a:pt x="804" y="744"/>
                  </a:cubicBezTo>
                  <a:cubicBezTo>
                    <a:pt x="337" y="607"/>
                    <a:pt x="48" y="474"/>
                    <a:pt x="8" y="474"/>
                  </a:cubicBezTo>
                  <a:cubicBezTo>
                    <a:pt x="6" y="474"/>
                    <a:pt x="4" y="474"/>
                    <a:pt x="4" y="475"/>
                  </a:cubicBezTo>
                  <a:cubicBezTo>
                    <a:pt x="0" y="482"/>
                    <a:pt x="71" y="524"/>
                    <a:pt x="202" y="591"/>
                  </a:cubicBezTo>
                  <a:cubicBezTo>
                    <a:pt x="333" y="651"/>
                    <a:pt x="527" y="744"/>
                    <a:pt x="778" y="827"/>
                  </a:cubicBezTo>
                  <a:cubicBezTo>
                    <a:pt x="979" y="889"/>
                    <a:pt x="1224" y="950"/>
                    <a:pt x="1498" y="950"/>
                  </a:cubicBezTo>
                  <a:cubicBezTo>
                    <a:pt x="1564" y="950"/>
                    <a:pt x="1631" y="946"/>
                    <a:pt x="1700" y="939"/>
                  </a:cubicBezTo>
                  <a:cubicBezTo>
                    <a:pt x="2066" y="901"/>
                    <a:pt x="2405" y="680"/>
                    <a:pt x="2734" y="464"/>
                  </a:cubicBezTo>
                  <a:cubicBezTo>
                    <a:pt x="3022" y="269"/>
                    <a:pt x="3324" y="112"/>
                    <a:pt x="3618" y="112"/>
                  </a:cubicBezTo>
                  <a:cubicBezTo>
                    <a:pt x="3656" y="112"/>
                    <a:pt x="3694" y="115"/>
                    <a:pt x="3731" y="120"/>
                  </a:cubicBezTo>
                  <a:cubicBezTo>
                    <a:pt x="4060" y="165"/>
                    <a:pt x="4333" y="334"/>
                    <a:pt x="4579" y="423"/>
                  </a:cubicBezTo>
                  <a:cubicBezTo>
                    <a:pt x="4771" y="499"/>
                    <a:pt x="4950" y="531"/>
                    <a:pt x="5089" y="531"/>
                  </a:cubicBezTo>
                  <a:cubicBezTo>
                    <a:pt x="5128" y="531"/>
                    <a:pt x="5164" y="529"/>
                    <a:pt x="5196" y="524"/>
                  </a:cubicBezTo>
                  <a:cubicBezTo>
                    <a:pt x="5349" y="501"/>
                    <a:pt x="5417" y="453"/>
                    <a:pt x="5417" y="449"/>
                  </a:cubicBezTo>
                  <a:cubicBezTo>
                    <a:pt x="5416" y="448"/>
                    <a:pt x="5414" y="447"/>
                    <a:pt x="5410" y="447"/>
                  </a:cubicBezTo>
                  <a:cubicBezTo>
                    <a:pt x="5388" y="447"/>
                    <a:pt x="5314" y="473"/>
                    <a:pt x="5192" y="479"/>
                  </a:cubicBezTo>
                  <a:cubicBezTo>
                    <a:pt x="5181" y="479"/>
                    <a:pt x="5169" y="480"/>
                    <a:pt x="5157" y="480"/>
                  </a:cubicBezTo>
                  <a:cubicBezTo>
                    <a:pt x="5017" y="480"/>
                    <a:pt x="4826" y="441"/>
                    <a:pt x="4610" y="344"/>
                  </a:cubicBezTo>
                  <a:cubicBezTo>
                    <a:pt x="4374" y="248"/>
                    <a:pt x="4109" y="68"/>
                    <a:pt x="3746" y="12"/>
                  </a:cubicBezTo>
                  <a:cubicBezTo>
                    <a:pt x="3699" y="4"/>
                    <a:pt x="3651" y="0"/>
                    <a:pt x="3602" y="0"/>
                  </a:cubicBezTo>
                  <a:close/>
                </a:path>
              </a:pathLst>
            </a:custGeom>
            <a:solidFill>
              <a:srgbClr val="455A64"/>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49" name="Google Shape;749;p46"/>
            <p:cNvSpPr/>
            <p:nvPr/>
          </p:nvSpPr>
          <p:spPr>
            <a:xfrm>
              <a:off x="7569164" y="4597340"/>
              <a:ext cx="236539" cy="36889"/>
            </a:xfrm>
            <a:custGeom>
              <a:rect b="b" l="l" r="r" t="t"/>
              <a:pathLst>
                <a:path extrusionOk="0" h="900" w="5771">
                  <a:moveTo>
                    <a:pt x="5115" y="0"/>
                  </a:moveTo>
                  <a:cubicBezTo>
                    <a:pt x="5062" y="0"/>
                    <a:pt x="5007" y="5"/>
                    <a:pt x="4949" y="14"/>
                  </a:cubicBezTo>
                  <a:cubicBezTo>
                    <a:pt x="4658" y="56"/>
                    <a:pt x="4355" y="235"/>
                    <a:pt x="4045" y="433"/>
                  </a:cubicBezTo>
                  <a:cubicBezTo>
                    <a:pt x="3781" y="597"/>
                    <a:pt x="3473" y="781"/>
                    <a:pt x="3129" y="781"/>
                  </a:cubicBezTo>
                  <a:cubicBezTo>
                    <a:pt x="3074" y="781"/>
                    <a:pt x="3019" y="776"/>
                    <a:pt x="2962" y="766"/>
                  </a:cubicBezTo>
                  <a:cubicBezTo>
                    <a:pt x="2555" y="698"/>
                    <a:pt x="2200" y="471"/>
                    <a:pt x="1826" y="392"/>
                  </a:cubicBezTo>
                  <a:cubicBezTo>
                    <a:pt x="1701" y="364"/>
                    <a:pt x="1580" y="352"/>
                    <a:pt x="1464" y="352"/>
                  </a:cubicBezTo>
                  <a:cubicBezTo>
                    <a:pt x="1226" y="352"/>
                    <a:pt x="1010" y="401"/>
                    <a:pt x="829" y="459"/>
                  </a:cubicBezTo>
                  <a:cubicBezTo>
                    <a:pt x="560" y="545"/>
                    <a:pt x="355" y="645"/>
                    <a:pt x="212" y="717"/>
                  </a:cubicBezTo>
                  <a:cubicBezTo>
                    <a:pt x="74" y="788"/>
                    <a:pt x="0" y="833"/>
                    <a:pt x="4" y="840"/>
                  </a:cubicBezTo>
                  <a:cubicBezTo>
                    <a:pt x="4" y="841"/>
                    <a:pt x="6" y="842"/>
                    <a:pt x="8" y="842"/>
                  </a:cubicBezTo>
                  <a:cubicBezTo>
                    <a:pt x="51" y="842"/>
                    <a:pt x="357" y="689"/>
                    <a:pt x="852" y="541"/>
                  </a:cubicBezTo>
                  <a:cubicBezTo>
                    <a:pt x="1019" y="494"/>
                    <a:pt x="1214" y="456"/>
                    <a:pt x="1423" y="456"/>
                  </a:cubicBezTo>
                  <a:cubicBezTo>
                    <a:pt x="1545" y="456"/>
                    <a:pt x="1671" y="469"/>
                    <a:pt x="1800" y="500"/>
                  </a:cubicBezTo>
                  <a:cubicBezTo>
                    <a:pt x="2151" y="578"/>
                    <a:pt x="2498" y="810"/>
                    <a:pt x="2943" y="885"/>
                  </a:cubicBezTo>
                  <a:cubicBezTo>
                    <a:pt x="3002" y="895"/>
                    <a:pt x="3061" y="899"/>
                    <a:pt x="3120" y="899"/>
                  </a:cubicBezTo>
                  <a:cubicBezTo>
                    <a:pt x="3283" y="899"/>
                    <a:pt x="3443" y="864"/>
                    <a:pt x="3586" y="807"/>
                  </a:cubicBezTo>
                  <a:cubicBezTo>
                    <a:pt x="3780" y="731"/>
                    <a:pt x="3948" y="627"/>
                    <a:pt x="4105" y="526"/>
                  </a:cubicBezTo>
                  <a:cubicBezTo>
                    <a:pt x="4415" y="321"/>
                    <a:pt x="4695" y="145"/>
                    <a:pt x="4964" y="97"/>
                  </a:cubicBezTo>
                  <a:cubicBezTo>
                    <a:pt x="5029" y="84"/>
                    <a:pt x="5092" y="78"/>
                    <a:pt x="5152" y="78"/>
                  </a:cubicBezTo>
                  <a:cubicBezTo>
                    <a:pt x="5334" y="78"/>
                    <a:pt x="5484" y="130"/>
                    <a:pt x="5580" y="186"/>
                  </a:cubicBezTo>
                  <a:cubicBezTo>
                    <a:pt x="5706" y="265"/>
                    <a:pt x="5752" y="340"/>
                    <a:pt x="5762" y="340"/>
                  </a:cubicBezTo>
                  <a:cubicBezTo>
                    <a:pt x="5762" y="340"/>
                    <a:pt x="5763" y="340"/>
                    <a:pt x="5763" y="340"/>
                  </a:cubicBezTo>
                  <a:cubicBezTo>
                    <a:pt x="5770" y="336"/>
                    <a:pt x="5737" y="247"/>
                    <a:pt x="5606" y="149"/>
                  </a:cubicBezTo>
                  <a:cubicBezTo>
                    <a:pt x="5501" y="71"/>
                    <a:pt x="5330" y="0"/>
                    <a:pt x="5115" y="0"/>
                  </a:cubicBezTo>
                  <a:close/>
                </a:path>
              </a:pathLst>
            </a:custGeom>
            <a:solidFill>
              <a:srgbClr val="455A64"/>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0" name="Google Shape;750;p46"/>
            <p:cNvSpPr/>
            <p:nvPr/>
          </p:nvSpPr>
          <p:spPr>
            <a:xfrm>
              <a:off x="7968987" y="3123476"/>
              <a:ext cx="91484" cy="30946"/>
            </a:xfrm>
            <a:custGeom>
              <a:rect b="b" l="l" r="r" t="t"/>
              <a:pathLst>
                <a:path extrusionOk="0" h="755" w="2232">
                  <a:moveTo>
                    <a:pt x="16" y="0"/>
                  </a:moveTo>
                  <a:cubicBezTo>
                    <a:pt x="14" y="0"/>
                    <a:pt x="13" y="1"/>
                    <a:pt x="13" y="2"/>
                  </a:cubicBezTo>
                  <a:cubicBezTo>
                    <a:pt x="1" y="13"/>
                    <a:pt x="76" y="129"/>
                    <a:pt x="244" y="274"/>
                  </a:cubicBezTo>
                  <a:cubicBezTo>
                    <a:pt x="416" y="424"/>
                    <a:pt x="685" y="588"/>
                    <a:pt x="1017" y="677"/>
                  </a:cubicBezTo>
                  <a:cubicBezTo>
                    <a:pt x="1216" y="733"/>
                    <a:pt x="1410" y="754"/>
                    <a:pt x="1580" y="754"/>
                  </a:cubicBezTo>
                  <a:cubicBezTo>
                    <a:pt x="1694" y="754"/>
                    <a:pt x="1797" y="745"/>
                    <a:pt x="1883" y="730"/>
                  </a:cubicBezTo>
                  <a:cubicBezTo>
                    <a:pt x="2107" y="689"/>
                    <a:pt x="2231" y="629"/>
                    <a:pt x="2228" y="614"/>
                  </a:cubicBezTo>
                  <a:cubicBezTo>
                    <a:pt x="2227" y="610"/>
                    <a:pt x="2220" y="608"/>
                    <a:pt x="2208" y="608"/>
                  </a:cubicBezTo>
                  <a:cubicBezTo>
                    <a:pt x="2148" y="608"/>
                    <a:pt x="1954" y="649"/>
                    <a:pt x="1689" y="649"/>
                  </a:cubicBezTo>
                  <a:cubicBezTo>
                    <a:pt x="1503" y="649"/>
                    <a:pt x="1282" y="629"/>
                    <a:pt x="1047" y="562"/>
                  </a:cubicBezTo>
                  <a:cubicBezTo>
                    <a:pt x="429" y="400"/>
                    <a:pt x="60" y="0"/>
                    <a:pt x="16" y="0"/>
                  </a:cubicBezTo>
                  <a:close/>
                </a:path>
              </a:pathLst>
            </a:custGeom>
            <a:solidFill>
              <a:srgbClr val="455A64"/>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1" name="Google Shape;751;p46"/>
            <p:cNvSpPr/>
            <p:nvPr/>
          </p:nvSpPr>
          <p:spPr>
            <a:xfrm>
              <a:off x="7606666" y="3113721"/>
              <a:ext cx="56522" cy="50169"/>
            </a:xfrm>
            <a:custGeom>
              <a:rect b="b" l="l" r="r" t="t"/>
              <a:pathLst>
                <a:path extrusionOk="0" h="1224" w="1379">
                  <a:moveTo>
                    <a:pt x="1363" y="0"/>
                  </a:moveTo>
                  <a:cubicBezTo>
                    <a:pt x="1328" y="0"/>
                    <a:pt x="1235" y="438"/>
                    <a:pt x="844" y="781"/>
                  </a:cubicBezTo>
                  <a:cubicBezTo>
                    <a:pt x="452" y="1136"/>
                    <a:pt x="0" y="1174"/>
                    <a:pt x="7" y="1210"/>
                  </a:cubicBezTo>
                  <a:cubicBezTo>
                    <a:pt x="9" y="1216"/>
                    <a:pt x="41" y="1224"/>
                    <a:pt x="95" y="1224"/>
                  </a:cubicBezTo>
                  <a:cubicBezTo>
                    <a:pt x="145" y="1224"/>
                    <a:pt x="215" y="1218"/>
                    <a:pt x="299" y="1200"/>
                  </a:cubicBezTo>
                  <a:cubicBezTo>
                    <a:pt x="478" y="1158"/>
                    <a:pt x="714" y="1058"/>
                    <a:pt x="923" y="871"/>
                  </a:cubicBezTo>
                  <a:cubicBezTo>
                    <a:pt x="1132" y="684"/>
                    <a:pt x="1262" y="460"/>
                    <a:pt x="1319" y="288"/>
                  </a:cubicBezTo>
                  <a:cubicBezTo>
                    <a:pt x="1378" y="117"/>
                    <a:pt x="1378" y="5"/>
                    <a:pt x="1364" y="0"/>
                  </a:cubicBezTo>
                  <a:cubicBezTo>
                    <a:pt x="1363" y="0"/>
                    <a:pt x="1363" y="0"/>
                    <a:pt x="1363" y="0"/>
                  </a:cubicBezTo>
                  <a:close/>
                </a:path>
              </a:pathLst>
            </a:custGeom>
            <a:solidFill>
              <a:srgbClr val="455A64"/>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2" name="Google Shape;752;p46"/>
            <p:cNvSpPr/>
            <p:nvPr/>
          </p:nvSpPr>
          <p:spPr>
            <a:xfrm>
              <a:off x="6998877" y="2050375"/>
              <a:ext cx="605385" cy="670310"/>
            </a:xfrm>
            <a:custGeom>
              <a:rect b="b" l="l" r="r" t="t"/>
              <a:pathLst>
                <a:path extrusionOk="0" h="16354" w="14770">
                  <a:moveTo>
                    <a:pt x="1870" y="0"/>
                  </a:moveTo>
                  <a:cubicBezTo>
                    <a:pt x="1867" y="0"/>
                    <a:pt x="1864" y="1"/>
                    <a:pt x="1861" y="1"/>
                  </a:cubicBezTo>
                  <a:cubicBezTo>
                    <a:pt x="1357" y="23"/>
                    <a:pt x="1809" y="2462"/>
                    <a:pt x="1857" y="2694"/>
                  </a:cubicBezTo>
                  <a:cubicBezTo>
                    <a:pt x="1875" y="2779"/>
                    <a:pt x="1809" y="2827"/>
                    <a:pt x="1740" y="2827"/>
                  </a:cubicBezTo>
                  <a:cubicBezTo>
                    <a:pt x="1679" y="2827"/>
                    <a:pt x="1616" y="2790"/>
                    <a:pt x="1603" y="2709"/>
                  </a:cubicBezTo>
                  <a:cubicBezTo>
                    <a:pt x="1577" y="2530"/>
                    <a:pt x="1403" y="411"/>
                    <a:pt x="895" y="411"/>
                  </a:cubicBezTo>
                  <a:cubicBezTo>
                    <a:pt x="893" y="411"/>
                    <a:pt x="892" y="411"/>
                    <a:pt x="890" y="411"/>
                  </a:cubicBezTo>
                  <a:cubicBezTo>
                    <a:pt x="494" y="426"/>
                    <a:pt x="1245" y="2425"/>
                    <a:pt x="1031" y="2884"/>
                  </a:cubicBezTo>
                  <a:cubicBezTo>
                    <a:pt x="1010" y="2931"/>
                    <a:pt x="989" y="2952"/>
                    <a:pt x="967" y="2952"/>
                  </a:cubicBezTo>
                  <a:cubicBezTo>
                    <a:pt x="781" y="2952"/>
                    <a:pt x="586" y="1341"/>
                    <a:pt x="252" y="1341"/>
                  </a:cubicBezTo>
                  <a:cubicBezTo>
                    <a:pt x="249" y="1341"/>
                    <a:pt x="246" y="1342"/>
                    <a:pt x="244" y="1342"/>
                  </a:cubicBezTo>
                  <a:cubicBezTo>
                    <a:pt x="105" y="1352"/>
                    <a:pt x="1" y="1378"/>
                    <a:pt x="288" y="2530"/>
                  </a:cubicBezTo>
                  <a:cubicBezTo>
                    <a:pt x="426" y="3090"/>
                    <a:pt x="792" y="4071"/>
                    <a:pt x="1140" y="4953"/>
                  </a:cubicBezTo>
                  <a:lnTo>
                    <a:pt x="1128" y="4957"/>
                  </a:lnTo>
                  <a:cubicBezTo>
                    <a:pt x="1128" y="4957"/>
                    <a:pt x="3073" y="16354"/>
                    <a:pt x="8089" y="16354"/>
                  </a:cubicBezTo>
                  <a:cubicBezTo>
                    <a:pt x="8229" y="16354"/>
                    <a:pt x="8372" y="16345"/>
                    <a:pt x="8517" y="16326"/>
                  </a:cubicBezTo>
                  <a:cubicBezTo>
                    <a:pt x="14176" y="15613"/>
                    <a:pt x="14769" y="15064"/>
                    <a:pt x="14769" y="15064"/>
                  </a:cubicBezTo>
                  <a:lnTo>
                    <a:pt x="13593" y="10750"/>
                  </a:lnTo>
                  <a:cubicBezTo>
                    <a:pt x="13593" y="10750"/>
                    <a:pt x="9452" y="11830"/>
                    <a:pt x="8103" y="11830"/>
                  </a:cubicBezTo>
                  <a:cubicBezTo>
                    <a:pt x="7894" y="11830"/>
                    <a:pt x="7751" y="11804"/>
                    <a:pt x="7703" y="11744"/>
                  </a:cubicBezTo>
                  <a:cubicBezTo>
                    <a:pt x="5696" y="9263"/>
                    <a:pt x="4681" y="5850"/>
                    <a:pt x="4363" y="4624"/>
                  </a:cubicBezTo>
                  <a:cubicBezTo>
                    <a:pt x="4412" y="4449"/>
                    <a:pt x="4467" y="4243"/>
                    <a:pt x="4550" y="4004"/>
                  </a:cubicBezTo>
                  <a:cubicBezTo>
                    <a:pt x="4617" y="3799"/>
                    <a:pt x="4726" y="3609"/>
                    <a:pt x="4860" y="3437"/>
                  </a:cubicBezTo>
                  <a:cubicBezTo>
                    <a:pt x="5021" y="3231"/>
                    <a:pt x="5248" y="2966"/>
                    <a:pt x="5417" y="2858"/>
                  </a:cubicBezTo>
                  <a:cubicBezTo>
                    <a:pt x="5626" y="2727"/>
                    <a:pt x="5566" y="2409"/>
                    <a:pt x="5341" y="2395"/>
                  </a:cubicBezTo>
                  <a:cubicBezTo>
                    <a:pt x="5336" y="2395"/>
                    <a:pt x="5330" y="2394"/>
                    <a:pt x="5324" y="2394"/>
                  </a:cubicBezTo>
                  <a:cubicBezTo>
                    <a:pt x="5088" y="2394"/>
                    <a:pt x="4520" y="2744"/>
                    <a:pt x="4098" y="3395"/>
                  </a:cubicBezTo>
                  <a:cubicBezTo>
                    <a:pt x="4009" y="3532"/>
                    <a:pt x="3933" y="3588"/>
                    <a:pt x="3867" y="3588"/>
                  </a:cubicBezTo>
                  <a:cubicBezTo>
                    <a:pt x="3611" y="3588"/>
                    <a:pt x="3518" y="2724"/>
                    <a:pt x="3471" y="2361"/>
                  </a:cubicBezTo>
                  <a:cubicBezTo>
                    <a:pt x="3414" y="1909"/>
                    <a:pt x="3176" y="513"/>
                    <a:pt x="3022" y="418"/>
                  </a:cubicBezTo>
                  <a:cubicBezTo>
                    <a:pt x="2977" y="391"/>
                    <a:pt x="2934" y="377"/>
                    <a:pt x="2893" y="377"/>
                  </a:cubicBezTo>
                  <a:cubicBezTo>
                    <a:pt x="2732" y="377"/>
                    <a:pt x="2621" y="588"/>
                    <a:pt x="2675" y="949"/>
                  </a:cubicBezTo>
                  <a:cubicBezTo>
                    <a:pt x="2742" y="1409"/>
                    <a:pt x="2847" y="2772"/>
                    <a:pt x="2607" y="2790"/>
                  </a:cubicBezTo>
                  <a:cubicBezTo>
                    <a:pt x="2606" y="2790"/>
                    <a:pt x="2605" y="2790"/>
                    <a:pt x="2604" y="2790"/>
                  </a:cubicBezTo>
                  <a:cubicBezTo>
                    <a:pt x="2367" y="2790"/>
                    <a:pt x="2114" y="494"/>
                    <a:pt x="2114" y="494"/>
                  </a:cubicBezTo>
                  <a:cubicBezTo>
                    <a:pt x="2114" y="494"/>
                    <a:pt x="2136" y="0"/>
                    <a:pt x="1870" y="0"/>
                  </a:cubicBezTo>
                  <a:close/>
                </a:path>
              </a:pathLst>
            </a:custGeom>
            <a:solidFill>
              <a:srgbClr val="FFBE9D"/>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grpSp>
          <p:nvGrpSpPr>
            <p:cNvPr id="753" name="Google Shape;753;p46"/>
            <p:cNvGrpSpPr/>
            <p:nvPr/>
          </p:nvGrpSpPr>
          <p:grpSpPr>
            <a:xfrm>
              <a:off x="5950524" y="2325310"/>
              <a:ext cx="1406781" cy="731360"/>
              <a:chOff x="5950524" y="2325310"/>
              <a:chExt cx="1406781" cy="731360"/>
            </a:xfrm>
          </p:grpSpPr>
          <p:sp>
            <p:nvSpPr>
              <p:cNvPr id="754" name="Google Shape;754;p46"/>
              <p:cNvSpPr/>
              <p:nvPr/>
            </p:nvSpPr>
            <p:spPr>
              <a:xfrm>
                <a:off x="7240616" y="2327401"/>
                <a:ext cx="23773" cy="5082"/>
              </a:xfrm>
              <a:custGeom>
                <a:rect b="b" l="l" r="r" t="t"/>
                <a:pathLst>
                  <a:path extrusionOk="0" h="124" w="580">
                    <a:moveTo>
                      <a:pt x="234" y="0"/>
                    </a:moveTo>
                    <a:cubicBezTo>
                      <a:pt x="104" y="0"/>
                      <a:pt x="3" y="21"/>
                      <a:pt x="0" y="51"/>
                    </a:cubicBezTo>
                    <a:cubicBezTo>
                      <a:pt x="0" y="84"/>
                      <a:pt x="127" y="114"/>
                      <a:pt x="288" y="122"/>
                    </a:cubicBezTo>
                    <a:cubicBezTo>
                      <a:pt x="311" y="123"/>
                      <a:pt x="333" y="123"/>
                      <a:pt x="354" y="123"/>
                    </a:cubicBezTo>
                    <a:cubicBezTo>
                      <a:pt x="482" y="123"/>
                      <a:pt x="576" y="105"/>
                      <a:pt x="579" y="77"/>
                    </a:cubicBezTo>
                    <a:cubicBezTo>
                      <a:pt x="579" y="43"/>
                      <a:pt x="452" y="10"/>
                      <a:pt x="292" y="2"/>
                    </a:cubicBezTo>
                    <a:cubicBezTo>
                      <a:pt x="272" y="1"/>
                      <a:pt x="252" y="0"/>
                      <a:pt x="23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5" name="Google Shape;755;p46"/>
              <p:cNvSpPr/>
              <p:nvPr/>
            </p:nvSpPr>
            <p:spPr>
              <a:xfrm>
                <a:off x="7310744" y="2325310"/>
                <a:ext cx="46562" cy="6066"/>
              </a:xfrm>
              <a:custGeom>
                <a:rect b="b" l="l" r="r" t="t"/>
                <a:pathLst>
                  <a:path extrusionOk="0" h="148" w="1136">
                    <a:moveTo>
                      <a:pt x="901" y="0"/>
                    </a:moveTo>
                    <a:cubicBezTo>
                      <a:pt x="806" y="0"/>
                      <a:pt x="688" y="5"/>
                      <a:pt x="561" y="16"/>
                    </a:cubicBezTo>
                    <a:cubicBezTo>
                      <a:pt x="251" y="38"/>
                      <a:pt x="0" y="87"/>
                      <a:pt x="0" y="116"/>
                    </a:cubicBezTo>
                    <a:cubicBezTo>
                      <a:pt x="0" y="137"/>
                      <a:pt x="98" y="148"/>
                      <a:pt x="245" y="148"/>
                    </a:cubicBezTo>
                    <a:cubicBezTo>
                      <a:pt x="338" y="148"/>
                      <a:pt x="451" y="144"/>
                      <a:pt x="571" y="135"/>
                    </a:cubicBezTo>
                    <a:cubicBezTo>
                      <a:pt x="885" y="109"/>
                      <a:pt x="1135" y="64"/>
                      <a:pt x="1132" y="30"/>
                    </a:cubicBezTo>
                    <a:cubicBezTo>
                      <a:pt x="1130" y="11"/>
                      <a:pt x="1039" y="0"/>
                      <a:pt x="90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6" name="Google Shape;756;p46"/>
              <p:cNvSpPr/>
              <p:nvPr/>
            </p:nvSpPr>
            <p:spPr>
              <a:xfrm>
                <a:off x="5950524" y="2700990"/>
                <a:ext cx="29306" cy="87016"/>
              </a:xfrm>
              <a:custGeom>
                <a:rect b="b" l="l" r="r" t="t"/>
                <a:pathLst>
                  <a:path extrusionOk="0" h="2123" w="715">
                    <a:moveTo>
                      <a:pt x="12" y="1"/>
                    </a:moveTo>
                    <a:lnTo>
                      <a:pt x="1" y="192"/>
                    </a:lnTo>
                    <a:lnTo>
                      <a:pt x="486" y="228"/>
                    </a:lnTo>
                    <a:lnTo>
                      <a:pt x="348" y="2107"/>
                    </a:lnTo>
                    <a:lnTo>
                      <a:pt x="561" y="2122"/>
                    </a:lnTo>
                    <a:lnTo>
                      <a:pt x="714" y="53"/>
                    </a:lnTo>
                    <a:lnTo>
                      <a:pt x="12" y="1"/>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7" name="Google Shape;757;p46"/>
              <p:cNvSpPr/>
              <p:nvPr/>
            </p:nvSpPr>
            <p:spPr>
              <a:xfrm>
                <a:off x="6001347" y="2706359"/>
                <a:ext cx="61153" cy="88082"/>
              </a:xfrm>
              <a:custGeom>
                <a:rect b="b" l="l" r="r" t="t"/>
                <a:pathLst>
                  <a:path extrusionOk="0" h="2149" w="1492">
                    <a:moveTo>
                      <a:pt x="725" y="1"/>
                    </a:moveTo>
                    <a:cubicBezTo>
                      <a:pt x="451" y="1"/>
                      <a:pt x="222" y="86"/>
                      <a:pt x="68" y="247"/>
                    </a:cubicBezTo>
                    <a:lnTo>
                      <a:pt x="209" y="385"/>
                    </a:lnTo>
                    <a:cubicBezTo>
                      <a:pt x="338" y="257"/>
                      <a:pt x="505" y="195"/>
                      <a:pt x="705" y="195"/>
                    </a:cubicBezTo>
                    <a:cubicBezTo>
                      <a:pt x="732" y="195"/>
                      <a:pt x="760" y="196"/>
                      <a:pt x="789" y="199"/>
                    </a:cubicBezTo>
                    <a:cubicBezTo>
                      <a:pt x="1106" y="221"/>
                      <a:pt x="1263" y="381"/>
                      <a:pt x="1248" y="621"/>
                    </a:cubicBezTo>
                    <a:cubicBezTo>
                      <a:pt x="1237" y="762"/>
                      <a:pt x="1181" y="897"/>
                      <a:pt x="931" y="1109"/>
                    </a:cubicBezTo>
                    <a:lnTo>
                      <a:pt x="12" y="1890"/>
                    </a:lnTo>
                    <a:lnTo>
                      <a:pt x="1" y="2040"/>
                    </a:lnTo>
                    <a:lnTo>
                      <a:pt x="1450" y="2148"/>
                    </a:lnTo>
                    <a:lnTo>
                      <a:pt x="1464" y="1957"/>
                    </a:lnTo>
                    <a:lnTo>
                      <a:pt x="326" y="1876"/>
                    </a:lnTo>
                    <a:lnTo>
                      <a:pt x="1080" y="1233"/>
                    </a:lnTo>
                    <a:cubicBezTo>
                      <a:pt x="1379" y="983"/>
                      <a:pt x="1454" y="811"/>
                      <a:pt x="1469" y="613"/>
                    </a:cubicBezTo>
                    <a:cubicBezTo>
                      <a:pt x="1491" y="266"/>
                      <a:pt x="1240" y="34"/>
                      <a:pt x="823" y="4"/>
                    </a:cubicBezTo>
                    <a:cubicBezTo>
                      <a:pt x="790" y="2"/>
                      <a:pt x="757" y="1"/>
                      <a:pt x="725" y="1"/>
                    </a:cubicBez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8" name="Google Shape;758;p46"/>
              <p:cNvSpPr/>
              <p:nvPr/>
            </p:nvSpPr>
            <p:spPr>
              <a:xfrm>
                <a:off x="6078197" y="2713983"/>
                <a:ext cx="74146" cy="85623"/>
              </a:xfrm>
              <a:custGeom>
                <a:rect b="b" l="l" r="r" t="t"/>
                <a:pathLst>
                  <a:path extrusionOk="0" h="2089" w="1809">
                    <a:moveTo>
                      <a:pt x="1207" y="1"/>
                    </a:moveTo>
                    <a:lnTo>
                      <a:pt x="12" y="1290"/>
                    </a:lnTo>
                    <a:lnTo>
                      <a:pt x="1" y="1443"/>
                    </a:lnTo>
                    <a:lnTo>
                      <a:pt x="1166" y="1528"/>
                    </a:lnTo>
                    <a:lnTo>
                      <a:pt x="1129" y="2074"/>
                    </a:lnTo>
                    <a:lnTo>
                      <a:pt x="1342" y="2089"/>
                    </a:lnTo>
                    <a:lnTo>
                      <a:pt x="1379" y="1544"/>
                    </a:lnTo>
                    <a:lnTo>
                      <a:pt x="1794" y="1573"/>
                    </a:lnTo>
                    <a:lnTo>
                      <a:pt x="1808" y="1387"/>
                    </a:lnTo>
                    <a:lnTo>
                      <a:pt x="1394" y="1357"/>
                    </a:lnTo>
                    <a:lnTo>
                      <a:pt x="1427" y="875"/>
                    </a:lnTo>
                    <a:lnTo>
                      <a:pt x="1222" y="864"/>
                    </a:lnTo>
                    <a:lnTo>
                      <a:pt x="1185" y="1342"/>
                    </a:lnTo>
                    <a:lnTo>
                      <a:pt x="289" y="1275"/>
                    </a:lnTo>
                    <a:lnTo>
                      <a:pt x="1442" y="16"/>
                    </a:lnTo>
                    <a:lnTo>
                      <a:pt x="1207" y="1"/>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59" name="Google Shape;759;p46"/>
              <p:cNvSpPr/>
              <p:nvPr/>
            </p:nvSpPr>
            <p:spPr>
              <a:xfrm>
                <a:off x="6208165" y="2723327"/>
                <a:ext cx="74146" cy="85787"/>
              </a:xfrm>
              <a:custGeom>
                <a:rect b="b" l="l" r="r" t="t"/>
                <a:pathLst>
                  <a:path extrusionOk="0" h="2093" w="1809">
                    <a:moveTo>
                      <a:pt x="1207" y="1"/>
                    </a:moveTo>
                    <a:lnTo>
                      <a:pt x="12" y="1293"/>
                    </a:lnTo>
                    <a:lnTo>
                      <a:pt x="1" y="1447"/>
                    </a:lnTo>
                    <a:lnTo>
                      <a:pt x="1166" y="1533"/>
                    </a:lnTo>
                    <a:lnTo>
                      <a:pt x="1129" y="2078"/>
                    </a:lnTo>
                    <a:lnTo>
                      <a:pt x="1342" y="2093"/>
                    </a:lnTo>
                    <a:lnTo>
                      <a:pt x="1379" y="1547"/>
                    </a:lnTo>
                    <a:lnTo>
                      <a:pt x="1793" y="1577"/>
                    </a:lnTo>
                    <a:lnTo>
                      <a:pt x="1809" y="1390"/>
                    </a:lnTo>
                    <a:lnTo>
                      <a:pt x="1394" y="1361"/>
                    </a:lnTo>
                    <a:lnTo>
                      <a:pt x="1428" y="879"/>
                    </a:lnTo>
                    <a:lnTo>
                      <a:pt x="1222" y="864"/>
                    </a:lnTo>
                    <a:lnTo>
                      <a:pt x="1185" y="1345"/>
                    </a:lnTo>
                    <a:lnTo>
                      <a:pt x="288" y="1278"/>
                    </a:lnTo>
                    <a:lnTo>
                      <a:pt x="1443" y="19"/>
                    </a:lnTo>
                    <a:lnTo>
                      <a:pt x="1207" y="1"/>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0" name="Google Shape;760;p46"/>
              <p:cNvSpPr/>
              <p:nvPr/>
            </p:nvSpPr>
            <p:spPr>
              <a:xfrm>
                <a:off x="6375349" y="2734230"/>
                <a:ext cx="65744" cy="86320"/>
              </a:xfrm>
              <a:custGeom>
                <a:rect b="b" l="l" r="r" t="t"/>
                <a:pathLst>
                  <a:path extrusionOk="0" h="2106" w="1604">
                    <a:moveTo>
                      <a:pt x="815" y="1025"/>
                    </a:moveTo>
                    <a:cubicBezTo>
                      <a:pt x="834" y="1025"/>
                      <a:pt x="854" y="1026"/>
                      <a:pt x="874" y="1027"/>
                    </a:cubicBezTo>
                    <a:cubicBezTo>
                      <a:pt x="1196" y="1050"/>
                      <a:pt x="1383" y="1236"/>
                      <a:pt x="1364" y="1510"/>
                    </a:cubicBezTo>
                    <a:cubicBezTo>
                      <a:pt x="1346" y="1771"/>
                      <a:pt x="1148" y="1925"/>
                      <a:pt x="874" y="1925"/>
                    </a:cubicBezTo>
                    <a:cubicBezTo>
                      <a:pt x="858" y="1925"/>
                      <a:pt x="842" y="1925"/>
                      <a:pt x="826" y="1924"/>
                    </a:cubicBezTo>
                    <a:cubicBezTo>
                      <a:pt x="467" y="1898"/>
                      <a:pt x="295" y="1666"/>
                      <a:pt x="310" y="1438"/>
                    </a:cubicBezTo>
                    <a:cubicBezTo>
                      <a:pt x="328" y="1197"/>
                      <a:pt x="532" y="1025"/>
                      <a:pt x="815" y="1025"/>
                    </a:cubicBezTo>
                    <a:close/>
                    <a:moveTo>
                      <a:pt x="991" y="1"/>
                    </a:moveTo>
                    <a:cubicBezTo>
                      <a:pt x="472" y="1"/>
                      <a:pt x="96" y="338"/>
                      <a:pt x="49" y="1008"/>
                    </a:cubicBezTo>
                    <a:cubicBezTo>
                      <a:pt x="0" y="1658"/>
                      <a:pt x="273" y="2062"/>
                      <a:pt x="822" y="2103"/>
                    </a:cubicBezTo>
                    <a:cubicBezTo>
                      <a:pt x="846" y="2105"/>
                      <a:pt x="869" y="2106"/>
                      <a:pt x="891" y="2106"/>
                    </a:cubicBezTo>
                    <a:cubicBezTo>
                      <a:pt x="1259" y="2106"/>
                      <a:pt x="1548" y="1883"/>
                      <a:pt x="1573" y="1520"/>
                    </a:cubicBezTo>
                    <a:cubicBezTo>
                      <a:pt x="1603" y="1139"/>
                      <a:pt x="1334" y="878"/>
                      <a:pt x="923" y="848"/>
                    </a:cubicBezTo>
                    <a:cubicBezTo>
                      <a:pt x="899" y="846"/>
                      <a:pt x="875" y="845"/>
                      <a:pt x="851" y="845"/>
                    </a:cubicBezTo>
                    <a:cubicBezTo>
                      <a:pt x="594" y="845"/>
                      <a:pt x="371" y="956"/>
                      <a:pt x="262" y="1158"/>
                    </a:cubicBezTo>
                    <a:cubicBezTo>
                      <a:pt x="262" y="1095"/>
                      <a:pt x="262" y="1034"/>
                      <a:pt x="266" y="986"/>
                    </a:cubicBezTo>
                    <a:cubicBezTo>
                      <a:pt x="305" y="455"/>
                      <a:pt x="586" y="189"/>
                      <a:pt x="994" y="189"/>
                    </a:cubicBezTo>
                    <a:cubicBezTo>
                      <a:pt x="1016" y="189"/>
                      <a:pt x="1039" y="189"/>
                      <a:pt x="1062" y="191"/>
                    </a:cubicBezTo>
                    <a:cubicBezTo>
                      <a:pt x="1214" y="202"/>
                      <a:pt x="1357" y="239"/>
                      <a:pt x="1457" y="317"/>
                    </a:cubicBezTo>
                    <a:lnTo>
                      <a:pt x="1555" y="153"/>
                    </a:lnTo>
                    <a:cubicBezTo>
                      <a:pt x="1431" y="64"/>
                      <a:pt x="1259" y="19"/>
                      <a:pt x="1072" y="4"/>
                    </a:cubicBezTo>
                    <a:cubicBezTo>
                      <a:pt x="1045" y="2"/>
                      <a:pt x="1018" y="1"/>
                      <a:pt x="991" y="1"/>
                    </a:cubicBez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1" name="Google Shape;761;p46"/>
              <p:cNvSpPr/>
              <p:nvPr/>
            </p:nvSpPr>
            <p:spPr>
              <a:xfrm>
                <a:off x="6493554" y="2741279"/>
                <a:ext cx="63408" cy="87590"/>
              </a:xfrm>
              <a:custGeom>
                <a:rect b="b" l="l" r="r" t="t"/>
                <a:pathLst>
                  <a:path extrusionOk="0" h="2137" w="1547">
                    <a:moveTo>
                      <a:pt x="217" y="0"/>
                    </a:moveTo>
                    <a:lnTo>
                      <a:pt x="202" y="187"/>
                    </a:lnTo>
                    <a:lnTo>
                      <a:pt x="1262" y="265"/>
                    </a:lnTo>
                    <a:lnTo>
                      <a:pt x="635" y="941"/>
                    </a:lnTo>
                    <a:lnTo>
                      <a:pt x="624" y="1098"/>
                    </a:lnTo>
                    <a:lnTo>
                      <a:pt x="773" y="1109"/>
                    </a:lnTo>
                    <a:cubicBezTo>
                      <a:pt x="1154" y="1139"/>
                      <a:pt x="1319" y="1315"/>
                      <a:pt x="1300" y="1562"/>
                    </a:cubicBezTo>
                    <a:cubicBezTo>
                      <a:pt x="1283" y="1799"/>
                      <a:pt x="1110" y="1941"/>
                      <a:pt x="817" y="1941"/>
                    </a:cubicBezTo>
                    <a:cubicBezTo>
                      <a:pt x="792" y="1941"/>
                      <a:pt x="766" y="1940"/>
                      <a:pt x="740" y="1938"/>
                    </a:cubicBezTo>
                    <a:cubicBezTo>
                      <a:pt x="471" y="1920"/>
                      <a:pt x="239" y="1800"/>
                      <a:pt x="116" y="1655"/>
                    </a:cubicBezTo>
                    <a:lnTo>
                      <a:pt x="0" y="1815"/>
                    </a:lnTo>
                    <a:cubicBezTo>
                      <a:pt x="145" y="1988"/>
                      <a:pt x="426" y="2114"/>
                      <a:pt x="724" y="2133"/>
                    </a:cubicBezTo>
                    <a:cubicBezTo>
                      <a:pt x="758" y="2135"/>
                      <a:pt x="791" y="2137"/>
                      <a:pt x="823" y="2137"/>
                    </a:cubicBezTo>
                    <a:cubicBezTo>
                      <a:pt x="1261" y="2137"/>
                      <a:pt x="1496" y="1900"/>
                      <a:pt x="1520" y="1576"/>
                    </a:cubicBezTo>
                    <a:cubicBezTo>
                      <a:pt x="1543" y="1248"/>
                      <a:pt x="1338" y="997"/>
                      <a:pt x="897" y="941"/>
                    </a:cubicBezTo>
                    <a:lnTo>
                      <a:pt x="1535" y="247"/>
                    </a:lnTo>
                    <a:lnTo>
                      <a:pt x="1546" y="97"/>
                    </a:lnTo>
                    <a:lnTo>
                      <a:pt x="217" y="0"/>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2" name="Google Shape;762;p46"/>
              <p:cNvSpPr/>
              <p:nvPr/>
            </p:nvSpPr>
            <p:spPr>
              <a:xfrm>
                <a:off x="6659304" y="2752715"/>
                <a:ext cx="64063" cy="86894"/>
              </a:xfrm>
              <a:custGeom>
                <a:rect b="b" l="l" r="r" t="t"/>
                <a:pathLst>
                  <a:path extrusionOk="0" h="2120" w="1563">
                    <a:moveTo>
                      <a:pt x="42" y="1"/>
                    </a:moveTo>
                    <a:lnTo>
                      <a:pt x="1" y="580"/>
                    </a:lnTo>
                    <a:lnTo>
                      <a:pt x="211" y="595"/>
                    </a:lnTo>
                    <a:lnTo>
                      <a:pt x="237" y="207"/>
                    </a:lnTo>
                    <a:lnTo>
                      <a:pt x="1301" y="285"/>
                    </a:lnTo>
                    <a:lnTo>
                      <a:pt x="315" y="2100"/>
                    </a:lnTo>
                    <a:lnTo>
                      <a:pt x="543" y="2119"/>
                    </a:lnTo>
                    <a:lnTo>
                      <a:pt x="1552" y="263"/>
                    </a:lnTo>
                    <a:lnTo>
                      <a:pt x="1562" y="113"/>
                    </a:lnTo>
                    <a:lnTo>
                      <a:pt x="42" y="1"/>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3" name="Google Shape;763;p46"/>
              <p:cNvSpPr/>
              <p:nvPr/>
            </p:nvSpPr>
            <p:spPr>
              <a:xfrm>
                <a:off x="6780583" y="2761609"/>
                <a:ext cx="64022" cy="86853"/>
              </a:xfrm>
              <a:custGeom>
                <a:rect b="b" l="l" r="r" t="t"/>
                <a:pathLst>
                  <a:path extrusionOk="0" h="2119" w="1562">
                    <a:moveTo>
                      <a:pt x="41" y="1"/>
                    </a:moveTo>
                    <a:lnTo>
                      <a:pt x="0" y="576"/>
                    </a:lnTo>
                    <a:lnTo>
                      <a:pt x="210" y="591"/>
                    </a:lnTo>
                    <a:lnTo>
                      <a:pt x="236" y="206"/>
                    </a:lnTo>
                    <a:lnTo>
                      <a:pt x="1300" y="281"/>
                    </a:lnTo>
                    <a:lnTo>
                      <a:pt x="314" y="2100"/>
                    </a:lnTo>
                    <a:lnTo>
                      <a:pt x="542" y="2119"/>
                    </a:lnTo>
                    <a:lnTo>
                      <a:pt x="1551" y="263"/>
                    </a:lnTo>
                    <a:lnTo>
                      <a:pt x="1562" y="113"/>
                    </a:lnTo>
                    <a:lnTo>
                      <a:pt x="41" y="1"/>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4" name="Google Shape;764;p46"/>
              <p:cNvSpPr/>
              <p:nvPr/>
            </p:nvSpPr>
            <p:spPr>
              <a:xfrm>
                <a:off x="7066997" y="2782470"/>
                <a:ext cx="29429" cy="86812"/>
              </a:xfrm>
              <a:custGeom>
                <a:rect b="b" l="l" r="r" t="t"/>
                <a:pathLst>
                  <a:path extrusionOk="0" h="2118" w="718">
                    <a:moveTo>
                      <a:pt x="16" y="0"/>
                    </a:moveTo>
                    <a:lnTo>
                      <a:pt x="1" y="186"/>
                    </a:lnTo>
                    <a:lnTo>
                      <a:pt x="490" y="224"/>
                    </a:lnTo>
                    <a:lnTo>
                      <a:pt x="352" y="2103"/>
                    </a:lnTo>
                    <a:lnTo>
                      <a:pt x="564" y="2117"/>
                    </a:lnTo>
                    <a:lnTo>
                      <a:pt x="718" y="48"/>
                    </a:lnTo>
                    <a:lnTo>
                      <a:pt x="16" y="0"/>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5" name="Google Shape;765;p46"/>
              <p:cNvSpPr/>
              <p:nvPr/>
            </p:nvSpPr>
            <p:spPr>
              <a:xfrm>
                <a:off x="7117861" y="2787676"/>
                <a:ext cx="61235" cy="88041"/>
              </a:xfrm>
              <a:custGeom>
                <a:rect b="b" l="l" r="r" t="t"/>
                <a:pathLst>
                  <a:path extrusionOk="0" h="2148" w="1494">
                    <a:moveTo>
                      <a:pt x="727" y="0"/>
                    </a:moveTo>
                    <a:cubicBezTo>
                      <a:pt x="453" y="0"/>
                      <a:pt x="224" y="85"/>
                      <a:pt x="71" y="246"/>
                    </a:cubicBezTo>
                    <a:lnTo>
                      <a:pt x="213" y="388"/>
                    </a:lnTo>
                    <a:cubicBezTo>
                      <a:pt x="341" y="256"/>
                      <a:pt x="504" y="194"/>
                      <a:pt x="708" y="194"/>
                    </a:cubicBezTo>
                    <a:cubicBezTo>
                      <a:pt x="735" y="194"/>
                      <a:pt x="763" y="195"/>
                      <a:pt x="792" y="198"/>
                    </a:cubicBezTo>
                    <a:cubicBezTo>
                      <a:pt x="1109" y="220"/>
                      <a:pt x="1266" y="380"/>
                      <a:pt x="1247" y="620"/>
                    </a:cubicBezTo>
                    <a:cubicBezTo>
                      <a:pt x="1240" y="761"/>
                      <a:pt x="1183" y="896"/>
                      <a:pt x="933" y="1109"/>
                    </a:cubicBezTo>
                    <a:lnTo>
                      <a:pt x="11" y="1890"/>
                    </a:lnTo>
                    <a:lnTo>
                      <a:pt x="0" y="2043"/>
                    </a:lnTo>
                    <a:lnTo>
                      <a:pt x="1452" y="2147"/>
                    </a:lnTo>
                    <a:lnTo>
                      <a:pt x="1468" y="1957"/>
                    </a:lnTo>
                    <a:lnTo>
                      <a:pt x="328" y="1875"/>
                    </a:lnTo>
                    <a:lnTo>
                      <a:pt x="1083" y="1236"/>
                    </a:lnTo>
                    <a:cubicBezTo>
                      <a:pt x="1378" y="982"/>
                      <a:pt x="1457" y="811"/>
                      <a:pt x="1468" y="613"/>
                    </a:cubicBezTo>
                    <a:cubicBezTo>
                      <a:pt x="1494" y="265"/>
                      <a:pt x="1244" y="33"/>
                      <a:pt x="825" y="4"/>
                    </a:cubicBezTo>
                    <a:cubicBezTo>
                      <a:pt x="792" y="2"/>
                      <a:pt x="759" y="0"/>
                      <a:pt x="727" y="0"/>
                    </a:cubicBez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6" name="Google Shape;766;p46"/>
              <p:cNvSpPr/>
              <p:nvPr/>
            </p:nvSpPr>
            <p:spPr>
              <a:xfrm>
                <a:off x="7192825" y="2792225"/>
                <a:ext cx="63572" cy="87631"/>
              </a:xfrm>
              <a:custGeom>
                <a:rect b="b" l="l" r="r" t="t"/>
                <a:pathLst>
                  <a:path extrusionOk="0" h="2138" w="1551">
                    <a:moveTo>
                      <a:pt x="221" y="0"/>
                    </a:moveTo>
                    <a:lnTo>
                      <a:pt x="206" y="188"/>
                    </a:lnTo>
                    <a:lnTo>
                      <a:pt x="1264" y="266"/>
                    </a:lnTo>
                    <a:lnTo>
                      <a:pt x="640" y="942"/>
                    </a:lnTo>
                    <a:lnTo>
                      <a:pt x="628" y="1099"/>
                    </a:lnTo>
                    <a:lnTo>
                      <a:pt x="774" y="1110"/>
                    </a:lnTo>
                    <a:cubicBezTo>
                      <a:pt x="1159" y="1136"/>
                      <a:pt x="1323" y="1312"/>
                      <a:pt x="1304" y="1562"/>
                    </a:cubicBezTo>
                    <a:cubicBezTo>
                      <a:pt x="1288" y="1800"/>
                      <a:pt x="1115" y="1942"/>
                      <a:pt x="817" y="1942"/>
                    </a:cubicBezTo>
                    <a:cubicBezTo>
                      <a:pt x="792" y="1942"/>
                      <a:pt x="767" y="1941"/>
                      <a:pt x="740" y="1939"/>
                    </a:cubicBezTo>
                    <a:cubicBezTo>
                      <a:pt x="471" y="1921"/>
                      <a:pt x="240" y="1801"/>
                      <a:pt x="116" y="1652"/>
                    </a:cubicBezTo>
                    <a:lnTo>
                      <a:pt x="1" y="1812"/>
                    </a:lnTo>
                    <a:cubicBezTo>
                      <a:pt x="151" y="1988"/>
                      <a:pt x="430" y="2112"/>
                      <a:pt x="730" y="2134"/>
                    </a:cubicBezTo>
                    <a:cubicBezTo>
                      <a:pt x="763" y="2136"/>
                      <a:pt x="794" y="2138"/>
                      <a:pt x="825" y="2138"/>
                    </a:cubicBezTo>
                    <a:cubicBezTo>
                      <a:pt x="1261" y="2138"/>
                      <a:pt x="1500" y="1901"/>
                      <a:pt x="1521" y="1577"/>
                    </a:cubicBezTo>
                    <a:cubicBezTo>
                      <a:pt x="1547" y="1245"/>
                      <a:pt x="1342" y="998"/>
                      <a:pt x="901" y="942"/>
                    </a:cubicBezTo>
                    <a:lnTo>
                      <a:pt x="1540" y="247"/>
                    </a:lnTo>
                    <a:lnTo>
                      <a:pt x="1551" y="98"/>
                    </a:lnTo>
                    <a:lnTo>
                      <a:pt x="221" y="0"/>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7" name="Google Shape;767;p46"/>
              <p:cNvSpPr/>
              <p:nvPr/>
            </p:nvSpPr>
            <p:spPr>
              <a:xfrm>
                <a:off x="6594586" y="2896781"/>
                <a:ext cx="682032" cy="86402"/>
              </a:xfrm>
              <a:custGeom>
                <a:rect b="b" l="l" r="r" t="t"/>
                <a:pathLst>
                  <a:path extrusionOk="0" h="2108" w="16640">
                    <a:moveTo>
                      <a:pt x="68" y="1"/>
                    </a:moveTo>
                    <a:lnTo>
                      <a:pt x="0" y="901"/>
                    </a:lnTo>
                    <a:lnTo>
                      <a:pt x="16577" y="2107"/>
                    </a:lnTo>
                    <a:lnTo>
                      <a:pt x="16640" y="1207"/>
                    </a:lnTo>
                    <a:lnTo>
                      <a:pt x="68" y="1"/>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68" name="Google Shape;768;p46"/>
              <p:cNvSpPr/>
              <p:nvPr/>
            </p:nvSpPr>
            <p:spPr>
              <a:xfrm>
                <a:off x="6920183" y="2994492"/>
                <a:ext cx="351099" cy="62178"/>
              </a:xfrm>
              <a:custGeom>
                <a:rect b="b" l="l" r="r" t="t"/>
                <a:pathLst>
                  <a:path extrusionOk="0" h="1517" w="8566">
                    <a:moveTo>
                      <a:pt x="64" y="0"/>
                    </a:moveTo>
                    <a:lnTo>
                      <a:pt x="0" y="897"/>
                    </a:lnTo>
                    <a:lnTo>
                      <a:pt x="8502" y="1516"/>
                    </a:lnTo>
                    <a:lnTo>
                      <a:pt x="8566" y="620"/>
                    </a:lnTo>
                    <a:lnTo>
                      <a:pt x="64" y="0"/>
                    </a:ln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grpSp>
        <p:sp>
          <p:nvSpPr>
            <p:cNvPr id="769" name="Google Shape;769;p46"/>
            <p:cNvSpPr/>
            <p:nvPr/>
          </p:nvSpPr>
          <p:spPr>
            <a:xfrm>
              <a:off x="7676753" y="2025250"/>
              <a:ext cx="25125" cy="133250"/>
            </a:xfrm>
            <a:custGeom>
              <a:rect b="b" l="l" r="r" t="t"/>
              <a:pathLst>
                <a:path extrusionOk="0" h="3251" w="613">
                  <a:moveTo>
                    <a:pt x="613" y="1"/>
                  </a:moveTo>
                  <a:cubicBezTo>
                    <a:pt x="187" y="404"/>
                    <a:pt x="1" y="1017"/>
                    <a:pt x="30" y="1600"/>
                  </a:cubicBezTo>
                  <a:cubicBezTo>
                    <a:pt x="61" y="2186"/>
                    <a:pt x="288" y="2746"/>
                    <a:pt x="583" y="3250"/>
                  </a:cubicBezTo>
                  <a:lnTo>
                    <a:pt x="613" y="1"/>
                  </a:ln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0" name="Google Shape;770;p46"/>
            <p:cNvSpPr/>
            <p:nvPr/>
          </p:nvSpPr>
          <p:spPr>
            <a:xfrm>
              <a:off x="7690689" y="2008569"/>
              <a:ext cx="230432" cy="460290"/>
            </a:xfrm>
            <a:custGeom>
              <a:rect b="b" l="l" r="r" t="t"/>
              <a:pathLst>
                <a:path extrusionOk="0" h="11230" w="5622">
                  <a:moveTo>
                    <a:pt x="2724" y="1"/>
                  </a:moveTo>
                  <a:lnTo>
                    <a:pt x="90" y="1290"/>
                  </a:lnTo>
                  <a:cubicBezTo>
                    <a:pt x="90" y="1290"/>
                    <a:pt x="0" y="4598"/>
                    <a:pt x="90" y="6029"/>
                  </a:cubicBezTo>
                  <a:cubicBezTo>
                    <a:pt x="176" y="7463"/>
                    <a:pt x="1626" y="7617"/>
                    <a:pt x="1626" y="7617"/>
                  </a:cubicBezTo>
                  <a:cubicBezTo>
                    <a:pt x="1626" y="7617"/>
                    <a:pt x="1581" y="8408"/>
                    <a:pt x="1536" y="9242"/>
                  </a:cubicBezTo>
                  <a:cubicBezTo>
                    <a:pt x="1480" y="10273"/>
                    <a:pt x="2260" y="11154"/>
                    <a:pt x="3288" y="11225"/>
                  </a:cubicBezTo>
                  <a:cubicBezTo>
                    <a:pt x="3333" y="11228"/>
                    <a:pt x="3378" y="11229"/>
                    <a:pt x="3422" y="11229"/>
                  </a:cubicBezTo>
                  <a:cubicBezTo>
                    <a:pt x="4424" y="11229"/>
                    <a:pt x="5265" y="10440"/>
                    <a:pt x="5308" y="9425"/>
                  </a:cubicBezTo>
                  <a:lnTo>
                    <a:pt x="5622" y="2197"/>
                  </a:lnTo>
                  <a:lnTo>
                    <a:pt x="2724" y="1"/>
                  </a:lnTo>
                  <a:close/>
                </a:path>
              </a:pathLst>
            </a:custGeom>
            <a:solidFill>
              <a:srgbClr val="FFBE9D"/>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1" name="Google Shape;771;p46"/>
            <p:cNvSpPr/>
            <p:nvPr/>
          </p:nvSpPr>
          <p:spPr>
            <a:xfrm>
              <a:off x="7713641" y="2152636"/>
              <a:ext cx="15083" cy="15206"/>
            </a:xfrm>
            <a:custGeom>
              <a:rect b="b" l="l" r="r" t="t"/>
              <a:pathLst>
                <a:path extrusionOk="0" h="371" w="368">
                  <a:moveTo>
                    <a:pt x="184" y="0"/>
                  </a:moveTo>
                  <a:cubicBezTo>
                    <a:pt x="83" y="0"/>
                    <a:pt x="1" y="83"/>
                    <a:pt x="1" y="183"/>
                  </a:cubicBezTo>
                  <a:cubicBezTo>
                    <a:pt x="1" y="288"/>
                    <a:pt x="83" y="371"/>
                    <a:pt x="184" y="371"/>
                  </a:cubicBezTo>
                  <a:cubicBezTo>
                    <a:pt x="285" y="371"/>
                    <a:pt x="367" y="288"/>
                    <a:pt x="367" y="183"/>
                  </a:cubicBezTo>
                  <a:cubicBezTo>
                    <a:pt x="367" y="83"/>
                    <a:pt x="285" y="0"/>
                    <a:pt x="18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2" name="Google Shape;772;p46"/>
            <p:cNvSpPr/>
            <p:nvPr/>
          </p:nvSpPr>
          <p:spPr>
            <a:xfrm>
              <a:off x="7698353" y="2142963"/>
              <a:ext cx="30495" cy="9222"/>
            </a:xfrm>
            <a:custGeom>
              <a:rect b="b" l="l" r="r" t="t"/>
              <a:pathLst>
                <a:path extrusionOk="0" h="225" w="744">
                  <a:moveTo>
                    <a:pt x="396" y="0"/>
                  </a:moveTo>
                  <a:cubicBezTo>
                    <a:pt x="385" y="0"/>
                    <a:pt x="374" y="1"/>
                    <a:pt x="363" y="2"/>
                  </a:cubicBezTo>
                  <a:cubicBezTo>
                    <a:pt x="239" y="9"/>
                    <a:pt x="135" y="61"/>
                    <a:pt x="79" y="114"/>
                  </a:cubicBezTo>
                  <a:cubicBezTo>
                    <a:pt x="19" y="166"/>
                    <a:pt x="1" y="210"/>
                    <a:pt x="12" y="221"/>
                  </a:cubicBezTo>
                  <a:cubicBezTo>
                    <a:pt x="14" y="223"/>
                    <a:pt x="16" y="224"/>
                    <a:pt x="20" y="224"/>
                  </a:cubicBezTo>
                  <a:cubicBezTo>
                    <a:pt x="59" y="224"/>
                    <a:pt x="189" y="127"/>
                    <a:pt x="370" y="121"/>
                  </a:cubicBezTo>
                  <a:cubicBezTo>
                    <a:pt x="384" y="120"/>
                    <a:pt x="398" y="119"/>
                    <a:pt x="412" y="119"/>
                  </a:cubicBezTo>
                  <a:cubicBezTo>
                    <a:pt x="563" y="119"/>
                    <a:pt x="680" y="181"/>
                    <a:pt x="722" y="181"/>
                  </a:cubicBezTo>
                  <a:cubicBezTo>
                    <a:pt x="728" y="181"/>
                    <a:pt x="733" y="180"/>
                    <a:pt x="736" y="176"/>
                  </a:cubicBezTo>
                  <a:cubicBezTo>
                    <a:pt x="744" y="166"/>
                    <a:pt x="722" y="121"/>
                    <a:pt x="658" y="76"/>
                  </a:cubicBezTo>
                  <a:cubicBezTo>
                    <a:pt x="597" y="35"/>
                    <a:pt x="505" y="0"/>
                    <a:pt x="39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3" name="Google Shape;773;p46"/>
            <p:cNvSpPr/>
            <p:nvPr/>
          </p:nvSpPr>
          <p:spPr>
            <a:xfrm>
              <a:off x="7800778" y="2152636"/>
              <a:ext cx="15206" cy="15206"/>
            </a:xfrm>
            <a:custGeom>
              <a:rect b="b" l="l" r="r" t="t"/>
              <a:pathLst>
                <a:path extrusionOk="0" h="371" w="371">
                  <a:moveTo>
                    <a:pt x="183" y="0"/>
                  </a:moveTo>
                  <a:cubicBezTo>
                    <a:pt x="83" y="0"/>
                    <a:pt x="0" y="83"/>
                    <a:pt x="0" y="183"/>
                  </a:cubicBezTo>
                  <a:cubicBezTo>
                    <a:pt x="0" y="288"/>
                    <a:pt x="83" y="371"/>
                    <a:pt x="183" y="371"/>
                  </a:cubicBezTo>
                  <a:cubicBezTo>
                    <a:pt x="288" y="371"/>
                    <a:pt x="370" y="288"/>
                    <a:pt x="370" y="183"/>
                  </a:cubicBezTo>
                  <a:cubicBezTo>
                    <a:pt x="370" y="83"/>
                    <a:pt x="288" y="0"/>
                    <a:pt x="18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4" name="Google Shape;774;p46"/>
            <p:cNvSpPr/>
            <p:nvPr/>
          </p:nvSpPr>
          <p:spPr>
            <a:xfrm>
              <a:off x="7788196" y="2142963"/>
              <a:ext cx="30536" cy="9222"/>
            </a:xfrm>
            <a:custGeom>
              <a:rect b="b" l="l" r="r" t="t"/>
              <a:pathLst>
                <a:path extrusionOk="0" h="225" w="745">
                  <a:moveTo>
                    <a:pt x="393" y="0"/>
                  </a:moveTo>
                  <a:cubicBezTo>
                    <a:pt x="382" y="0"/>
                    <a:pt x="370" y="1"/>
                    <a:pt x="359" y="2"/>
                  </a:cubicBezTo>
                  <a:cubicBezTo>
                    <a:pt x="236" y="9"/>
                    <a:pt x="135" y="61"/>
                    <a:pt x="76" y="114"/>
                  </a:cubicBezTo>
                  <a:cubicBezTo>
                    <a:pt x="19" y="166"/>
                    <a:pt x="1" y="210"/>
                    <a:pt x="12" y="221"/>
                  </a:cubicBezTo>
                  <a:cubicBezTo>
                    <a:pt x="14" y="223"/>
                    <a:pt x="17" y="224"/>
                    <a:pt x="21" y="224"/>
                  </a:cubicBezTo>
                  <a:cubicBezTo>
                    <a:pt x="59" y="224"/>
                    <a:pt x="187" y="127"/>
                    <a:pt x="367" y="121"/>
                  </a:cubicBezTo>
                  <a:cubicBezTo>
                    <a:pt x="382" y="120"/>
                    <a:pt x="396" y="119"/>
                    <a:pt x="410" y="119"/>
                  </a:cubicBezTo>
                  <a:cubicBezTo>
                    <a:pt x="563" y="119"/>
                    <a:pt x="681" y="181"/>
                    <a:pt x="720" y="181"/>
                  </a:cubicBezTo>
                  <a:cubicBezTo>
                    <a:pt x="726" y="181"/>
                    <a:pt x="731" y="180"/>
                    <a:pt x="733" y="176"/>
                  </a:cubicBezTo>
                  <a:cubicBezTo>
                    <a:pt x="745" y="166"/>
                    <a:pt x="718" y="121"/>
                    <a:pt x="655" y="76"/>
                  </a:cubicBezTo>
                  <a:cubicBezTo>
                    <a:pt x="597" y="35"/>
                    <a:pt x="502" y="0"/>
                    <a:pt x="39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5" name="Google Shape;775;p46"/>
            <p:cNvSpPr/>
            <p:nvPr/>
          </p:nvSpPr>
          <p:spPr>
            <a:xfrm>
              <a:off x="7747045" y="2228091"/>
              <a:ext cx="44266" cy="22912"/>
            </a:xfrm>
            <a:custGeom>
              <a:rect b="b" l="l" r="r" t="t"/>
              <a:pathLst>
                <a:path extrusionOk="0" h="559" w="1080">
                  <a:moveTo>
                    <a:pt x="953" y="1"/>
                  </a:moveTo>
                  <a:cubicBezTo>
                    <a:pt x="710" y="121"/>
                    <a:pt x="273" y="296"/>
                    <a:pt x="1" y="330"/>
                  </a:cubicBezTo>
                  <a:cubicBezTo>
                    <a:pt x="1" y="330"/>
                    <a:pt x="160" y="559"/>
                    <a:pt x="441" y="559"/>
                  </a:cubicBezTo>
                  <a:cubicBezTo>
                    <a:pt x="505" y="559"/>
                    <a:pt x="577" y="546"/>
                    <a:pt x="654" y="516"/>
                  </a:cubicBezTo>
                  <a:cubicBezTo>
                    <a:pt x="1080" y="349"/>
                    <a:pt x="953" y="1"/>
                    <a:pt x="953" y="1"/>
                  </a:cubicBezTo>
                  <a:close/>
                </a:path>
              </a:pathLst>
            </a:custGeom>
            <a:solidFill>
              <a:schemeClr val="dk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6" name="Google Shape;776;p46"/>
            <p:cNvSpPr/>
            <p:nvPr/>
          </p:nvSpPr>
          <p:spPr>
            <a:xfrm>
              <a:off x="7757169" y="2294571"/>
              <a:ext cx="77917" cy="40865"/>
            </a:xfrm>
            <a:custGeom>
              <a:rect b="b" l="l" r="r" t="t"/>
              <a:pathLst>
                <a:path extrusionOk="0" h="997" w="1901">
                  <a:moveTo>
                    <a:pt x="1900" y="0"/>
                  </a:moveTo>
                  <a:lnTo>
                    <a:pt x="1900" y="0"/>
                  </a:lnTo>
                  <a:cubicBezTo>
                    <a:pt x="1000" y="628"/>
                    <a:pt x="67" y="639"/>
                    <a:pt x="4" y="639"/>
                  </a:cubicBezTo>
                  <a:cubicBezTo>
                    <a:pt x="1" y="639"/>
                    <a:pt x="0" y="639"/>
                    <a:pt x="0" y="639"/>
                  </a:cubicBezTo>
                  <a:lnTo>
                    <a:pt x="0" y="639"/>
                  </a:lnTo>
                  <a:lnTo>
                    <a:pt x="33" y="994"/>
                  </a:lnTo>
                  <a:cubicBezTo>
                    <a:pt x="73" y="995"/>
                    <a:pt x="112" y="996"/>
                    <a:pt x="150" y="996"/>
                  </a:cubicBezTo>
                  <a:cubicBezTo>
                    <a:pt x="1494" y="996"/>
                    <a:pt x="1900" y="0"/>
                    <a:pt x="1900" y="0"/>
                  </a:cubicBezTo>
                  <a:close/>
                </a:path>
              </a:pathLst>
            </a:custGeom>
            <a:solidFill>
              <a:srgbClr val="EB996E"/>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7" name="Google Shape;777;p46"/>
            <p:cNvSpPr/>
            <p:nvPr/>
          </p:nvSpPr>
          <p:spPr>
            <a:xfrm>
              <a:off x="7912057" y="2156488"/>
              <a:ext cx="50415" cy="51972"/>
            </a:xfrm>
            <a:custGeom>
              <a:rect b="b" l="l" r="r" t="t"/>
              <a:pathLst>
                <a:path extrusionOk="0" h="1268" w="1230">
                  <a:moveTo>
                    <a:pt x="650" y="1"/>
                  </a:moveTo>
                  <a:cubicBezTo>
                    <a:pt x="634" y="1"/>
                    <a:pt x="618" y="2"/>
                    <a:pt x="602" y="3"/>
                  </a:cubicBezTo>
                  <a:cubicBezTo>
                    <a:pt x="363" y="30"/>
                    <a:pt x="173" y="227"/>
                    <a:pt x="86" y="448"/>
                  </a:cubicBezTo>
                  <a:cubicBezTo>
                    <a:pt x="0" y="672"/>
                    <a:pt x="0" y="919"/>
                    <a:pt x="8" y="1158"/>
                  </a:cubicBezTo>
                  <a:lnTo>
                    <a:pt x="34" y="1187"/>
                  </a:lnTo>
                  <a:cubicBezTo>
                    <a:pt x="155" y="1240"/>
                    <a:pt x="288" y="1267"/>
                    <a:pt x="420" y="1267"/>
                  </a:cubicBezTo>
                  <a:cubicBezTo>
                    <a:pt x="564" y="1267"/>
                    <a:pt x="706" y="1235"/>
                    <a:pt x="830" y="1165"/>
                  </a:cubicBezTo>
                  <a:cubicBezTo>
                    <a:pt x="1069" y="1031"/>
                    <a:pt x="1229" y="747"/>
                    <a:pt x="1185" y="474"/>
                  </a:cubicBezTo>
                  <a:cubicBezTo>
                    <a:pt x="1142" y="217"/>
                    <a:pt x="905" y="1"/>
                    <a:pt x="650" y="1"/>
                  </a:cubicBezTo>
                  <a:close/>
                </a:path>
              </a:pathLst>
            </a:custGeom>
            <a:solidFill>
              <a:srgbClr val="FFBE9D"/>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8" name="Google Shape;778;p46"/>
            <p:cNvSpPr/>
            <p:nvPr/>
          </p:nvSpPr>
          <p:spPr>
            <a:xfrm>
              <a:off x="7929107" y="2168784"/>
              <a:ext cx="21887" cy="29593"/>
            </a:xfrm>
            <a:custGeom>
              <a:rect b="b" l="l" r="r" t="t"/>
              <a:pathLst>
                <a:path extrusionOk="0" h="722" w="534">
                  <a:moveTo>
                    <a:pt x="261" y="1"/>
                  </a:moveTo>
                  <a:cubicBezTo>
                    <a:pt x="234" y="1"/>
                    <a:pt x="208" y="5"/>
                    <a:pt x="186" y="10"/>
                  </a:cubicBezTo>
                  <a:cubicBezTo>
                    <a:pt x="55" y="47"/>
                    <a:pt x="3" y="103"/>
                    <a:pt x="7" y="115"/>
                  </a:cubicBezTo>
                  <a:cubicBezTo>
                    <a:pt x="8" y="119"/>
                    <a:pt x="14" y="121"/>
                    <a:pt x="22" y="121"/>
                  </a:cubicBezTo>
                  <a:cubicBezTo>
                    <a:pt x="50" y="121"/>
                    <a:pt x="114" y="101"/>
                    <a:pt x="198" y="96"/>
                  </a:cubicBezTo>
                  <a:cubicBezTo>
                    <a:pt x="204" y="95"/>
                    <a:pt x="210" y="95"/>
                    <a:pt x="217" y="95"/>
                  </a:cubicBezTo>
                  <a:cubicBezTo>
                    <a:pt x="264" y="95"/>
                    <a:pt x="318" y="108"/>
                    <a:pt x="354" y="141"/>
                  </a:cubicBezTo>
                  <a:cubicBezTo>
                    <a:pt x="395" y="178"/>
                    <a:pt x="410" y="253"/>
                    <a:pt x="406" y="331"/>
                  </a:cubicBezTo>
                  <a:cubicBezTo>
                    <a:pt x="395" y="496"/>
                    <a:pt x="291" y="611"/>
                    <a:pt x="189" y="637"/>
                  </a:cubicBezTo>
                  <a:cubicBezTo>
                    <a:pt x="156" y="647"/>
                    <a:pt x="126" y="650"/>
                    <a:pt x="101" y="650"/>
                  </a:cubicBezTo>
                  <a:cubicBezTo>
                    <a:pt x="66" y="650"/>
                    <a:pt x="40" y="645"/>
                    <a:pt x="24" y="645"/>
                  </a:cubicBezTo>
                  <a:cubicBezTo>
                    <a:pt x="17" y="645"/>
                    <a:pt x="13" y="646"/>
                    <a:pt x="10" y="649"/>
                  </a:cubicBezTo>
                  <a:cubicBezTo>
                    <a:pt x="0" y="656"/>
                    <a:pt x="56" y="722"/>
                    <a:pt x="174" y="722"/>
                  </a:cubicBezTo>
                  <a:cubicBezTo>
                    <a:pt x="185" y="722"/>
                    <a:pt x="196" y="721"/>
                    <a:pt x="208" y="720"/>
                  </a:cubicBezTo>
                  <a:cubicBezTo>
                    <a:pt x="272" y="712"/>
                    <a:pt x="358" y="679"/>
                    <a:pt x="417" y="608"/>
                  </a:cubicBezTo>
                  <a:cubicBezTo>
                    <a:pt x="481" y="541"/>
                    <a:pt x="518" y="443"/>
                    <a:pt x="526" y="339"/>
                  </a:cubicBezTo>
                  <a:cubicBezTo>
                    <a:pt x="534" y="241"/>
                    <a:pt x="511" y="125"/>
                    <a:pt x="425" y="58"/>
                  </a:cubicBezTo>
                  <a:cubicBezTo>
                    <a:pt x="371" y="14"/>
                    <a:pt x="313" y="1"/>
                    <a:pt x="261" y="1"/>
                  </a:cubicBezTo>
                  <a:close/>
                </a:path>
              </a:pathLst>
            </a:custGeom>
            <a:solidFill>
              <a:srgbClr val="EB996E"/>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79" name="Google Shape;779;p46"/>
            <p:cNvSpPr/>
            <p:nvPr/>
          </p:nvSpPr>
          <p:spPr>
            <a:xfrm>
              <a:off x="7669130" y="1993363"/>
              <a:ext cx="263673" cy="172393"/>
            </a:xfrm>
            <a:custGeom>
              <a:rect b="b" l="l" r="r" t="t"/>
              <a:pathLst>
                <a:path extrusionOk="0" h="4206" w="6433">
                  <a:moveTo>
                    <a:pt x="3021" y="0"/>
                  </a:moveTo>
                  <a:cubicBezTo>
                    <a:pt x="2150" y="0"/>
                    <a:pt x="1279" y="330"/>
                    <a:pt x="635" y="921"/>
                  </a:cubicBezTo>
                  <a:cubicBezTo>
                    <a:pt x="0" y="1709"/>
                    <a:pt x="848" y="2209"/>
                    <a:pt x="1270" y="2538"/>
                  </a:cubicBezTo>
                  <a:cubicBezTo>
                    <a:pt x="1535" y="2745"/>
                    <a:pt x="2224" y="3224"/>
                    <a:pt x="2925" y="3224"/>
                  </a:cubicBezTo>
                  <a:cubicBezTo>
                    <a:pt x="3083" y="3224"/>
                    <a:pt x="3241" y="3200"/>
                    <a:pt x="3395" y="3143"/>
                  </a:cubicBezTo>
                  <a:cubicBezTo>
                    <a:pt x="3100" y="2743"/>
                    <a:pt x="2760" y="2568"/>
                    <a:pt x="2629" y="2187"/>
                  </a:cubicBezTo>
                  <a:lnTo>
                    <a:pt x="2629" y="2187"/>
                  </a:lnTo>
                  <a:cubicBezTo>
                    <a:pt x="2973" y="2673"/>
                    <a:pt x="3336" y="3038"/>
                    <a:pt x="3926" y="3098"/>
                  </a:cubicBezTo>
                  <a:cubicBezTo>
                    <a:pt x="3806" y="2755"/>
                    <a:pt x="3642" y="2056"/>
                    <a:pt x="3769" y="2026"/>
                  </a:cubicBezTo>
                  <a:lnTo>
                    <a:pt x="3769" y="2026"/>
                  </a:lnTo>
                  <a:cubicBezTo>
                    <a:pt x="3903" y="3195"/>
                    <a:pt x="4859" y="4205"/>
                    <a:pt x="5682" y="4205"/>
                  </a:cubicBezTo>
                  <a:cubicBezTo>
                    <a:pt x="5821" y="4205"/>
                    <a:pt x="5957" y="4176"/>
                    <a:pt x="6084" y="4114"/>
                  </a:cubicBezTo>
                  <a:cubicBezTo>
                    <a:pt x="6432" y="3263"/>
                    <a:pt x="6308" y="2250"/>
                    <a:pt x="5812" y="1481"/>
                  </a:cubicBezTo>
                  <a:cubicBezTo>
                    <a:pt x="5315" y="708"/>
                    <a:pt x="4467" y="185"/>
                    <a:pt x="3560" y="43"/>
                  </a:cubicBezTo>
                  <a:cubicBezTo>
                    <a:pt x="3382" y="15"/>
                    <a:pt x="3201" y="0"/>
                    <a:pt x="302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0" name="Google Shape;780;p46"/>
            <p:cNvSpPr/>
            <p:nvPr/>
          </p:nvSpPr>
          <p:spPr>
            <a:xfrm>
              <a:off x="7910376" y="2196737"/>
              <a:ext cx="37299" cy="36766"/>
            </a:xfrm>
            <a:custGeom>
              <a:rect b="b" l="l" r="r" t="t"/>
              <a:pathLst>
                <a:path extrusionOk="0" h="897" w="910">
                  <a:moveTo>
                    <a:pt x="336" y="1"/>
                  </a:moveTo>
                  <a:cubicBezTo>
                    <a:pt x="305" y="1"/>
                    <a:pt x="199" y="32"/>
                    <a:pt x="101" y="164"/>
                  </a:cubicBezTo>
                  <a:cubicBezTo>
                    <a:pt x="45" y="243"/>
                    <a:pt x="0" y="359"/>
                    <a:pt x="19" y="490"/>
                  </a:cubicBezTo>
                  <a:cubicBezTo>
                    <a:pt x="34" y="617"/>
                    <a:pt x="105" y="759"/>
                    <a:pt x="240" y="837"/>
                  </a:cubicBezTo>
                  <a:cubicBezTo>
                    <a:pt x="312" y="878"/>
                    <a:pt x="392" y="897"/>
                    <a:pt x="467" y="897"/>
                  </a:cubicBezTo>
                  <a:cubicBezTo>
                    <a:pt x="535" y="897"/>
                    <a:pt x="600" y="882"/>
                    <a:pt x="655" y="855"/>
                  </a:cubicBezTo>
                  <a:cubicBezTo>
                    <a:pt x="777" y="800"/>
                    <a:pt x="848" y="688"/>
                    <a:pt x="871" y="594"/>
                  </a:cubicBezTo>
                  <a:cubicBezTo>
                    <a:pt x="910" y="407"/>
                    <a:pt x="821" y="306"/>
                    <a:pt x="805" y="306"/>
                  </a:cubicBezTo>
                  <a:cubicBezTo>
                    <a:pt x="804" y="306"/>
                    <a:pt x="804" y="306"/>
                    <a:pt x="803" y="307"/>
                  </a:cubicBezTo>
                  <a:cubicBezTo>
                    <a:pt x="785" y="314"/>
                    <a:pt x="845" y="419"/>
                    <a:pt x="789" y="568"/>
                  </a:cubicBezTo>
                  <a:cubicBezTo>
                    <a:pt x="762" y="643"/>
                    <a:pt x="703" y="717"/>
                    <a:pt x="610" y="755"/>
                  </a:cubicBezTo>
                  <a:cubicBezTo>
                    <a:pt x="570" y="771"/>
                    <a:pt x="525" y="780"/>
                    <a:pt x="478" y="780"/>
                  </a:cubicBezTo>
                  <a:cubicBezTo>
                    <a:pt x="419" y="780"/>
                    <a:pt x="357" y="766"/>
                    <a:pt x="303" y="733"/>
                  </a:cubicBezTo>
                  <a:cubicBezTo>
                    <a:pt x="206" y="676"/>
                    <a:pt x="146" y="572"/>
                    <a:pt x="127" y="474"/>
                  </a:cubicBezTo>
                  <a:cubicBezTo>
                    <a:pt x="109" y="374"/>
                    <a:pt x="135" y="281"/>
                    <a:pt x="172" y="209"/>
                  </a:cubicBezTo>
                  <a:cubicBezTo>
                    <a:pt x="251" y="67"/>
                    <a:pt x="355" y="19"/>
                    <a:pt x="344" y="4"/>
                  </a:cubicBezTo>
                  <a:cubicBezTo>
                    <a:pt x="344" y="2"/>
                    <a:pt x="341" y="1"/>
                    <a:pt x="336" y="1"/>
                  </a:cubicBezTo>
                  <a:close/>
                </a:path>
              </a:pathLst>
            </a:custGeom>
            <a:solidFill>
              <a:schemeClr val="dk2"/>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1" name="Google Shape;781;p46"/>
            <p:cNvSpPr/>
            <p:nvPr/>
          </p:nvSpPr>
          <p:spPr>
            <a:xfrm>
              <a:off x="7457229" y="2394823"/>
              <a:ext cx="653915" cy="794461"/>
            </a:xfrm>
            <a:custGeom>
              <a:rect b="b" l="l" r="r" t="t"/>
              <a:pathLst>
                <a:path extrusionOk="0" h="19383" w="15954">
                  <a:moveTo>
                    <a:pt x="11004" y="1"/>
                  </a:moveTo>
                  <a:cubicBezTo>
                    <a:pt x="11004" y="1"/>
                    <a:pt x="11055" y="343"/>
                    <a:pt x="9871" y="343"/>
                  </a:cubicBezTo>
                  <a:cubicBezTo>
                    <a:pt x="9305" y="343"/>
                    <a:pt x="8458" y="265"/>
                    <a:pt x="7187" y="34"/>
                  </a:cubicBezTo>
                  <a:cubicBezTo>
                    <a:pt x="7127" y="23"/>
                    <a:pt x="7060" y="18"/>
                    <a:pt x="6986" y="18"/>
                  </a:cubicBezTo>
                  <a:cubicBezTo>
                    <a:pt x="5279" y="18"/>
                    <a:pt x="1" y="2790"/>
                    <a:pt x="1" y="2790"/>
                  </a:cubicBezTo>
                  <a:lnTo>
                    <a:pt x="1879" y="7359"/>
                  </a:lnTo>
                  <a:lnTo>
                    <a:pt x="4042" y="6907"/>
                  </a:lnTo>
                  <a:lnTo>
                    <a:pt x="4710" y="10548"/>
                  </a:lnTo>
                  <a:cubicBezTo>
                    <a:pt x="3803" y="13551"/>
                    <a:pt x="3317" y="16218"/>
                    <a:pt x="3317" y="16218"/>
                  </a:cubicBezTo>
                  <a:lnTo>
                    <a:pt x="8382" y="19382"/>
                  </a:lnTo>
                  <a:lnTo>
                    <a:pt x="9167" y="17899"/>
                  </a:lnTo>
                  <a:lnTo>
                    <a:pt x="10418" y="19091"/>
                  </a:lnTo>
                  <a:lnTo>
                    <a:pt x="15819" y="16218"/>
                  </a:lnTo>
                  <a:cubicBezTo>
                    <a:pt x="15150" y="12749"/>
                    <a:pt x="13466" y="11852"/>
                    <a:pt x="13466" y="11288"/>
                  </a:cubicBezTo>
                  <a:cubicBezTo>
                    <a:pt x="13466" y="9686"/>
                    <a:pt x="13230" y="11243"/>
                    <a:pt x="14590" y="5895"/>
                  </a:cubicBezTo>
                  <a:cubicBezTo>
                    <a:pt x="15953" y="549"/>
                    <a:pt x="11004" y="1"/>
                    <a:pt x="11004" y="1"/>
                  </a:cubicBezTo>
                  <a:close/>
                </a:path>
              </a:pathLst>
            </a:custGeom>
            <a:solidFill>
              <a:schemeClr val="accent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2" name="Google Shape;782;p46"/>
            <p:cNvSpPr/>
            <p:nvPr/>
          </p:nvSpPr>
          <p:spPr>
            <a:xfrm>
              <a:off x="7749914" y="2394823"/>
              <a:ext cx="158376" cy="153621"/>
            </a:xfrm>
            <a:custGeom>
              <a:rect b="b" l="l" r="r" t="t"/>
              <a:pathLst>
                <a:path extrusionOk="0" h="3748" w="3864">
                  <a:moveTo>
                    <a:pt x="3863" y="1"/>
                  </a:moveTo>
                  <a:lnTo>
                    <a:pt x="46" y="34"/>
                  </a:lnTo>
                  <a:cubicBezTo>
                    <a:pt x="46" y="34"/>
                    <a:pt x="1" y="3747"/>
                    <a:pt x="856" y="3747"/>
                  </a:cubicBezTo>
                  <a:cubicBezTo>
                    <a:pt x="884" y="3747"/>
                    <a:pt x="913" y="3743"/>
                    <a:pt x="943" y="3735"/>
                  </a:cubicBezTo>
                  <a:cubicBezTo>
                    <a:pt x="1887" y="3478"/>
                    <a:pt x="3785" y="1775"/>
                    <a:pt x="3863" y="1"/>
                  </a:cubicBezTo>
                  <a:close/>
                </a:path>
              </a:pathLst>
            </a:custGeom>
            <a:solidFill>
              <a:srgbClr val="FFBE9D"/>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3" name="Google Shape;783;p46"/>
            <p:cNvSpPr/>
            <p:nvPr/>
          </p:nvSpPr>
          <p:spPr>
            <a:xfrm>
              <a:off x="7760202" y="2565981"/>
              <a:ext cx="14264" cy="114560"/>
            </a:xfrm>
            <a:custGeom>
              <a:rect b="b" l="l" r="r" t="t"/>
              <a:pathLst>
                <a:path extrusionOk="0" h="2795" w="348">
                  <a:moveTo>
                    <a:pt x="314" y="0"/>
                  </a:moveTo>
                  <a:cubicBezTo>
                    <a:pt x="284" y="0"/>
                    <a:pt x="190" y="623"/>
                    <a:pt x="116" y="1390"/>
                  </a:cubicBezTo>
                  <a:cubicBezTo>
                    <a:pt x="38" y="2163"/>
                    <a:pt x="0" y="2791"/>
                    <a:pt x="34" y="2794"/>
                  </a:cubicBezTo>
                  <a:cubicBezTo>
                    <a:pt x="34" y="2794"/>
                    <a:pt x="34" y="2794"/>
                    <a:pt x="34" y="2794"/>
                  </a:cubicBezTo>
                  <a:cubicBezTo>
                    <a:pt x="68" y="2794"/>
                    <a:pt x="158" y="2172"/>
                    <a:pt x="235" y="1405"/>
                  </a:cubicBezTo>
                  <a:cubicBezTo>
                    <a:pt x="311" y="631"/>
                    <a:pt x="347" y="4"/>
                    <a:pt x="314" y="0"/>
                  </a:cubicBezTo>
                  <a:cubicBezTo>
                    <a:pt x="314" y="0"/>
                    <a:pt x="314" y="0"/>
                    <a:pt x="31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4" name="Google Shape;784;p46"/>
            <p:cNvSpPr/>
            <p:nvPr/>
          </p:nvSpPr>
          <p:spPr>
            <a:xfrm>
              <a:off x="7781761" y="2575162"/>
              <a:ext cx="6476" cy="92181"/>
            </a:xfrm>
            <a:custGeom>
              <a:rect b="b" l="l" r="r" t="t"/>
              <a:pathLst>
                <a:path extrusionOk="0" h="2249" w="158">
                  <a:moveTo>
                    <a:pt x="50" y="0"/>
                  </a:moveTo>
                  <a:cubicBezTo>
                    <a:pt x="50" y="0"/>
                    <a:pt x="50" y="0"/>
                    <a:pt x="50" y="0"/>
                  </a:cubicBezTo>
                  <a:cubicBezTo>
                    <a:pt x="16" y="0"/>
                    <a:pt x="1" y="505"/>
                    <a:pt x="19" y="1124"/>
                  </a:cubicBezTo>
                  <a:cubicBezTo>
                    <a:pt x="35" y="1746"/>
                    <a:pt x="76" y="2249"/>
                    <a:pt x="109" y="2249"/>
                  </a:cubicBezTo>
                  <a:cubicBezTo>
                    <a:pt x="109" y="2249"/>
                    <a:pt x="109" y="2249"/>
                    <a:pt x="109" y="2249"/>
                  </a:cubicBezTo>
                  <a:cubicBezTo>
                    <a:pt x="143" y="2249"/>
                    <a:pt x="158" y="1745"/>
                    <a:pt x="140" y="1124"/>
                  </a:cubicBezTo>
                  <a:cubicBezTo>
                    <a:pt x="124" y="503"/>
                    <a:pt x="83" y="0"/>
                    <a:pt x="50"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5" name="Google Shape;785;p46"/>
            <p:cNvSpPr/>
            <p:nvPr/>
          </p:nvSpPr>
          <p:spPr>
            <a:xfrm>
              <a:off x="7749176" y="2681644"/>
              <a:ext cx="10001" cy="14796"/>
            </a:xfrm>
            <a:custGeom>
              <a:rect b="b" l="l" r="r" t="t"/>
              <a:pathLst>
                <a:path extrusionOk="0" h="361" w="244">
                  <a:moveTo>
                    <a:pt x="203" y="0"/>
                  </a:moveTo>
                  <a:cubicBezTo>
                    <a:pt x="170" y="0"/>
                    <a:pt x="97" y="49"/>
                    <a:pt x="53" y="144"/>
                  </a:cubicBezTo>
                  <a:cubicBezTo>
                    <a:pt x="1" y="256"/>
                    <a:pt x="27" y="361"/>
                    <a:pt x="56" y="361"/>
                  </a:cubicBezTo>
                  <a:cubicBezTo>
                    <a:pt x="90" y="361"/>
                    <a:pt x="120" y="283"/>
                    <a:pt x="161" y="193"/>
                  </a:cubicBezTo>
                  <a:cubicBezTo>
                    <a:pt x="202" y="107"/>
                    <a:pt x="243" y="32"/>
                    <a:pt x="217" y="6"/>
                  </a:cubicBezTo>
                  <a:cubicBezTo>
                    <a:pt x="214" y="2"/>
                    <a:pt x="210" y="0"/>
                    <a:pt x="20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6" name="Google Shape;786;p46"/>
            <p:cNvSpPr/>
            <p:nvPr/>
          </p:nvSpPr>
          <p:spPr>
            <a:xfrm>
              <a:off x="7754997" y="2683243"/>
              <a:ext cx="6312" cy="13239"/>
            </a:xfrm>
            <a:custGeom>
              <a:rect b="b" l="l" r="r" t="t"/>
              <a:pathLst>
                <a:path extrusionOk="0" h="323" w="154">
                  <a:moveTo>
                    <a:pt x="103" y="0"/>
                  </a:moveTo>
                  <a:cubicBezTo>
                    <a:pt x="71" y="0"/>
                    <a:pt x="33" y="65"/>
                    <a:pt x="19" y="149"/>
                  </a:cubicBezTo>
                  <a:cubicBezTo>
                    <a:pt x="0" y="236"/>
                    <a:pt x="12" y="314"/>
                    <a:pt x="45" y="322"/>
                  </a:cubicBezTo>
                  <a:cubicBezTo>
                    <a:pt x="47" y="322"/>
                    <a:pt x="48" y="322"/>
                    <a:pt x="50" y="322"/>
                  </a:cubicBezTo>
                  <a:cubicBezTo>
                    <a:pt x="83" y="322"/>
                    <a:pt x="117" y="257"/>
                    <a:pt x="135" y="172"/>
                  </a:cubicBezTo>
                  <a:cubicBezTo>
                    <a:pt x="153" y="82"/>
                    <a:pt x="143" y="8"/>
                    <a:pt x="109" y="1"/>
                  </a:cubicBezTo>
                  <a:cubicBezTo>
                    <a:pt x="107" y="0"/>
                    <a:pt x="105" y="0"/>
                    <a:pt x="10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7" name="Google Shape;787;p46"/>
            <p:cNvSpPr/>
            <p:nvPr/>
          </p:nvSpPr>
          <p:spPr>
            <a:xfrm>
              <a:off x="7758357" y="2683243"/>
              <a:ext cx="5697" cy="13198"/>
            </a:xfrm>
            <a:custGeom>
              <a:rect b="b" l="l" r="r" t="t"/>
              <a:pathLst>
                <a:path extrusionOk="0" h="322" w="139">
                  <a:moveTo>
                    <a:pt x="55" y="1"/>
                  </a:moveTo>
                  <a:cubicBezTo>
                    <a:pt x="54" y="1"/>
                    <a:pt x="53" y="1"/>
                    <a:pt x="53" y="1"/>
                  </a:cubicBezTo>
                  <a:cubicBezTo>
                    <a:pt x="19" y="4"/>
                    <a:pt x="1" y="79"/>
                    <a:pt x="8" y="168"/>
                  </a:cubicBezTo>
                  <a:cubicBezTo>
                    <a:pt x="19" y="252"/>
                    <a:pt x="51" y="322"/>
                    <a:pt x="84" y="322"/>
                  </a:cubicBezTo>
                  <a:cubicBezTo>
                    <a:pt x="85" y="322"/>
                    <a:pt x="86" y="322"/>
                    <a:pt x="87" y="322"/>
                  </a:cubicBezTo>
                  <a:cubicBezTo>
                    <a:pt x="120" y="318"/>
                    <a:pt x="139" y="244"/>
                    <a:pt x="128" y="154"/>
                  </a:cubicBezTo>
                  <a:cubicBezTo>
                    <a:pt x="120" y="70"/>
                    <a:pt x="88" y="1"/>
                    <a:pt x="55"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8" name="Google Shape;788;p46"/>
            <p:cNvSpPr/>
            <p:nvPr/>
          </p:nvSpPr>
          <p:spPr>
            <a:xfrm>
              <a:off x="7759915" y="2679021"/>
              <a:ext cx="12665" cy="20043"/>
            </a:xfrm>
            <a:custGeom>
              <a:rect b="b" l="l" r="r" t="t"/>
              <a:pathLst>
                <a:path extrusionOk="0" h="489" w="309">
                  <a:moveTo>
                    <a:pt x="36" y="0"/>
                  </a:moveTo>
                  <a:cubicBezTo>
                    <a:pt x="30" y="0"/>
                    <a:pt x="25" y="2"/>
                    <a:pt x="23" y="6"/>
                  </a:cubicBezTo>
                  <a:cubicBezTo>
                    <a:pt x="0" y="33"/>
                    <a:pt x="71" y="126"/>
                    <a:pt x="127" y="249"/>
                  </a:cubicBezTo>
                  <a:cubicBezTo>
                    <a:pt x="187" y="373"/>
                    <a:pt x="213" y="488"/>
                    <a:pt x="247" y="488"/>
                  </a:cubicBezTo>
                  <a:cubicBezTo>
                    <a:pt x="247" y="488"/>
                    <a:pt x="248" y="488"/>
                    <a:pt x="248" y="488"/>
                  </a:cubicBezTo>
                  <a:cubicBezTo>
                    <a:pt x="281" y="488"/>
                    <a:pt x="309" y="348"/>
                    <a:pt x="235" y="200"/>
                  </a:cubicBezTo>
                  <a:cubicBezTo>
                    <a:pt x="177" y="69"/>
                    <a:pt x="75" y="0"/>
                    <a:pt x="3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89" name="Google Shape;789;p46"/>
            <p:cNvSpPr/>
            <p:nvPr/>
          </p:nvSpPr>
          <p:spPr>
            <a:xfrm>
              <a:off x="7783318" y="2663447"/>
              <a:ext cx="5246" cy="18485"/>
            </a:xfrm>
            <a:custGeom>
              <a:rect b="b" l="l" r="r" t="t"/>
              <a:pathLst>
                <a:path extrusionOk="0" h="451" w="128">
                  <a:moveTo>
                    <a:pt x="89" y="1"/>
                  </a:moveTo>
                  <a:cubicBezTo>
                    <a:pt x="58" y="1"/>
                    <a:pt x="0" y="94"/>
                    <a:pt x="0" y="225"/>
                  </a:cubicBezTo>
                  <a:cubicBezTo>
                    <a:pt x="0" y="356"/>
                    <a:pt x="57" y="451"/>
                    <a:pt x="88" y="451"/>
                  </a:cubicBezTo>
                  <a:cubicBezTo>
                    <a:pt x="90" y="451"/>
                    <a:pt x="92" y="450"/>
                    <a:pt x="94" y="450"/>
                  </a:cubicBezTo>
                  <a:cubicBezTo>
                    <a:pt x="128" y="439"/>
                    <a:pt x="120" y="341"/>
                    <a:pt x="120" y="225"/>
                  </a:cubicBezTo>
                  <a:cubicBezTo>
                    <a:pt x="120" y="110"/>
                    <a:pt x="128" y="9"/>
                    <a:pt x="94" y="1"/>
                  </a:cubicBezTo>
                  <a:cubicBezTo>
                    <a:pt x="92" y="1"/>
                    <a:pt x="90" y="1"/>
                    <a:pt x="8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0" name="Google Shape;790;p46"/>
            <p:cNvSpPr/>
            <p:nvPr/>
          </p:nvSpPr>
          <p:spPr>
            <a:xfrm>
              <a:off x="7788810" y="2664717"/>
              <a:ext cx="5574" cy="14592"/>
            </a:xfrm>
            <a:custGeom>
              <a:rect b="b" l="l" r="r" t="t"/>
              <a:pathLst>
                <a:path extrusionOk="0" h="356" w="136">
                  <a:moveTo>
                    <a:pt x="53" y="1"/>
                  </a:moveTo>
                  <a:cubicBezTo>
                    <a:pt x="20" y="4"/>
                    <a:pt x="1" y="86"/>
                    <a:pt x="8" y="184"/>
                  </a:cubicBezTo>
                  <a:cubicBezTo>
                    <a:pt x="16" y="278"/>
                    <a:pt x="51" y="355"/>
                    <a:pt x="81" y="355"/>
                  </a:cubicBezTo>
                  <a:cubicBezTo>
                    <a:pt x="82" y="355"/>
                    <a:pt x="82" y="355"/>
                    <a:pt x="83" y="355"/>
                  </a:cubicBezTo>
                  <a:cubicBezTo>
                    <a:pt x="116" y="351"/>
                    <a:pt x="135" y="270"/>
                    <a:pt x="128" y="172"/>
                  </a:cubicBezTo>
                  <a:cubicBezTo>
                    <a:pt x="120" y="75"/>
                    <a:pt x="83" y="1"/>
                    <a:pt x="5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1" name="Google Shape;791;p46"/>
            <p:cNvSpPr/>
            <p:nvPr/>
          </p:nvSpPr>
          <p:spPr>
            <a:xfrm>
              <a:off x="7790040" y="2665865"/>
              <a:ext cx="11395" cy="12296"/>
            </a:xfrm>
            <a:custGeom>
              <a:rect b="b" l="l" r="r" t="t"/>
              <a:pathLst>
                <a:path extrusionOk="0" h="300" w="278">
                  <a:moveTo>
                    <a:pt x="44" y="1"/>
                  </a:moveTo>
                  <a:cubicBezTo>
                    <a:pt x="37" y="1"/>
                    <a:pt x="32" y="2"/>
                    <a:pt x="27" y="6"/>
                  </a:cubicBezTo>
                  <a:cubicBezTo>
                    <a:pt x="0" y="25"/>
                    <a:pt x="31" y="107"/>
                    <a:pt x="90" y="185"/>
                  </a:cubicBezTo>
                  <a:cubicBezTo>
                    <a:pt x="143" y="254"/>
                    <a:pt x="201" y="299"/>
                    <a:pt x="235" y="299"/>
                  </a:cubicBezTo>
                  <a:cubicBezTo>
                    <a:pt x="241" y="299"/>
                    <a:pt x="247" y="297"/>
                    <a:pt x="251" y="294"/>
                  </a:cubicBezTo>
                  <a:cubicBezTo>
                    <a:pt x="277" y="275"/>
                    <a:pt x="247" y="192"/>
                    <a:pt x="188" y="114"/>
                  </a:cubicBezTo>
                  <a:cubicBezTo>
                    <a:pt x="135" y="46"/>
                    <a:pt x="76" y="1"/>
                    <a:pt x="4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2" name="Google Shape;792;p46"/>
            <p:cNvSpPr/>
            <p:nvPr/>
          </p:nvSpPr>
          <p:spPr>
            <a:xfrm>
              <a:off x="7790655" y="2664020"/>
              <a:ext cx="13526" cy="11395"/>
            </a:xfrm>
            <a:custGeom>
              <a:rect b="b" l="l" r="r" t="t"/>
              <a:pathLst>
                <a:path extrusionOk="0" h="278" w="330">
                  <a:moveTo>
                    <a:pt x="53" y="0"/>
                  </a:moveTo>
                  <a:cubicBezTo>
                    <a:pt x="30" y="0"/>
                    <a:pt x="15" y="7"/>
                    <a:pt x="12" y="18"/>
                  </a:cubicBezTo>
                  <a:cubicBezTo>
                    <a:pt x="1" y="51"/>
                    <a:pt x="68" y="99"/>
                    <a:pt x="139" y="167"/>
                  </a:cubicBezTo>
                  <a:cubicBezTo>
                    <a:pt x="206" y="221"/>
                    <a:pt x="258" y="277"/>
                    <a:pt x="289" y="277"/>
                  </a:cubicBezTo>
                  <a:cubicBezTo>
                    <a:pt x="293" y="277"/>
                    <a:pt x="296" y="277"/>
                    <a:pt x="299" y="275"/>
                  </a:cubicBezTo>
                  <a:cubicBezTo>
                    <a:pt x="330" y="264"/>
                    <a:pt x="311" y="159"/>
                    <a:pt x="221" y="77"/>
                  </a:cubicBezTo>
                  <a:cubicBezTo>
                    <a:pt x="161" y="22"/>
                    <a:pt x="95" y="0"/>
                    <a:pt x="5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3" name="Google Shape;793;p46"/>
            <p:cNvSpPr/>
            <p:nvPr/>
          </p:nvSpPr>
          <p:spPr>
            <a:xfrm>
              <a:off x="7731716" y="2413267"/>
              <a:ext cx="17338" cy="15329"/>
            </a:xfrm>
            <a:custGeom>
              <a:rect b="b" l="l" r="r" t="t"/>
              <a:pathLst>
                <a:path extrusionOk="0" h="374" w="423">
                  <a:moveTo>
                    <a:pt x="199" y="21"/>
                  </a:moveTo>
                  <a:cubicBezTo>
                    <a:pt x="202" y="40"/>
                    <a:pt x="251" y="44"/>
                    <a:pt x="285" y="99"/>
                  </a:cubicBezTo>
                  <a:cubicBezTo>
                    <a:pt x="325" y="159"/>
                    <a:pt x="314" y="242"/>
                    <a:pt x="221" y="253"/>
                  </a:cubicBezTo>
                  <a:cubicBezTo>
                    <a:pt x="217" y="253"/>
                    <a:pt x="213" y="253"/>
                    <a:pt x="210" y="253"/>
                  </a:cubicBezTo>
                  <a:cubicBezTo>
                    <a:pt x="126" y="253"/>
                    <a:pt x="102" y="179"/>
                    <a:pt x="128" y="118"/>
                  </a:cubicBezTo>
                  <a:cubicBezTo>
                    <a:pt x="150" y="54"/>
                    <a:pt x="199" y="40"/>
                    <a:pt x="199" y="21"/>
                  </a:cubicBezTo>
                  <a:close/>
                  <a:moveTo>
                    <a:pt x="245" y="0"/>
                  </a:moveTo>
                  <a:cubicBezTo>
                    <a:pt x="218" y="0"/>
                    <a:pt x="200" y="10"/>
                    <a:pt x="198" y="18"/>
                  </a:cubicBezTo>
                  <a:lnTo>
                    <a:pt x="198" y="18"/>
                  </a:lnTo>
                  <a:cubicBezTo>
                    <a:pt x="196" y="13"/>
                    <a:pt x="184" y="8"/>
                    <a:pt x="167" y="8"/>
                  </a:cubicBezTo>
                  <a:cubicBezTo>
                    <a:pt x="138" y="8"/>
                    <a:pt x="94" y="22"/>
                    <a:pt x="56" y="73"/>
                  </a:cubicBezTo>
                  <a:cubicBezTo>
                    <a:pt x="27" y="115"/>
                    <a:pt x="1" y="182"/>
                    <a:pt x="30" y="256"/>
                  </a:cubicBezTo>
                  <a:cubicBezTo>
                    <a:pt x="54" y="327"/>
                    <a:pt x="132" y="374"/>
                    <a:pt x="207" y="374"/>
                  </a:cubicBezTo>
                  <a:cubicBezTo>
                    <a:pt x="216" y="374"/>
                    <a:pt x="224" y="373"/>
                    <a:pt x="232" y="372"/>
                  </a:cubicBezTo>
                  <a:cubicBezTo>
                    <a:pt x="318" y="365"/>
                    <a:pt x="401" y="301"/>
                    <a:pt x="411" y="219"/>
                  </a:cubicBezTo>
                  <a:cubicBezTo>
                    <a:pt x="423" y="141"/>
                    <a:pt x="385" y="80"/>
                    <a:pt x="352" y="44"/>
                  </a:cubicBezTo>
                  <a:cubicBezTo>
                    <a:pt x="312" y="10"/>
                    <a:pt x="274" y="0"/>
                    <a:pt x="24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4" name="Google Shape;794;p46"/>
            <p:cNvSpPr/>
            <p:nvPr/>
          </p:nvSpPr>
          <p:spPr>
            <a:xfrm>
              <a:off x="7733561" y="2437449"/>
              <a:ext cx="10903" cy="7706"/>
            </a:xfrm>
            <a:custGeom>
              <a:rect b="b" l="l" r="r" t="t"/>
              <a:pathLst>
                <a:path extrusionOk="0" h="188" w="266">
                  <a:moveTo>
                    <a:pt x="55" y="1"/>
                  </a:moveTo>
                  <a:cubicBezTo>
                    <a:pt x="40" y="1"/>
                    <a:pt x="27" y="5"/>
                    <a:pt x="19" y="14"/>
                  </a:cubicBezTo>
                  <a:cubicBezTo>
                    <a:pt x="1" y="40"/>
                    <a:pt x="38" y="100"/>
                    <a:pt x="97" y="145"/>
                  </a:cubicBezTo>
                  <a:cubicBezTo>
                    <a:pt x="140" y="172"/>
                    <a:pt x="183" y="187"/>
                    <a:pt x="213" y="187"/>
                  </a:cubicBezTo>
                  <a:cubicBezTo>
                    <a:pt x="229" y="187"/>
                    <a:pt x="241" y="183"/>
                    <a:pt x="247" y="174"/>
                  </a:cubicBezTo>
                  <a:cubicBezTo>
                    <a:pt x="266" y="148"/>
                    <a:pt x="232" y="88"/>
                    <a:pt x="168" y="44"/>
                  </a:cubicBezTo>
                  <a:cubicBezTo>
                    <a:pt x="127" y="16"/>
                    <a:pt x="85" y="1"/>
                    <a:pt x="55"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5" name="Google Shape;795;p46"/>
            <p:cNvSpPr/>
            <p:nvPr/>
          </p:nvSpPr>
          <p:spPr>
            <a:xfrm>
              <a:off x="7735487" y="2450769"/>
              <a:ext cx="11763" cy="6476"/>
            </a:xfrm>
            <a:custGeom>
              <a:rect b="b" l="l" r="r" t="t"/>
              <a:pathLst>
                <a:path extrusionOk="0" h="158" w="287">
                  <a:moveTo>
                    <a:pt x="230" y="1"/>
                  </a:moveTo>
                  <a:cubicBezTo>
                    <a:pt x="202" y="1"/>
                    <a:pt x="164" y="16"/>
                    <a:pt x="121" y="32"/>
                  </a:cubicBezTo>
                  <a:cubicBezTo>
                    <a:pt x="66" y="55"/>
                    <a:pt x="9" y="74"/>
                    <a:pt x="6" y="107"/>
                  </a:cubicBezTo>
                  <a:cubicBezTo>
                    <a:pt x="0" y="131"/>
                    <a:pt x="40" y="158"/>
                    <a:pt x="96" y="158"/>
                  </a:cubicBezTo>
                  <a:cubicBezTo>
                    <a:pt x="117" y="158"/>
                    <a:pt x="141" y="154"/>
                    <a:pt x="166" y="144"/>
                  </a:cubicBezTo>
                  <a:cubicBezTo>
                    <a:pt x="256" y="107"/>
                    <a:pt x="286" y="29"/>
                    <a:pt x="260" y="10"/>
                  </a:cubicBezTo>
                  <a:cubicBezTo>
                    <a:pt x="252" y="3"/>
                    <a:pt x="242" y="1"/>
                    <a:pt x="23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6" name="Google Shape;796;p46"/>
            <p:cNvSpPr/>
            <p:nvPr/>
          </p:nvSpPr>
          <p:spPr>
            <a:xfrm>
              <a:off x="7738602" y="2466672"/>
              <a:ext cx="8771" cy="8607"/>
            </a:xfrm>
            <a:custGeom>
              <a:rect b="b" l="l" r="r" t="t"/>
              <a:pathLst>
                <a:path extrusionOk="0" h="210" w="214">
                  <a:moveTo>
                    <a:pt x="167" y="0"/>
                  </a:moveTo>
                  <a:cubicBezTo>
                    <a:pt x="138" y="0"/>
                    <a:pt x="96" y="26"/>
                    <a:pt x="60" y="67"/>
                  </a:cubicBezTo>
                  <a:cubicBezTo>
                    <a:pt x="16" y="119"/>
                    <a:pt x="0" y="179"/>
                    <a:pt x="27" y="201"/>
                  </a:cubicBezTo>
                  <a:cubicBezTo>
                    <a:pt x="34" y="207"/>
                    <a:pt x="42" y="209"/>
                    <a:pt x="51" y="209"/>
                  </a:cubicBezTo>
                  <a:cubicBezTo>
                    <a:pt x="80" y="209"/>
                    <a:pt x="120" y="184"/>
                    <a:pt x="154" y="145"/>
                  </a:cubicBezTo>
                  <a:cubicBezTo>
                    <a:pt x="198" y="89"/>
                    <a:pt x="214" y="29"/>
                    <a:pt x="188" y="6"/>
                  </a:cubicBezTo>
                  <a:cubicBezTo>
                    <a:pt x="182" y="2"/>
                    <a:pt x="175" y="0"/>
                    <a:pt x="167"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7" name="Google Shape;797;p46"/>
            <p:cNvSpPr/>
            <p:nvPr/>
          </p:nvSpPr>
          <p:spPr>
            <a:xfrm>
              <a:off x="7732167" y="2483681"/>
              <a:ext cx="22256" cy="20494"/>
            </a:xfrm>
            <a:custGeom>
              <a:rect b="b" l="l" r="r" t="t"/>
              <a:pathLst>
                <a:path extrusionOk="0" h="500" w="543">
                  <a:moveTo>
                    <a:pt x="334" y="74"/>
                  </a:moveTo>
                  <a:lnTo>
                    <a:pt x="334" y="74"/>
                  </a:lnTo>
                  <a:cubicBezTo>
                    <a:pt x="350" y="87"/>
                    <a:pt x="366" y="104"/>
                    <a:pt x="381" y="126"/>
                  </a:cubicBezTo>
                  <a:cubicBezTo>
                    <a:pt x="412" y="167"/>
                    <a:pt x="426" y="223"/>
                    <a:pt x="404" y="275"/>
                  </a:cubicBezTo>
                  <a:cubicBezTo>
                    <a:pt x="386" y="331"/>
                    <a:pt x="326" y="379"/>
                    <a:pt x="266" y="379"/>
                  </a:cubicBezTo>
                  <a:cubicBezTo>
                    <a:pt x="207" y="379"/>
                    <a:pt x="147" y="327"/>
                    <a:pt x="131" y="275"/>
                  </a:cubicBezTo>
                  <a:cubicBezTo>
                    <a:pt x="117" y="227"/>
                    <a:pt x="139" y="174"/>
                    <a:pt x="176" y="141"/>
                  </a:cubicBezTo>
                  <a:cubicBezTo>
                    <a:pt x="255" y="77"/>
                    <a:pt x="329" y="100"/>
                    <a:pt x="337" y="85"/>
                  </a:cubicBezTo>
                  <a:cubicBezTo>
                    <a:pt x="340" y="83"/>
                    <a:pt x="339" y="79"/>
                    <a:pt x="334" y="74"/>
                  </a:cubicBezTo>
                  <a:close/>
                  <a:moveTo>
                    <a:pt x="295" y="0"/>
                  </a:moveTo>
                  <a:cubicBezTo>
                    <a:pt x="263" y="0"/>
                    <a:pt x="244" y="11"/>
                    <a:pt x="247" y="17"/>
                  </a:cubicBezTo>
                  <a:cubicBezTo>
                    <a:pt x="245" y="27"/>
                    <a:pt x="275" y="33"/>
                    <a:pt x="313" y="58"/>
                  </a:cubicBezTo>
                  <a:lnTo>
                    <a:pt x="313" y="58"/>
                  </a:lnTo>
                  <a:cubicBezTo>
                    <a:pt x="296" y="49"/>
                    <a:pt x="271" y="41"/>
                    <a:pt x="241" y="41"/>
                  </a:cubicBezTo>
                  <a:cubicBezTo>
                    <a:pt x="209" y="41"/>
                    <a:pt x="171" y="50"/>
                    <a:pt x="128" y="74"/>
                  </a:cubicBezTo>
                  <a:cubicBezTo>
                    <a:pt x="68" y="103"/>
                    <a:pt x="0" y="197"/>
                    <a:pt x="23" y="301"/>
                  </a:cubicBezTo>
                  <a:cubicBezTo>
                    <a:pt x="50" y="402"/>
                    <a:pt x="139" y="496"/>
                    <a:pt x="266" y="500"/>
                  </a:cubicBezTo>
                  <a:cubicBezTo>
                    <a:pt x="393" y="500"/>
                    <a:pt x="483" y="402"/>
                    <a:pt x="509" y="312"/>
                  </a:cubicBezTo>
                  <a:cubicBezTo>
                    <a:pt x="543" y="212"/>
                    <a:pt x="498" y="115"/>
                    <a:pt x="445" y="70"/>
                  </a:cubicBezTo>
                  <a:cubicBezTo>
                    <a:pt x="389" y="15"/>
                    <a:pt x="333" y="0"/>
                    <a:pt x="29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8" name="Google Shape;798;p46"/>
            <p:cNvSpPr/>
            <p:nvPr/>
          </p:nvSpPr>
          <p:spPr>
            <a:xfrm>
              <a:off x="7742291" y="2511224"/>
              <a:ext cx="11231" cy="11231"/>
            </a:xfrm>
            <a:custGeom>
              <a:rect b="b" l="l" r="r" t="t"/>
              <a:pathLst>
                <a:path extrusionOk="0" h="274" w="274">
                  <a:moveTo>
                    <a:pt x="227" y="1"/>
                  </a:moveTo>
                  <a:cubicBezTo>
                    <a:pt x="190" y="1"/>
                    <a:pt x="129" y="27"/>
                    <a:pt x="79" y="85"/>
                  </a:cubicBezTo>
                  <a:cubicBezTo>
                    <a:pt x="4" y="167"/>
                    <a:pt x="0" y="264"/>
                    <a:pt x="34" y="272"/>
                  </a:cubicBezTo>
                  <a:cubicBezTo>
                    <a:pt x="37" y="273"/>
                    <a:pt x="39" y="274"/>
                    <a:pt x="42" y="274"/>
                  </a:cubicBezTo>
                  <a:cubicBezTo>
                    <a:pt x="72" y="274"/>
                    <a:pt x="117" y="222"/>
                    <a:pt x="169" y="164"/>
                  </a:cubicBezTo>
                  <a:cubicBezTo>
                    <a:pt x="224" y="100"/>
                    <a:pt x="273" y="44"/>
                    <a:pt x="258" y="14"/>
                  </a:cubicBezTo>
                  <a:cubicBezTo>
                    <a:pt x="254" y="5"/>
                    <a:pt x="243" y="1"/>
                    <a:pt x="227"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799" name="Google Shape;799;p46"/>
            <p:cNvSpPr/>
            <p:nvPr/>
          </p:nvSpPr>
          <p:spPr>
            <a:xfrm>
              <a:off x="7748275" y="2528889"/>
              <a:ext cx="11190" cy="11190"/>
            </a:xfrm>
            <a:custGeom>
              <a:rect b="b" l="l" r="r" t="t"/>
              <a:pathLst>
                <a:path extrusionOk="0" h="273" w="273">
                  <a:moveTo>
                    <a:pt x="231" y="0"/>
                  </a:moveTo>
                  <a:cubicBezTo>
                    <a:pt x="200" y="0"/>
                    <a:pt x="156" y="52"/>
                    <a:pt x="105" y="110"/>
                  </a:cubicBezTo>
                  <a:cubicBezTo>
                    <a:pt x="49" y="173"/>
                    <a:pt x="0" y="229"/>
                    <a:pt x="15" y="259"/>
                  </a:cubicBezTo>
                  <a:cubicBezTo>
                    <a:pt x="20" y="268"/>
                    <a:pt x="31" y="273"/>
                    <a:pt x="46" y="273"/>
                  </a:cubicBezTo>
                  <a:cubicBezTo>
                    <a:pt x="83" y="273"/>
                    <a:pt x="144" y="246"/>
                    <a:pt x="195" y="188"/>
                  </a:cubicBezTo>
                  <a:cubicBezTo>
                    <a:pt x="265" y="106"/>
                    <a:pt x="273" y="12"/>
                    <a:pt x="239" y="2"/>
                  </a:cubicBezTo>
                  <a:cubicBezTo>
                    <a:pt x="237" y="1"/>
                    <a:pt x="234" y="0"/>
                    <a:pt x="23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0" name="Google Shape;800;p46"/>
            <p:cNvSpPr/>
            <p:nvPr/>
          </p:nvSpPr>
          <p:spPr>
            <a:xfrm>
              <a:off x="7757579" y="2542086"/>
              <a:ext cx="5574" cy="14592"/>
            </a:xfrm>
            <a:custGeom>
              <a:rect b="b" l="l" r="r" t="t"/>
              <a:pathLst>
                <a:path extrusionOk="0" h="356" w="136">
                  <a:moveTo>
                    <a:pt x="55" y="0"/>
                  </a:moveTo>
                  <a:cubicBezTo>
                    <a:pt x="54" y="0"/>
                    <a:pt x="54" y="1"/>
                    <a:pt x="53" y="1"/>
                  </a:cubicBezTo>
                  <a:cubicBezTo>
                    <a:pt x="20" y="4"/>
                    <a:pt x="1" y="87"/>
                    <a:pt x="8" y="183"/>
                  </a:cubicBezTo>
                  <a:cubicBezTo>
                    <a:pt x="16" y="279"/>
                    <a:pt x="48" y="356"/>
                    <a:pt x="81" y="356"/>
                  </a:cubicBezTo>
                  <a:cubicBezTo>
                    <a:pt x="82" y="356"/>
                    <a:pt x="83" y="356"/>
                    <a:pt x="83" y="356"/>
                  </a:cubicBezTo>
                  <a:cubicBezTo>
                    <a:pt x="116" y="352"/>
                    <a:pt x="135" y="270"/>
                    <a:pt x="128" y="173"/>
                  </a:cubicBezTo>
                  <a:cubicBezTo>
                    <a:pt x="120" y="77"/>
                    <a:pt x="88" y="0"/>
                    <a:pt x="5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1" name="Google Shape;801;p46"/>
            <p:cNvSpPr/>
            <p:nvPr/>
          </p:nvSpPr>
          <p:spPr>
            <a:xfrm>
              <a:off x="7796926" y="2554546"/>
              <a:ext cx="10780" cy="6886"/>
            </a:xfrm>
            <a:custGeom>
              <a:rect b="b" l="l" r="r" t="t"/>
              <a:pathLst>
                <a:path extrusionOk="0" h="168" w="263">
                  <a:moveTo>
                    <a:pt x="61" y="1"/>
                  </a:moveTo>
                  <a:cubicBezTo>
                    <a:pt x="41" y="1"/>
                    <a:pt x="26" y="6"/>
                    <a:pt x="20" y="18"/>
                  </a:cubicBezTo>
                  <a:cubicBezTo>
                    <a:pt x="1" y="48"/>
                    <a:pt x="39" y="100"/>
                    <a:pt x="101" y="138"/>
                  </a:cubicBezTo>
                  <a:cubicBezTo>
                    <a:pt x="138" y="157"/>
                    <a:pt x="174" y="167"/>
                    <a:pt x="202" y="167"/>
                  </a:cubicBezTo>
                  <a:cubicBezTo>
                    <a:pt x="222" y="167"/>
                    <a:pt x="237" y="161"/>
                    <a:pt x="244" y="148"/>
                  </a:cubicBezTo>
                  <a:cubicBezTo>
                    <a:pt x="263" y="119"/>
                    <a:pt x="225" y="67"/>
                    <a:pt x="161" y="33"/>
                  </a:cubicBezTo>
                  <a:cubicBezTo>
                    <a:pt x="125" y="11"/>
                    <a:pt x="88" y="1"/>
                    <a:pt x="6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2" name="Google Shape;802;p46"/>
            <p:cNvSpPr/>
            <p:nvPr/>
          </p:nvSpPr>
          <p:spPr>
            <a:xfrm>
              <a:off x="7811353" y="2541963"/>
              <a:ext cx="12419" cy="11231"/>
            </a:xfrm>
            <a:custGeom>
              <a:rect b="b" l="l" r="r" t="t"/>
              <a:pathLst>
                <a:path extrusionOk="0" h="274" w="303">
                  <a:moveTo>
                    <a:pt x="261" y="1"/>
                  </a:moveTo>
                  <a:cubicBezTo>
                    <a:pt x="227" y="1"/>
                    <a:pt x="166" y="36"/>
                    <a:pt x="108" y="93"/>
                  </a:cubicBezTo>
                  <a:cubicBezTo>
                    <a:pt x="41" y="164"/>
                    <a:pt x="0" y="243"/>
                    <a:pt x="26" y="265"/>
                  </a:cubicBezTo>
                  <a:cubicBezTo>
                    <a:pt x="31" y="271"/>
                    <a:pt x="38" y="273"/>
                    <a:pt x="46" y="273"/>
                  </a:cubicBezTo>
                  <a:cubicBezTo>
                    <a:pt x="79" y="273"/>
                    <a:pt x="138" y="236"/>
                    <a:pt x="194" y="179"/>
                  </a:cubicBezTo>
                  <a:cubicBezTo>
                    <a:pt x="265" y="108"/>
                    <a:pt x="302" y="30"/>
                    <a:pt x="280" y="7"/>
                  </a:cubicBezTo>
                  <a:cubicBezTo>
                    <a:pt x="276" y="3"/>
                    <a:pt x="269" y="1"/>
                    <a:pt x="26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3" name="Google Shape;803;p46"/>
            <p:cNvSpPr/>
            <p:nvPr/>
          </p:nvSpPr>
          <p:spPr>
            <a:xfrm>
              <a:off x="7830002" y="2529914"/>
              <a:ext cx="15657" cy="13444"/>
            </a:xfrm>
            <a:custGeom>
              <a:rect b="b" l="l" r="r" t="t"/>
              <a:pathLst>
                <a:path extrusionOk="0" h="328" w="382">
                  <a:moveTo>
                    <a:pt x="162" y="62"/>
                  </a:moveTo>
                  <a:cubicBezTo>
                    <a:pt x="181" y="75"/>
                    <a:pt x="215" y="89"/>
                    <a:pt x="259" y="102"/>
                  </a:cubicBezTo>
                  <a:lnTo>
                    <a:pt x="259" y="102"/>
                  </a:lnTo>
                  <a:cubicBezTo>
                    <a:pt x="272" y="137"/>
                    <a:pt x="250" y="208"/>
                    <a:pt x="206" y="208"/>
                  </a:cubicBezTo>
                  <a:cubicBezTo>
                    <a:pt x="204" y="208"/>
                    <a:pt x="202" y="208"/>
                    <a:pt x="200" y="208"/>
                  </a:cubicBezTo>
                  <a:cubicBezTo>
                    <a:pt x="175" y="208"/>
                    <a:pt x="142" y="188"/>
                    <a:pt x="132" y="170"/>
                  </a:cubicBezTo>
                  <a:cubicBezTo>
                    <a:pt x="120" y="152"/>
                    <a:pt x="123" y="122"/>
                    <a:pt x="135" y="96"/>
                  </a:cubicBezTo>
                  <a:cubicBezTo>
                    <a:pt x="143" y="81"/>
                    <a:pt x="152" y="70"/>
                    <a:pt x="162" y="62"/>
                  </a:cubicBezTo>
                  <a:close/>
                  <a:moveTo>
                    <a:pt x="166" y="0"/>
                  </a:moveTo>
                  <a:cubicBezTo>
                    <a:pt x="140" y="0"/>
                    <a:pt x="105" y="11"/>
                    <a:pt x="68" y="44"/>
                  </a:cubicBezTo>
                  <a:cubicBezTo>
                    <a:pt x="34" y="73"/>
                    <a:pt x="1" y="141"/>
                    <a:pt x="30" y="215"/>
                  </a:cubicBezTo>
                  <a:cubicBezTo>
                    <a:pt x="59" y="278"/>
                    <a:pt x="122" y="328"/>
                    <a:pt x="200" y="328"/>
                  </a:cubicBezTo>
                  <a:cubicBezTo>
                    <a:pt x="206" y="328"/>
                    <a:pt x="212" y="328"/>
                    <a:pt x="218" y="327"/>
                  </a:cubicBezTo>
                  <a:cubicBezTo>
                    <a:pt x="299" y="320"/>
                    <a:pt x="359" y="249"/>
                    <a:pt x="366" y="189"/>
                  </a:cubicBezTo>
                  <a:cubicBezTo>
                    <a:pt x="382" y="125"/>
                    <a:pt x="359" y="63"/>
                    <a:pt x="322" y="29"/>
                  </a:cubicBezTo>
                  <a:lnTo>
                    <a:pt x="303" y="18"/>
                  </a:lnTo>
                  <a:lnTo>
                    <a:pt x="292" y="18"/>
                  </a:lnTo>
                  <a:cubicBezTo>
                    <a:pt x="279" y="17"/>
                    <a:pt x="266" y="17"/>
                    <a:pt x="255" y="17"/>
                  </a:cubicBezTo>
                  <a:cubicBezTo>
                    <a:pt x="237" y="17"/>
                    <a:pt x="221" y="18"/>
                    <a:pt x="207" y="19"/>
                  </a:cubicBezTo>
                  <a:lnTo>
                    <a:pt x="207" y="19"/>
                  </a:lnTo>
                  <a:cubicBezTo>
                    <a:pt x="209" y="11"/>
                    <a:pt x="192" y="0"/>
                    <a:pt x="16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4" name="Google Shape;804;p46"/>
            <p:cNvSpPr/>
            <p:nvPr/>
          </p:nvSpPr>
          <p:spPr>
            <a:xfrm>
              <a:off x="7847626" y="2515896"/>
              <a:ext cx="6312" cy="13239"/>
            </a:xfrm>
            <a:custGeom>
              <a:rect b="b" l="l" r="r" t="t"/>
              <a:pathLst>
                <a:path extrusionOk="0" h="323" w="154">
                  <a:moveTo>
                    <a:pt x="103" y="1"/>
                  </a:moveTo>
                  <a:cubicBezTo>
                    <a:pt x="70" y="1"/>
                    <a:pt x="33" y="65"/>
                    <a:pt x="19" y="147"/>
                  </a:cubicBezTo>
                  <a:cubicBezTo>
                    <a:pt x="0" y="236"/>
                    <a:pt x="12" y="315"/>
                    <a:pt x="45" y="322"/>
                  </a:cubicBezTo>
                  <a:cubicBezTo>
                    <a:pt x="46" y="322"/>
                    <a:pt x="46" y="322"/>
                    <a:pt x="47" y="322"/>
                  </a:cubicBezTo>
                  <a:cubicBezTo>
                    <a:pt x="77" y="322"/>
                    <a:pt x="116" y="260"/>
                    <a:pt x="135" y="173"/>
                  </a:cubicBezTo>
                  <a:cubicBezTo>
                    <a:pt x="153" y="83"/>
                    <a:pt x="142" y="5"/>
                    <a:pt x="109" y="1"/>
                  </a:cubicBezTo>
                  <a:cubicBezTo>
                    <a:pt x="107" y="1"/>
                    <a:pt x="105" y="1"/>
                    <a:pt x="10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5" name="Google Shape;805;p46"/>
            <p:cNvSpPr/>
            <p:nvPr/>
          </p:nvSpPr>
          <p:spPr>
            <a:xfrm>
              <a:off x="7857709" y="2508355"/>
              <a:ext cx="13034" cy="6968"/>
            </a:xfrm>
            <a:custGeom>
              <a:rect b="b" l="l" r="r" t="t"/>
              <a:pathLst>
                <a:path extrusionOk="0" h="170" w="318">
                  <a:moveTo>
                    <a:pt x="66" y="1"/>
                  </a:moveTo>
                  <a:cubicBezTo>
                    <a:pt x="41" y="1"/>
                    <a:pt x="22" y="7"/>
                    <a:pt x="16" y="20"/>
                  </a:cubicBezTo>
                  <a:cubicBezTo>
                    <a:pt x="1" y="51"/>
                    <a:pt x="57" y="103"/>
                    <a:pt x="135" y="141"/>
                  </a:cubicBezTo>
                  <a:cubicBezTo>
                    <a:pt x="181" y="159"/>
                    <a:pt x="224" y="169"/>
                    <a:pt x="255" y="169"/>
                  </a:cubicBezTo>
                  <a:cubicBezTo>
                    <a:pt x="281" y="169"/>
                    <a:pt x="298" y="162"/>
                    <a:pt x="304" y="148"/>
                  </a:cubicBezTo>
                  <a:cubicBezTo>
                    <a:pt x="318" y="118"/>
                    <a:pt x="266" y="65"/>
                    <a:pt x="183" y="32"/>
                  </a:cubicBezTo>
                  <a:cubicBezTo>
                    <a:pt x="140" y="11"/>
                    <a:pt x="97" y="1"/>
                    <a:pt x="6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6" name="Google Shape;806;p46"/>
            <p:cNvSpPr/>
            <p:nvPr/>
          </p:nvSpPr>
          <p:spPr>
            <a:xfrm>
              <a:off x="7870046" y="2492534"/>
              <a:ext cx="13280" cy="12583"/>
            </a:xfrm>
            <a:custGeom>
              <a:rect b="b" l="l" r="r" t="t"/>
              <a:pathLst>
                <a:path extrusionOk="0" h="307" w="324">
                  <a:moveTo>
                    <a:pt x="174" y="1"/>
                  </a:moveTo>
                  <a:cubicBezTo>
                    <a:pt x="165" y="1"/>
                    <a:pt x="156" y="1"/>
                    <a:pt x="148" y="3"/>
                  </a:cubicBezTo>
                  <a:cubicBezTo>
                    <a:pt x="65" y="18"/>
                    <a:pt x="55" y="82"/>
                    <a:pt x="70" y="85"/>
                  </a:cubicBezTo>
                  <a:cubicBezTo>
                    <a:pt x="72" y="87"/>
                    <a:pt x="75" y="88"/>
                    <a:pt x="79" y="88"/>
                  </a:cubicBezTo>
                  <a:cubicBezTo>
                    <a:pt x="88" y="88"/>
                    <a:pt x="101" y="85"/>
                    <a:pt x="117" y="85"/>
                  </a:cubicBezTo>
                  <a:cubicBezTo>
                    <a:pt x="126" y="85"/>
                    <a:pt x="137" y="86"/>
                    <a:pt x="148" y="89"/>
                  </a:cubicBezTo>
                  <a:cubicBezTo>
                    <a:pt x="193" y="101"/>
                    <a:pt x="211" y="127"/>
                    <a:pt x="189" y="168"/>
                  </a:cubicBezTo>
                  <a:cubicBezTo>
                    <a:pt x="176" y="186"/>
                    <a:pt x="163" y="194"/>
                    <a:pt x="148" y="194"/>
                  </a:cubicBezTo>
                  <a:cubicBezTo>
                    <a:pt x="133" y="194"/>
                    <a:pt x="116" y="185"/>
                    <a:pt x="99" y="168"/>
                  </a:cubicBezTo>
                  <a:cubicBezTo>
                    <a:pt x="73" y="137"/>
                    <a:pt x="73" y="108"/>
                    <a:pt x="62" y="96"/>
                  </a:cubicBezTo>
                  <a:cubicBezTo>
                    <a:pt x="61" y="95"/>
                    <a:pt x="59" y="95"/>
                    <a:pt x="57" y="95"/>
                  </a:cubicBezTo>
                  <a:cubicBezTo>
                    <a:pt x="41" y="95"/>
                    <a:pt x="1" y="135"/>
                    <a:pt x="25" y="205"/>
                  </a:cubicBezTo>
                  <a:cubicBezTo>
                    <a:pt x="36" y="242"/>
                    <a:pt x="62" y="287"/>
                    <a:pt x="125" y="302"/>
                  </a:cubicBezTo>
                  <a:cubicBezTo>
                    <a:pt x="136" y="306"/>
                    <a:pt x="147" y="307"/>
                    <a:pt x="158" y="307"/>
                  </a:cubicBezTo>
                  <a:cubicBezTo>
                    <a:pt x="210" y="307"/>
                    <a:pt x="265" y="274"/>
                    <a:pt x="289" y="231"/>
                  </a:cubicBezTo>
                  <a:cubicBezTo>
                    <a:pt x="324" y="179"/>
                    <a:pt x="324" y="96"/>
                    <a:pt x="279" y="48"/>
                  </a:cubicBezTo>
                  <a:cubicBezTo>
                    <a:pt x="246" y="13"/>
                    <a:pt x="207" y="1"/>
                    <a:pt x="17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7" name="Google Shape;807;p46"/>
            <p:cNvSpPr/>
            <p:nvPr/>
          </p:nvSpPr>
          <p:spPr>
            <a:xfrm>
              <a:off x="7882506" y="2473639"/>
              <a:ext cx="6189" cy="8116"/>
            </a:xfrm>
            <a:custGeom>
              <a:rect b="b" l="l" r="r" t="t"/>
              <a:pathLst>
                <a:path extrusionOk="0" h="198" w="151">
                  <a:moveTo>
                    <a:pt x="52" y="0"/>
                  </a:moveTo>
                  <a:cubicBezTo>
                    <a:pt x="48" y="0"/>
                    <a:pt x="45" y="1"/>
                    <a:pt x="42" y="1"/>
                  </a:cubicBezTo>
                  <a:cubicBezTo>
                    <a:pt x="12" y="12"/>
                    <a:pt x="1" y="64"/>
                    <a:pt x="20" y="117"/>
                  </a:cubicBezTo>
                  <a:cubicBezTo>
                    <a:pt x="36" y="165"/>
                    <a:pt x="69" y="197"/>
                    <a:pt x="97" y="197"/>
                  </a:cubicBezTo>
                  <a:cubicBezTo>
                    <a:pt x="101" y="197"/>
                    <a:pt x="105" y="197"/>
                    <a:pt x="109" y="195"/>
                  </a:cubicBezTo>
                  <a:cubicBezTo>
                    <a:pt x="139" y="184"/>
                    <a:pt x="150" y="131"/>
                    <a:pt x="132" y="79"/>
                  </a:cubicBezTo>
                  <a:cubicBezTo>
                    <a:pt x="115" y="33"/>
                    <a:pt x="82" y="0"/>
                    <a:pt x="5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8" name="Google Shape;808;p46"/>
            <p:cNvSpPr/>
            <p:nvPr/>
          </p:nvSpPr>
          <p:spPr>
            <a:xfrm>
              <a:off x="7890621" y="2462286"/>
              <a:ext cx="10616" cy="6845"/>
            </a:xfrm>
            <a:custGeom>
              <a:rect b="b" l="l" r="r" t="t"/>
              <a:pathLst>
                <a:path extrusionOk="0" h="167" w="259">
                  <a:moveTo>
                    <a:pt x="63" y="1"/>
                  </a:moveTo>
                  <a:cubicBezTo>
                    <a:pt x="41" y="1"/>
                    <a:pt x="24" y="7"/>
                    <a:pt x="16" y="20"/>
                  </a:cubicBezTo>
                  <a:cubicBezTo>
                    <a:pt x="1" y="46"/>
                    <a:pt x="38" y="99"/>
                    <a:pt x="98" y="136"/>
                  </a:cubicBezTo>
                  <a:cubicBezTo>
                    <a:pt x="134" y="155"/>
                    <a:pt x="171" y="166"/>
                    <a:pt x="199" y="166"/>
                  </a:cubicBezTo>
                  <a:cubicBezTo>
                    <a:pt x="219" y="166"/>
                    <a:pt x="236" y="160"/>
                    <a:pt x="244" y="148"/>
                  </a:cubicBezTo>
                  <a:cubicBezTo>
                    <a:pt x="258" y="117"/>
                    <a:pt x="221" y="65"/>
                    <a:pt x="158" y="32"/>
                  </a:cubicBezTo>
                  <a:cubicBezTo>
                    <a:pt x="124" y="11"/>
                    <a:pt x="90" y="1"/>
                    <a:pt x="6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09" name="Google Shape;809;p46"/>
            <p:cNvSpPr/>
            <p:nvPr/>
          </p:nvSpPr>
          <p:spPr>
            <a:xfrm>
              <a:off x="7897343" y="2447736"/>
              <a:ext cx="12911" cy="6886"/>
            </a:xfrm>
            <a:custGeom>
              <a:rect b="b" l="l" r="r" t="t"/>
              <a:pathLst>
                <a:path extrusionOk="0" h="168" w="315">
                  <a:moveTo>
                    <a:pt x="252" y="0"/>
                  </a:moveTo>
                  <a:cubicBezTo>
                    <a:pt x="220" y="0"/>
                    <a:pt x="178" y="10"/>
                    <a:pt x="135" y="28"/>
                  </a:cubicBezTo>
                  <a:cubicBezTo>
                    <a:pt x="54" y="65"/>
                    <a:pt x="1" y="118"/>
                    <a:pt x="12" y="148"/>
                  </a:cubicBezTo>
                  <a:cubicBezTo>
                    <a:pt x="19" y="161"/>
                    <a:pt x="38" y="168"/>
                    <a:pt x="65" y="168"/>
                  </a:cubicBezTo>
                  <a:cubicBezTo>
                    <a:pt x="97" y="168"/>
                    <a:pt x="139" y="158"/>
                    <a:pt x="184" y="140"/>
                  </a:cubicBezTo>
                  <a:cubicBezTo>
                    <a:pt x="263" y="103"/>
                    <a:pt x="315" y="51"/>
                    <a:pt x="304" y="20"/>
                  </a:cubicBezTo>
                  <a:cubicBezTo>
                    <a:pt x="297" y="7"/>
                    <a:pt x="278" y="0"/>
                    <a:pt x="25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0" name="Google Shape;810;p46"/>
            <p:cNvSpPr/>
            <p:nvPr/>
          </p:nvSpPr>
          <p:spPr>
            <a:xfrm>
              <a:off x="7908532" y="2423513"/>
              <a:ext cx="13977" cy="12911"/>
            </a:xfrm>
            <a:custGeom>
              <a:rect b="b" l="l" r="r" t="t"/>
              <a:pathLst>
                <a:path extrusionOk="0" h="315" w="341">
                  <a:moveTo>
                    <a:pt x="189" y="0"/>
                  </a:moveTo>
                  <a:cubicBezTo>
                    <a:pt x="149" y="0"/>
                    <a:pt x="127" y="22"/>
                    <a:pt x="135" y="32"/>
                  </a:cubicBezTo>
                  <a:cubicBezTo>
                    <a:pt x="139" y="47"/>
                    <a:pt x="176" y="51"/>
                    <a:pt x="207" y="85"/>
                  </a:cubicBezTo>
                  <a:cubicBezTo>
                    <a:pt x="236" y="126"/>
                    <a:pt x="236" y="167"/>
                    <a:pt x="184" y="189"/>
                  </a:cubicBezTo>
                  <a:cubicBezTo>
                    <a:pt x="174" y="193"/>
                    <a:pt x="165" y="194"/>
                    <a:pt x="156" y="194"/>
                  </a:cubicBezTo>
                  <a:cubicBezTo>
                    <a:pt x="122" y="194"/>
                    <a:pt x="104" y="165"/>
                    <a:pt x="98" y="126"/>
                  </a:cubicBezTo>
                  <a:cubicBezTo>
                    <a:pt x="94" y="81"/>
                    <a:pt x="120" y="55"/>
                    <a:pt x="112" y="40"/>
                  </a:cubicBezTo>
                  <a:cubicBezTo>
                    <a:pt x="112" y="36"/>
                    <a:pt x="107" y="33"/>
                    <a:pt x="99" y="33"/>
                  </a:cubicBezTo>
                  <a:cubicBezTo>
                    <a:pt x="78" y="33"/>
                    <a:pt x="37" y="52"/>
                    <a:pt x="16" y="111"/>
                  </a:cubicBezTo>
                  <a:cubicBezTo>
                    <a:pt x="5" y="149"/>
                    <a:pt x="0" y="204"/>
                    <a:pt x="42" y="256"/>
                  </a:cubicBezTo>
                  <a:cubicBezTo>
                    <a:pt x="70" y="295"/>
                    <a:pt x="117" y="314"/>
                    <a:pt x="164" y="314"/>
                  </a:cubicBezTo>
                  <a:cubicBezTo>
                    <a:pt x="186" y="314"/>
                    <a:pt x="209" y="310"/>
                    <a:pt x="229" y="301"/>
                  </a:cubicBezTo>
                  <a:cubicBezTo>
                    <a:pt x="288" y="279"/>
                    <a:pt x="341" y="211"/>
                    <a:pt x="337" y="144"/>
                  </a:cubicBezTo>
                  <a:cubicBezTo>
                    <a:pt x="329" y="77"/>
                    <a:pt x="288" y="37"/>
                    <a:pt x="255" y="18"/>
                  </a:cubicBezTo>
                  <a:cubicBezTo>
                    <a:pt x="230" y="5"/>
                    <a:pt x="208" y="0"/>
                    <a:pt x="189"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1" name="Google Shape;811;p46"/>
            <p:cNvSpPr/>
            <p:nvPr/>
          </p:nvSpPr>
          <p:spPr>
            <a:xfrm>
              <a:off x="7914803" y="2402733"/>
              <a:ext cx="12460" cy="5533"/>
            </a:xfrm>
            <a:custGeom>
              <a:rect b="b" l="l" r="r" t="t"/>
              <a:pathLst>
                <a:path extrusionOk="0" h="135" w="304">
                  <a:moveTo>
                    <a:pt x="212" y="0"/>
                  </a:moveTo>
                  <a:cubicBezTo>
                    <a:pt x="190" y="0"/>
                    <a:pt x="165" y="3"/>
                    <a:pt x="139" y="9"/>
                  </a:cubicBezTo>
                  <a:cubicBezTo>
                    <a:pt x="61" y="28"/>
                    <a:pt x="1" y="69"/>
                    <a:pt x="9" y="99"/>
                  </a:cubicBezTo>
                  <a:cubicBezTo>
                    <a:pt x="14" y="121"/>
                    <a:pt x="47" y="134"/>
                    <a:pt x="93" y="134"/>
                  </a:cubicBezTo>
                  <a:cubicBezTo>
                    <a:pt x="115" y="134"/>
                    <a:pt x="140" y="131"/>
                    <a:pt x="166" y="125"/>
                  </a:cubicBezTo>
                  <a:cubicBezTo>
                    <a:pt x="247" y="106"/>
                    <a:pt x="304" y="65"/>
                    <a:pt x="296" y="35"/>
                  </a:cubicBezTo>
                  <a:cubicBezTo>
                    <a:pt x="291" y="13"/>
                    <a:pt x="257" y="0"/>
                    <a:pt x="21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2" name="Google Shape;812;p46"/>
            <p:cNvSpPr/>
            <p:nvPr/>
          </p:nvSpPr>
          <p:spPr>
            <a:xfrm>
              <a:off x="7913737" y="2393143"/>
              <a:ext cx="5246" cy="4017"/>
            </a:xfrm>
            <a:custGeom>
              <a:rect b="b" l="l" r="r" t="t"/>
              <a:pathLst>
                <a:path extrusionOk="0" h="98" w="128">
                  <a:moveTo>
                    <a:pt x="128" y="0"/>
                  </a:moveTo>
                  <a:lnTo>
                    <a:pt x="64" y="49"/>
                  </a:lnTo>
                  <a:cubicBezTo>
                    <a:pt x="86" y="33"/>
                    <a:pt x="107" y="17"/>
                    <a:pt x="128" y="0"/>
                  </a:cubicBezTo>
                  <a:close/>
                  <a:moveTo>
                    <a:pt x="64" y="49"/>
                  </a:moveTo>
                  <a:cubicBezTo>
                    <a:pt x="43" y="65"/>
                    <a:pt x="21" y="81"/>
                    <a:pt x="1" y="97"/>
                  </a:cubicBezTo>
                  <a:lnTo>
                    <a:pt x="64" y="49"/>
                  </a:ln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3" name="Google Shape;813;p46"/>
            <p:cNvSpPr/>
            <p:nvPr/>
          </p:nvSpPr>
          <p:spPr>
            <a:xfrm>
              <a:off x="7482641" y="2523028"/>
              <a:ext cx="6353" cy="9099"/>
            </a:xfrm>
            <a:custGeom>
              <a:rect b="b" l="l" r="r" t="t"/>
              <a:pathLst>
                <a:path extrusionOk="0" h="222" w="155">
                  <a:moveTo>
                    <a:pt x="102" y="0"/>
                  </a:moveTo>
                  <a:cubicBezTo>
                    <a:pt x="70" y="0"/>
                    <a:pt x="36" y="39"/>
                    <a:pt x="20" y="92"/>
                  </a:cubicBezTo>
                  <a:cubicBezTo>
                    <a:pt x="1" y="152"/>
                    <a:pt x="12" y="208"/>
                    <a:pt x="42" y="219"/>
                  </a:cubicBezTo>
                  <a:cubicBezTo>
                    <a:pt x="46" y="220"/>
                    <a:pt x="50" y="221"/>
                    <a:pt x="54" y="221"/>
                  </a:cubicBezTo>
                  <a:cubicBezTo>
                    <a:pt x="84" y="221"/>
                    <a:pt x="119" y="183"/>
                    <a:pt x="135" y="129"/>
                  </a:cubicBezTo>
                  <a:cubicBezTo>
                    <a:pt x="154" y="69"/>
                    <a:pt x="142" y="14"/>
                    <a:pt x="113" y="2"/>
                  </a:cubicBezTo>
                  <a:cubicBezTo>
                    <a:pt x="109" y="1"/>
                    <a:pt x="106" y="0"/>
                    <a:pt x="10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4" name="Google Shape;814;p46"/>
            <p:cNvSpPr/>
            <p:nvPr/>
          </p:nvSpPr>
          <p:spPr>
            <a:xfrm>
              <a:off x="7490429" y="2544259"/>
              <a:ext cx="14592" cy="13567"/>
            </a:xfrm>
            <a:custGeom>
              <a:rect b="b" l="l" r="r" t="t"/>
              <a:pathLst>
                <a:path extrusionOk="0" h="331" w="356">
                  <a:moveTo>
                    <a:pt x="190" y="0"/>
                  </a:moveTo>
                  <a:cubicBezTo>
                    <a:pt x="146" y="0"/>
                    <a:pt x="123" y="25"/>
                    <a:pt x="128" y="34"/>
                  </a:cubicBezTo>
                  <a:cubicBezTo>
                    <a:pt x="135" y="49"/>
                    <a:pt x="173" y="52"/>
                    <a:pt x="206" y="86"/>
                  </a:cubicBezTo>
                  <a:cubicBezTo>
                    <a:pt x="244" y="123"/>
                    <a:pt x="251" y="175"/>
                    <a:pt x="195" y="201"/>
                  </a:cubicBezTo>
                  <a:cubicBezTo>
                    <a:pt x="181" y="209"/>
                    <a:pt x="168" y="212"/>
                    <a:pt x="157" y="212"/>
                  </a:cubicBezTo>
                  <a:cubicBezTo>
                    <a:pt x="122" y="212"/>
                    <a:pt x="100" y="182"/>
                    <a:pt x="94" y="146"/>
                  </a:cubicBezTo>
                  <a:cubicBezTo>
                    <a:pt x="83" y="97"/>
                    <a:pt x="106" y="67"/>
                    <a:pt x="94" y="52"/>
                  </a:cubicBezTo>
                  <a:cubicBezTo>
                    <a:pt x="93" y="49"/>
                    <a:pt x="90" y="47"/>
                    <a:pt x="84" y="47"/>
                  </a:cubicBezTo>
                  <a:cubicBezTo>
                    <a:pt x="65" y="47"/>
                    <a:pt x="23" y="72"/>
                    <a:pt x="9" y="142"/>
                  </a:cubicBezTo>
                  <a:cubicBezTo>
                    <a:pt x="1" y="179"/>
                    <a:pt x="4" y="239"/>
                    <a:pt x="54" y="287"/>
                  </a:cubicBezTo>
                  <a:cubicBezTo>
                    <a:pt x="82" y="316"/>
                    <a:pt x="124" y="331"/>
                    <a:pt x="167" y="331"/>
                  </a:cubicBezTo>
                  <a:cubicBezTo>
                    <a:pt x="196" y="331"/>
                    <a:pt x="225" y="324"/>
                    <a:pt x="251" y="310"/>
                  </a:cubicBezTo>
                  <a:cubicBezTo>
                    <a:pt x="311" y="280"/>
                    <a:pt x="356" y="206"/>
                    <a:pt x="345" y="139"/>
                  </a:cubicBezTo>
                  <a:cubicBezTo>
                    <a:pt x="333" y="71"/>
                    <a:pt x="289" y="34"/>
                    <a:pt x="251" y="15"/>
                  </a:cubicBezTo>
                  <a:cubicBezTo>
                    <a:pt x="228" y="4"/>
                    <a:pt x="207" y="0"/>
                    <a:pt x="190"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5" name="Google Shape;815;p46"/>
            <p:cNvSpPr/>
            <p:nvPr/>
          </p:nvSpPr>
          <p:spPr>
            <a:xfrm>
              <a:off x="7498134" y="2571023"/>
              <a:ext cx="12132" cy="6517"/>
            </a:xfrm>
            <a:custGeom>
              <a:rect b="b" l="l" r="r" t="t"/>
              <a:pathLst>
                <a:path extrusionOk="0" h="159" w="296">
                  <a:moveTo>
                    <a:pt x="68" y="1"/>
                  </a:moveTo>
                  <a:cubicBezTo>
                    <a:pt x="38" y="1"/>
                    <a:pt x="17" y="8"/>
                    <a:pt x="11" y="23"/>
                  </a:cubicBezTo>
                  <a:cubicBezTo>
                    <a:pt x="0" y="53"/>
                    <a:pt x="49" y="105"/>
                    <a:pt x="123" y="135"/>
                  </a:cubicBezTo>
                  <a:cubicBezTo>
                    <a:pt x="161" y="151"/>
                    <a:pt x="200" y="159"/>
                    <a:pt x="230" y="159"/>
                  </a:cubicBezTo>
                  <a:cubicBezTo>
                    <a:pt x="258" y="159"/>
                    <a:pt x="278" y="152"/>
                    <a:pt x="284" y="135"/>
                  </a:cubicBezTo>
                  <a:cubicBezTo>
                    <a:pt x="295" y="105"/>
                    <a:pt x="247" y="57"/>
                    <a:pt x="171" y="23"/>
                  </a:cubicBezTo>
                  <a:cubicBezTo>
                    <a:pt x="134" y="8"/>
                    <a:pt x="97" y="1"/>
                    <a:pt x="68"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6" name="Google Shape;816;p46"/>
            <p:cNvSpPr/>
            <p:nvPr/>
          </p:nvSpPr>
          <p:spPr>
            <a:xfrm>
              <a:off x="7503913" y="2591311"/>
              <a:ext cx="9878" cy="5574"/>
            </a:xfrm>
            <a:custGeom>
              <a:rect b="b" l="l" r="r" t="t"/>
              <a:pathLst>
                <a:path extrusionOk="0" h="136" w="241">
                  <a:moveTo>
                    <a:pt x="82" y="1"/>
                  </a:moveTo>
                  <a:cubicBezTo>
                    <a:pt x="47" y="1"/>
                    <a:pt x="19" y="12"/>
                    <a:pt x="12" y="32"/>
                  </a:cubicBezTo>
                  <a:cubicBezTo>
                    <a:pt x="1" y="66"/>
                    <a:pt x="42" y="107"/>
                    <a:pt x="101" y="125"/>
                  </a:cubicBezTo>
                  <a:cubicBezTo>
                    <a:pt x="123" y="132"/>
                    <a:pt x="144" y="136"/>
                    <a:pt x="163" y="136"/>
                  </a:cubicBezTo>
                  <a:cubicBezTo>
                    <a:pt x="196" y="136"/>
                    <a:pt x="222" y="125"/>
                    <a:pt x="229" y="103"/>
                  </a:cubicBezTo>
                  <a:cubicBezTo>
                    <a:pt x="240" y="73"/>
                    <a:pt x="199" y="32"/>
                    <a:pt x="139" y="10"/>
                  </a:cubicBezTo>
                  <a:cubicBezTo>
                    <a:pt x="119" y="4"/>
                    <a:pt x="100" y="1"/>
                    <a:pt x="82"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7" name="Google Shape;817;p46"/>
            <p:cNvSpPr/>
            <p:nvPr/>
          </p:nvSpPr>
          <p:spPr>
            <a:xfrm>
              <a:off x="7512192" y="2608361"/>
              <a:ext cx="8034" cy="10042"/>
            </a:xfrm>
            <a:custGeom>
              <a:rect b="b" l="l" r="r" t="t"/>
              <a:pathLst>
                <a:path extrusionOk="0" h="245" w="196">
                  <a:moveTo>
                    <a:pt x="152" y="0"/>
                  </a:moveTo>
                  <a:cubicBezTo>
                    <a:pt x="121" y="0"/>
                    <a:pt x="77" y="37"/>
                    <a:pt x="45" y="90"/>
                  </a:cubicBezTo>
                  <a:cubicBezTo>
                    <a:pt x="8" y="158"/>
                    <a:pt x="1" y="225"/>
                    <a:pt x="30" y="240"/>
                  </a:cubicBezTo>
                  <a:cubicBezTo>
                    <a:pt x="34" y="243"/>
                    <a:pt x="40" y="245"/>
                    <a:pt x="45" y="245"/>
                  </a:cubicBezTo>
                  <a:cubicBezTo>
                    <a:pt x="74" y="245"/>
                    <a:pt x="119" y="207"/>
                    <a:pt x="150" y="154"/>
                  </a:cubicBezTo>
                  <a:cubicBezTo>
                    <a:pt x="187" y="87"/>
                    <a:pt x="195" y="20"/>
                    <a:pt x="168" y="4"/>
                  </a:cubicBezTo>
                  <a:cubicBezTo>
                    <a:pt x="163" y="1"/>
                    <a:pt x="158" y="0"/>
                    <a:pt x="15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8" name="Google Shape;818;p46"/>
            <p:cNvSpPr/>
            <p:nvPr/>
          </p:nvSpPr>
          <p:spPr>
            <a:xfrm>
              <a:off x="7517398" y="2618977"/>
              <a:ext cx="18731" cy="16026"/>
            </a:xfrm>
            <a:custGeom>
              <a:rect b="b" l="l" r="r" t="t"/>
              <a:pathLst>
                <a:path extrusionOk="0" h="391" w="457">
                  <a:moveTo>
                    <a:pt x="229" y="0"/>
                  </a:moveTo>
                  <a:cubicBezTo>
                    <a:pt x="146" y="0"/>
                    <a:pt x="111" y="57"/>
                    <a:pt x="124" y="64"/>
                  </a:cubicBezTo>
                  <a:cubicBezTo>
                    <a:pt x="126" y="66"/>
                    <a:pt x="130" y="66"/>
                    <a:pt x="135" y="66"/>
                  </a:cubicBezTo>
                  <a:cubicBezTo>
                    <a:pt x="143" y="66"/>
                    <a:pt x="153" y="65"/>
                    <a:pt x="166" y="65"/>
                  </a:cubicBezTo>
                  <a:cubicBezTo>
                    <a:pt x="188" y="65"/>
                    <a:pt x="216" y="69"/>
                    <a:pt x="247" y="90"/>
                  </a:cubicBezTo>
                  <a:cubicBezTo>
                    <a:pt x="318" y="123"/>
                    <a:pt x="355" y="228"/>
                    <a:pt x="262" y="261"/>
                  </a:cubicBezTo>
                  <a:cubicBezTo>
                    <a:pt x="244" y="268"/>
                    <a:pt x="225" y="272"/>
                    <a:pt x="207" y="272"/>
                  </a:cubicBezTo>
                  <a:cubicBezTo>
                    <a:pt x="180" y="272"/>
                    <a:pt x="155" y="264"/>
                    <a:pt x="139" y="250"/>
                  </a:cubicBezTo>
                  <a:cubicBezTo>
                    <a:pt x="113" y="228"/>
                    <a:pt x="108" y="183"/>
                    <a:pt x="120" y="164"/>
                  </a:cubicBezTo>
                  <a:cubicBezTo>
                    <a:pt x="123" y="149"/>
                    <a:pt x="141" y="144"/>
                    <a:pt x="157" y="144"/>
                  </a:cubicBezTo>
                  <a:cubicBezTo>
                    <a:pt x="161" y="144"/>
                    <a:pt x="165" y="144"/>
                    <a:pt x="169" y="145"/>
                  </a:cubicBezTo>
                  <a:cubicBezTo>
                    <a:pt x="187" y="149"/>
                    <a:pt x="195" y="160"/>
                    <a:pt x="203" y="160"/>
                  </a:cubicBezTo>
                  <a:cubicBezTo>
                    <a:pt x="210" y="160"/>
                    <a:pt x="220" y="138"/>
                    <a:pt x="198" y="108"/>
                  </a:cubicBezTo>
                  <a:cubicBezTo>
                    <a:pt x="185" y="95"/>
                    <a:pt x="159" y="80"/>
                    <a:pt x="127" y="80"/>
                  </a:cubicBezTo>
                  <a:cubicBezTo>
                    <a:pt x="104" y="80"/>
                    <a:pt x="78" y="88"/>
                    <a:pt x="53" y="112"/>
                  </a:cubicBezTo>
                  <a:cubicBezTo>
                    <a:pt x="4" y="164"/>
                    <a:pt x="1" y="257"/>
                    <a:pt x="60" y="324"/>
                  </a:cubicBezTo>
                  <a:cubicBezTo>
                    <a:pt x="100" y="369"/>
                    <a:pt x="156" y="390"/>
                    <a:pt x="215" y="390"/>
                  </a:cubicBezTo>
                  <a:cubicBezTo>
                    <a:pt x="246" y="390"/>
                    <a:pt x="277" y="384"/>
                    <a:pt x="307" y="373"/>
                  </a:cubicBezTo>
                  <a:cubicBezTo>
                    <a:pt x="396" y="347"/>
                    <a:pt x="456" y="231"/>
                    <a:pt x="427" y="149"/>
                  </a:cubicBezTo>
                  <a:cubicBezTo>
                    <a:pt x="396" y="64"/>
                    <a:pt x="333" y="26"/>
                    <a:pt x="281" y="7"/>
                  </a:cubicBezTo>
                  <a:cubicBezTo>
                    <a:pt x="262" y="2"/>
                    <a:pt x="245" y="0"/>
                    <a:pt x="229"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19" name="Google Shape;819;p46"/>
            <p:cNvSpPr/>
            <p:nvPr/>
          </p:nvSpPr>
          <p:spPr>
            <a:xfrm>
              <a:off x="7528423" y="2645413"/>
              <a:ext cx="8607" cy="7050"/>
            </a:xfrm>
            <a:custGeom>
              <a:rect b="b" l="l" r="r" t="t"/>
              <a:pathLst>
                <a:path extrusionOk="0" h="172" w="210">
                  <a:moveTo>
                    <a:pt x="156" y="1"/>
                  </a:moveTo>
                  <a:cubicBezTo>
                    <a:pt x="130" y="1"/>
                    <a:pt x="96" y="15"/>
                    <a:pt x="64" y="42"/>
                  </a:cubicBezTo>
                  <a:cubicBezTo>
                    <a:pt x="19" y="83"/>
                    <a:pt x="1" y="136"/>
                    <a:pt x="23" y="158"/>
                  </a:cubicBezTo>
                  <a:cubicBezTo>
                    <a:pt x="31" y="167"/>
                    <a:pt x="44" y="172"/>
                    <a:pt x="58" y="172"/>
                  </a:cubicBezTo>
                  <a:cubicBezTo>
                    <a:pt x="84" y="172"/>
                    <a:pt x="117" y="158"/>
                    <a:pt x="146" y="131"/>
                  </a:cubicBezTo>
                  <a:cubicBezTo>
                    <a:pt x="191" y="91"/>
                    <a:pt x="210" y="38"/>
                    <a:pt x="187" y="12"/>
                  </a:cubicBezTo>
                  <a:cubicBezTo>
                    <a:pt x="180" y="4"/>
                    <a:pt x="169" y="1"/>
                    <a:pt x="15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0" name="Google Shape;820;p46"/>
            <p:cNvSpPr/>
            <p:nvPr/>
          </p:nvSpPr>
          <p:spPr>
            <a:xfrm>
              <a:off x="7533628" y="2662053"/>
              <a:ext cx="8935" cy="8116"/>
            </a:xfrm>
            <a:custGeom>
              <a:rect b="b" l="l" r="r" t="t"/>
              <a:pathLst>
                <a:path extrusionOk="0" h="198" w="218">
                  <a:moveTo>
                    <a:pt x="170" y="1"/>
                  </a:moveTo>
                  <a:cubicBezTo>
                    <a:pt x="142" y="1"/>
                    <a:pt x="100" y="22"/>
                    <a:pt x="67" y="58"/>
                  </a:cubicBezTo>
                  <a:cubicBezTo>
                    <a:pt x="19" y="106"/>
                    <a:pt x="0" y="166"/>
                    <a:pt x="26" y="189"/>
                  </a:cubicBezTo>
                  <a:cubicBezTo>
                    <a:pt x="32" y="195"/>
                    <a:pt x="41" y="197"/>
                    <a:pt x="51" y="197"/>
                  </a:cubicBezTo>
                  <a:cubicBezTo>
                    <a:pt x="79" y="197"/>
                    <a:pt x="121" y="176"/>
                    <a:pt x="153" y="140"/>
                  </a:cubicBezTo>
                  <a:cubicBezTo>
                    <a:pt x="202" y="92"/>
                    <a:pt x="217" y="32"/>
                    <a:pt x="195" y="9"/>
                  </a:cubicBezTo>
                  <a:cubicBezTo>
                    <a:pt x="189" y="3"/>
                    <a:pt x="180" y="1"/>
                    <a:pt x="17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1" name="Google Shape;821;p46"/>
            <p:cNvSpPr/>
            <p:nvPr/>
          </p:nvSpPr>
          <p:spPr>
            <a:xfrm>
              <a:off x="7630070" y="3071054"/>
              <a:ext cx="9222" cy="12501"/>
            </a:xfrm>
            <a:custGeom>
              <a:rect b="b" l="l" r="r" t="t"/>
              <a:pathLst>
                <a:path extrusionOk="0" h="305" w="225">
                  <a:moveTo>
                    <a:pt x="42" y="1"/>
                  </a:moveTo>
                  <a:cubicBezTo>
                    <a:pt x="38" y="1"/>
                    <a:pt x="34" y="1"/>
                    <a:pt x="31" y="3"/>
                  </a:cubicBezTo>
                  <a:cubicBezTo>
                    <a:pt x="0" y="18"/>
                    <a:pt x="16" y="100"/>
                    <a:pt x="60" y="182"/>
                  </a:cubicBezTo>
                  <a:cubicBezTo>
                    <a:pt x="100" y="255"/>
                    <a:pt x="154" y="304"/>
                    <a:pt x="184" y="304"/>
                  </a:cubicBezTo>
                  <a:cubicBezTo>
                    <a:pt x="188" y="304"/>
                    <a:pt x="192" y="303"/>
                    <a:pt x="195" y="302"/>
                  </a:cubicBezTo>
                  <a:cubicBezTo>
                    <a:pt x="224" y="287"/>
                    <a:pt x="214" y="205"/>
                    <a:pt x="165" y="122"/>
                  </a:cubicBezTo>
                  <a:cubicBezTo>
                    <a:pt x="126" y="50"/>
                    <a:pt x="74" y="1"/>
                    <a:pt x="42"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2" name="Google Shape;822;p46"/>
            <p:cNvSpPr/>
            <p:nvPr/>
          </p:nvSpPr>
          <p:spPr>
            <a:xfrm>
              <a:off x="7639579" y="3071054"/>
              <a:ext cx="7993" cy="12501"/>
            </a:xfrm>
            <a:custGeom>
              <a:rect b="b" l="l" r="r" t="t"/>
              <a:pathLst>
                <a:path extrusionOk="0" h="305" w="195">
                  <a:moveTo>
                    <a:pt x="41" y="1"/>
                  </a:moveTo>
                  <a:cubicBezTo>
                    <a:pt x="37" y="1"/>
                    <a:pt x="33" y="1"/>
                    <a:pt x="30" y="3"/>
                  </a:cubicBezTo>
                  <a:cubicBezTo>
                    <a:pt x="0" y="18"/>
                    <a:pt x="4" y="93"/>
                    <a:pt x="41" y="179"/>
                  </a:cubicBezTo>
                  <a:cubicBezTo>
                    <a:pt x="74" y="252"/>
                    <a:pt x="123" y="304"/>
                    <a:pt x="154" y="304"/>
                  </a:cubicBezTo>
                  <a:cubicBezTo>
                    <a:pt x="158" y="304"/>
                    <a:pt x="161" y="303"/>
                    <a:pt x="165" y="302"/>
                  </a:cubicBezTo>
                  <a:cubicBezTo>
                    <a:pt x="194" y="287"/>
                    <a:pt x="187" y="212"/>
                    <a:pt x="153" y="127"/>
                  </a:cubicBezTo>
                  <a:cubicBezTo>
                    <a:pt x="120" y="53"/>
                    <a:pt x="72" y="1"/>
                    <a:pt x="4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3" name="Google Shape;823;p46"/>
            <p:cNvSpPr/>
            <p:nvPr/>
          </p:nvSpPr>
          <p:spPr>
            <a:xfrm>
              <a:off x="7654580" y="3087449"/>
              <a:ext cx="12583" cy="11558"/>
            </a:xfrm>
            <a:custGeom>
              <a:rect b="b" l="l" r="r" t="t"/>
              <a:pathLst>
                <a:path extrusionOk="0" h="282" w="307">
                  <a:moveTo>
                    <a:pt x="159" y="0"/>
                  </a:moveTo>
                  <a:cubicBezTo>
                    <a:pt x="111" y="0"/>
                    <a:pt x="88" y="31"/>
                    <a:pt x="97" y="41"/>
                  </a:cubicBezTo>
                  <a:cubicBezTo>
                    <a:pt x="109" y="55"/>
                    <a:pt x="138" y="55"/>
                    <a:pt x="161" y="81"/>
                  </a:cubicBezTo>
                  <a:cubicBezTo>
                    <a:pt x="187" y="111"/>
                    <a:pt x="190" y="134"/>
                    <a:pt x="157" y="156"/>
                  </a:cubicBezTo>
                  <a:cubicBezTo>
                    <a:pt x="146" y="162"/>
                    <a:pt x="137" y="165"/>
                    <a:pt x="129" y="165"/>
                  </a:cubicBezTo>
                  <a:cubicBezTo>
                    <a:pt x="112" y="165"/>
                    <a:pt x="100" y="152"/>
                    <a:pt x="90" y="126"/>
                  </a:cubicBezTo>
                  <a:cubicBezTo>
                    <a:pt x="78" y="93"/>
                    <a:pt x="93" y="63"/>
                    <a:pt x="83" y="51"/>
                  </a:cubicBezTo>
                  <a:cubicBezTo>
                    <a:pt x="82" y="48"/>
                    <a:pt x="77" y="46"/>
                    <a:pt x="71" y="46"/>
                  </a:cubicBezTo>
                  <a:cubicBezTo>
                    <a:pt x="52" y="46"/>
                    <a:pt x="16" y="66"/>
                    <a:pt x="7" y="122"/>
                  </a:cubicBezTo>
                  <a:cubicBezTo>
                    <a:pt x="0" y="160"/>
                    <a:pt x="7" y="208"/>
                    <a:pt x="49" y="249"/>
                  </a:cubicBezTo>
                  <a:cubicBezTo>
                    <a:pt x="72" y="271"/>
                    <a:pt x="105" y="281"/>
                    <a:pt x="138" y="281"/>
                  </a:cubicBezTo>
                  <a:cubicBezTo>
                    <a:pt x="168" y="281"/>
                    <a:pt x="198" y="273"/>
                    <a:pt x="221" y="257"/>
                  </a:cubicBezTo>
                  <a:cubicBezTo>
                    <a:pt x="273" y="227"/>
                    <a:pt x="307" y="160"/>
                    <a:pt x="292" y="100"/>
                  </a:cubicBezTo>
                  <a:cubicBezTo>
                    <a:pt x="273" y="44"/>
                    <a:pt x="232" y="18"/>
                    <a:pt x="198" y="7"/>
                  </a:cubicBezTo>
                  <a:cubicBezTo>
                    <a:pt x="184" y="2"/>
                    <a:pt x="170" y="0"/>
                    <a:pt x="159"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4" name="Google Shape;824;p46"/>
            <p:cNvSpPr/>
            <p:nvPr/>
          </p:nvSpPr>
          <p:spPr>
            <a:xfrm>
              <a:off x="7675401" y="3095236"/>
              <a:ext cx="12583" cy="9017"/>
            </a:xfrm>
            <a:custGeom>
              <a:rect b="b" l="l" r="r" t="t"/>
              <a:pathLst>
                <a:path extrusionOk="0" h="220" w="307">
                  <a:moveTo>
                    <a:pt x="256" y="0"/>
                  </a:moveTo>
                  <a:cubicBezTo>
                    <a:pt x="223" y="0"/>
                    <a:pt x="170" y="23"/>
                    <a:pt x="116" y="63"/>
                  </a:cubicBezTo>
                  <a:cubicBezTo>
                    <a:pt x="41" y="115"/>
                    <a:pt x="1" y="182"/>
                    <a:pt x="18" y="209"/>
                  </a:cubicBezTo>
                  <a:cubicBezTo>
                    <a:pt x="25" y="216"/>
                    <a:pt x="35" y="220"/>
                    <a:pt x="48" y="220"/>
                  </a:cubicBezTo>
                  <a:cubicBezTo>
                    <a:pt x="83" y="220"/>
                    <a:pt x="136" y="197"/>
                    <a:pt x="187" y="156"/>
                  </a:cubicBezTo>
                  <a:cubicBezTo>
                    <a:pt x="261" y="104"/>
                    <a:pt x="306" y="37"/>
                    <a:pt x="284" y="11"/>
                  </a:cubicBezTo>
                  <a:cubicBezTo>
                    <a:pt x="278" y="4"/>
                    <a:pt x="269" y="0"/>
                    <a:pt x="25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5" name="Google Shape;825;p46"/>
            <p:cNvSpPr/>
            <p:nvPr/>
          </p:nvSpPr>
          <p:spPr>
            <a:xfrm>
              <a:off x="7687779" y="3104212"/>
              <a:ext cx="9386" cy="6066"/>
            </a:xfrm>
            <a:custGeom>
              <a:rect b="b" l="l" r="r" t="t"/>
              <a:pathLst>
                <a:path extrusionOk="0" h="148" w="229">
                  <a:moveTo>
                    <a:pt x="164" y="1"/>
                  </a:moveTo>
                  <a:cubicBezTo>
                    <a:pt x="142" y="1"/>
                    <a:pt x="115" y="7"/>
                    <a:pt x="90" y="20"/>
                  </a:cubicBezTo>
                  <a:cubicBezTo>
                    <a:pt x="35" y="46"/>
                    <a:pt x="1" y="94"/>
                    <a:pt x="16" y="125"/>
                  </a:cubicBezTo>
                  <a:cubicBezTo>
                    <a:pt x="23" y="140"/>
                    <a:pt x="42" y="147"/>
                    <a:pt x="66" y="147"/>
                  </a:cubicBezTo>
                  <a:cubicBezTo>
                    <a:pt x="88" y="147"/>
                    <a:pt x="115" y="141"/>
                    <a:pt x="142" y="128"/>
                  </a:cubicBezTo>
                  <a:cubicBezTo>
                    <a:pt x="199" y="98"/>
                    <a:pt x="228" y="53"/>
                    <a:pt x="214" y="23"/>
                  </a:cubicBezTo>
                  <a:cubicBezTo>
                    <a:pt x="206" y="8"/>
                    <a:pt x="187" y="1"/>
                    <a:pt x="16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6" name="Google Shape;826;p46"/>
            <p:cNvSpPr/>
            <p:nvPr/>
          </p:nvSpPr>
          <p:spPr>
            <a:xfrm>
              <a:off x="7706428" y="3110647"/>
              <a:ext cx="5738" cy="9550"/>
            </a:xfrm>
            <a:custGeom>
              <a:rect b="b" l="l" r="r" t="t"/>
              <a:pathLst>
                <a:path extrusionOk="0" h="233" w="140">
                  <a:moveTo>
                    <a:pt x="57" y="1"/>
                  </a:moveTo>
                  <a:cubicBezTo>
                    <a:pt x="56" y="1"/>
                    <a:pt x="55" y="1"/>
                    <a:pt x="54" y="1"/>
                  </a:cubicBezTo>
                  <a:cubicBezTo>
                    <a:pt x="20" y="4"/>
                    <a:pt x="1" y="61"/>
                    <a:pt x="9" y="125"/>
                  </a:cubicBezTo>
                  <a:cubicBezTo>
                    <a:pt x="19" y="185"/>
                    <a:pt x="51" y="232"/>
                    <a:pt x="83" y="232"/>
                  </a:cubicBezTo>
                  <a:cubicBezTo>
                    <a:pt x="84" y="232"/>
                    <a:pt x="86" y="232"/>
                    <a:pt x="87" y="232"/>
                  </a:cubicBezTo>
                  <a:cubicBezTo>
                    <a:pt x="121" y="229"/>
                    <a:pt x="140" y="173"/>
                    <a:pt x="128" y="109"/>
                  </a:cubicBezTo>
                  <a:cubicBezTo>
                    <a:pt x="121" y="48"/>
                    <a:pt x="89" y="1"/>
                    <a:pt x="57"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7" name="Google Shape;827;p46"/>
            <p:cNvSpPr/>
            <p:nvPr/>
          </p:nvSpPr>
          <p:spPr>
            <a:xfrm>
              <a:off x="7727741" y="3117779"/>
              <a:ext cx="14264" cy="13157"/>
            </a:xfrm>
            <a:custGeom>
              <a:rect b="b" l="l" r="r" t="t"/>
              <a:pathLst>
                <a:path extrusionOk="0" h="321" w="348">
                  <a:moveTo>
                    <a:pt x="177" y="1"/>
                  </a:moveTo>
                  <a:cubicBezTo>
                    <a:pt x="115" y="1"/>
                    <a:pt x="89" y="41"/>
                    <a:pt x="101" y="47"/>
                  </a:cubicBezTo>
                  <a:cubicBezTo>
                    <a:pt x="108" y="63"/>
                    <a:pt x="146" y="55"/>
                    <a:pt x="184" y="85"/>
                  </a:cubicBezTo>
                  <a:cubicBezTo>
                    <a:pt x="221" y="115"/>
                    <a:pt x="236" y="159"/>
                    <a:pt x="187" y="189"/>
                  </a:cubicBezTo>
                  <a:cubicBezTo>
                    <a:pt x="173" y="197"/>
                    <a:pt x="160" y="201"/>
                    <a:pt x="148" y="201"/>
                  </a:cubicBezTo>
                  <a:cubicBezTo>
                    <a:pt x="118" y="201"/>
                    <a:pt x="98" y="176"/>
                    <a:pt x="91" y="141"/>
                  </a:cubicBezTo>
                  <a:cubicBezTo>
                    <a:pt x="82" y="96"/>
                    <a:pt x="105" y="66"/>
                    <a:pt x="94" y="51"/>
                  </a:cubicBezTo>
                  <a:cubicBezTo>
                    <a:pt x="94" y="47"/>
                    <a:pt x="90" y="45"/>
                    <a:pt x="84" y="45"/>
                  </a:cubicBezTo>
                  <a:cubicBezTo>
                    <a:pt x="64" y="45"/>
                    <a:pt x="20" y="68"/>
                    <a:pt x="8" y="137"/>
                  </a:cubicBezTo>
                  <a:cubicBezTo>
                    <a:pt x="1" y="178"/>
                    <a:pt x="5" y="234"/>
                    <a:pt x="53" y="282"/>
                  </a:cubicBezTo>
                  <a:cubicBezTo>
                    <a:pt x="80" y="308"/>
                    <a:pt x="117" y="320"/>
                    <a:pt x="154" y="320"/>
                  </a:cubicBezTo>
                  <a:cubicBezTo>
                    <a:pt x="188" y="320"/>
                    <a:pt x="222" y="310"/>
                    <a:pt x="251" y="290"/>
                  </a:cubicBezTo>
                  <a:cubicBezTo>
                    <a:pt x="307" y="256"/>
                    <a:pt x="348" y="178"/>
                    <a:pt x="325" y="111"/>
                  </a:cubicBezTo>
                  <a:cubicBezTo>
                    <a:pt x="307" y="47"/>
                    <a:pt x="255" y="18"/>
                    <a:pt x="217" y="6"/>
                  </a:cubicBezTo>
                  <a:cubicBezTo>
                    <a:pt x="202" y="2"/>
                    <a:pt x="189" y="1"/>
                    <a:pt x="177"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8" name="Google Shape;828;p46"/>
            <p:cNvSpPr/>
            <p:nvPr/>
          </p:nvSpPr>
          <p:spPr>
            <a:xfrm>
              <a:off x="7747045" y="3129378"/>
              <a:ext cx="11354" cy="9099"/>
            </a:xfrm>
            <a:custGeom>
              <a:rect b="b" l="l" r="r" t="t"/>
              <a:pathLst>
                <a:path extrusionOk="0" h="222" w="277">
                  <a:moveTo>
                    <a:pt x="227" y="1"/>
                  </a:moveTo>
                  <a:cubicBezTo>
                    <a:pt x="195" y="1"/>
                    <a:pt x="144" y="26"/>
                    <a:pt x="97" y="66"/>
                  </a:cubicBezTo>
                  <a:cubicBezTo>
                    <a:pt x="34" y="119"/>
                    <a:pt x="1" y="187"/>
                    <a:pt x="23" y="213"/>
                  </a:cubicBezTo>
                  <a:cubicBezTo>
                    <a:pt x="28" y="218"/>
                    <a:pt x="36" y="221"/>
                    <a:pt x="46" y="221"/>
                  </a:cubicBezTo>
                  <a:cubicBezTo>
                    <a:pt x="77" y="221"/>
                    <a:pt x="129" y="198"/>
                    <a:pt x="175" y="156"/>
                  </a:cubicBezTo>
                  <a:cubicBezTo>
                    <a:pt x="239" y="100"/>
                    <a:pt x="277" y="37"/>
                    <a:pt x="254" y="11"/>
                  </a:cubicBezTo>
                  <a:cubicBezTo>
                    <a:pt x="248" y="4"/>
                    <a:pt x="239" y="1"/>
                    <a:pt x="227"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29" name="Google Shape;829;p46"/>
            <p:cNvSpPr/>
            <p:nvPr/>
          </p:nvSpPr>
          <p:spPr>
            <a:xfrm>
              <a:off x="7763399" y="3139419"/>
              <a:ext cx="11968" cy="6886"/>
            </a:xfrm>
            <a:custGeom>
              <a:rect b="b" l="l" r="r" t="t"/>
              <a:pathLst>
                <a:path extrusionOk="0" h="168" w="292">
                  <a:moveTo>
                    <a:pt x="235" y="1"/>
                  </a:moveTo>
                  <a:cubicBezTo>
                    <a:pt x="206" y="1"/>
                    <a:pt x="164" y="17"/>
                    <a:pt x="121" y="35"/>
                  </a:cubicBezTo>
                  <a:cubicBezTo>
                    <a:pt x="53" y="64"/>
                    <a:pt x="0" y="98"/>
                    <a:pt x="0" y="132"/>
                  </a:cubicBezTo>
                  <a:cubicBezTo>
                    <a:pt x="3" y="152"/>
                    <a:pt x="33" y="168"/>
                    <a:pt x="76" y="168"/>
                  </a:cubicBezTo>
                  <a:cubicBezTo>
                    <a:pt x="103" y="168"/>
                    <a:pt x="136" y="161"/>
                    <a:pt x="169" y="147"/>
                  </a:cubicBezTo>
                  <a:cubicBezTo>
                    <a:pt x="255" y="109"/>
                    <a:pt x="292" y="35"/>
                    <a:pt x="266" y="12"/>
                  </a:cubicBezTo>
                  <a:cubicBezTo>
                    <a:pt x="259" y="4"/>
                    <a:pt x="248" y="1"/>
                    <a:pt x="235"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0" name="Google Shape;830;p46"/>
            <p:cNvSpPr/>
            <p:nvPr/>
          </p:nvSpPr>
          <p:spPr>
            <a:xfrm>
              <a:off x="7782703" y="3150076"/>
              <a:ext cx="6312" cy="8484"/>
            </a:xfrm>
            <a:custGeom>
              <a:rect b="b" l="l" r="r" t="t"/>
              <a:pathLst>
                <a:path extrusionOk="0" h="207" w="154">
                  <a:moveTo>
                    <a:pt x="54" y="1"/>
                  </a:moveTo>
                  <a:cubicBezTo>
                    <a:pt x="49" y="1"/>
                    <a:pt x="45" y="1"/>
                    <a:pt x="41" y="2"/>
                  </a:cubicBezTo>
                  <a:cubicBezTo>
                    <a:pt x="12" y="14"/>
                    <a:pt x="0" y="66"/>
                    <a:pt x="19" y="122"/>
                  </a:cubicBezTo>
                  <a:cubicBezTo>
                    <a:pt x="35" y="171"/>
                    <a:pt x="69" y="206"/>
                    <a:pt x="97" y="206"/>
                  </a:cubicBezTo>
                  <a:cubicBezTo>
                    <a:pt x="101" y="206"/>
                    <a:pt x="105" y="206"/>
                    <a:pt x="109" y="204"/>
                  </a:cubicBezTo>
                  <a:cubicBezTo>
                    <a:pt x="143" y="193"/>
                    <a:pt x="153" y="141"/>
                    <a:pt x="135" y="85"/>
                  </a:cubicBezTo>
                  <a:cubicBezTo>
                    <a:pt x="119" y="35"/>
                    <a:pt x="85" y="1"/>
                    <a:pt x="5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1" name="Google Shape;831;p46"/>
            <p:cNvSpPr/>
            <p:nvPr/>
          </p:nvSpPr>
          <p:spPr>
            <a:xfrm>
              <a:off x="7798647" y="3147084"/>
              <a:ext cx="13649" cy="12050"/>
            </a:xfrm>
            <a:custGeom>
              <a:rect b="b" l="l" r="r" t="t"/>
              <a:pathLst>
                <a:path extrusionOk="0" h="294" w="333">
                  <a:moveTo>
                    <a:pt x="128" y="71"/>
                  </a:moveTo>
                  <a:lnTo>
                    <a:pt x="128" y="71"/>
                  </a:lnTo>
                  <a:cubicBezTo>
                    <a:pt x="138" y="73"/>
                    <a:pt x="149" y="76"/>
                    <a:pt x="161" y="83"/>
                  </a:cubicBezTo>
                  <a:cubicBezTo>
                    <a:pt x="202" y="110"/>
                    <a:pt x="216" y="139"/>
                    <a:pt x="171" y="165"/>
                  </a:cubicBezTo>
                  <a:cubicBezTo>
                    <a:pt x="160" y="173"/>
                    <a:pt x="150" y="176"/>
                    <a:pt x="142" y="176"/>
                  </a:cubicBezTo>
                  <a:cubicBezTo>
                    <a:pt x="122" y="176"/>
                    <a:pt x="112" y="155"/>
                    <a:pt x="112" y="120"/>
                  </a:cubicBezTo>
                  <a:cubicBezTo>
                    <a:pt x="112" y="98"/>
                    <a:pt x="121" y="83"/>
                    <a:pt x="128" y="71"/>
                  </a:cubicBezTo>
                  <a:close/>
                  <a:moveTo>
                    <a:pt x="164" y="0"/>
                  </a:moveTo>
                  <a:cubicBezTo>
                    <a:pt x="115" y="0"/>
                    <a:pt x="88" y="23"/>
                    <a:pt x="78" y="42"/>
                  </a:cubicBezTo>
                  <a:lnTo>
                    <a:pt x="78" y="42"/>
                  </a:lnTo>
                  <a:cubicBezTo>
                    <a:pt x="62" y="51"/>
                    <a:pt x="46" y="66"/>
                    <a:pt x="33" y="91"/>
                  </a:cubicBezTo>
                  <a:cubicBezTo>
                    <a:pt x="14" y="127"/>
                    <a:pt x="0" y="188"/>
                    <a:pt x="45" y="244"/>
                  </a:cubicBezTo>
                  <a:cubicBezTo>
                    <a:pt x="70" y="277"/>
                    <a:pt x="111" y="293"/>
                    <a:pt x="151" y="293"/>
                  </a:cubicBezTo>
                  <a:cubicBezTo>
                    <a:pt x="182" y="293"/>
                    <a:pt x="212" y="284"/>
                    <a:pt x="235" y="266"/>
                  </a:cubicBezTo>
                  <a:cubicBezTo>
                    <a:pt x="295" y="236"/>
                    <a:pt x="333" y="150"/>
                    <a:pt x="302" y="87"/>
                  </a:cubicBezTo>
                  <a:cubicBezTo>
                    <a:pt x="273" y="23"/>
                    <a:pt x="216" y="5"/>
                    <a:pt x="179" y="1"/>
                  </a:cubicBezTo>
                  <a:cubicBezTo>
                    <a:pt x="174" y="1"/>
                    <a:pt x="169" y="0"/>
                    <a:pt x="16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2" name="Google Shape;832;p46"/>
            <p:cNvSpPr/>
            <p:nvPr/>
          </p:nvSpPr>
          <p:spPr>
            <a:xfrm>
              <a:off x="7809509" y="3129378"/>
              <a:ext cx="7050" cy="7337"/>
            </a:xfrm>
            <a:custGeom>
              <a:rect b="b" l="l" r="r" t="t"/>
              <a:pathLst>
                <a:path extrusionOk="0" h="179" w="172">
                  <a:moveTo>
                    <a:pt x="50" y="1"/>
                  </a:moveTo>
                  <a:cubicBezTo>
                    <a:pt x="42" y="1"/>
                    <a:pt x="34" y="3"/>
                    <a:pt x="26" y="7"/>
                  </a:cubicBezTo>
                  <a:cubicBezTo>
                    <a:pt x="0" y="26"/>
                    <a:pt x="4" y="78"/>
                    <a:pt x="37" y="123"/>
                  </a:cubicBezTo>
                  <a:cubicBezTo>
                    <a:pt x="63" y="159"/>
                    <a:pt x="94" y="179"/>
                    <a:pt x="120" y="179"/>
                  </a:cubicBezTo>
                  <a:cubicBezTo>
                    <a:pt x="129" y="179"/>
                    <a:pt x="138" y="176"/>
                    <a:pt x="146" y="171"/>
                  </a:cubicBezTo>
                  <a:cubicBezTo>
                    <a:pt x="172" y="152"/>
                    <a:pt x="168" y="100"/>
                    <a:pt x="135" y="56"/>
                  </a:cubicBezTo>
                  <a:cubicBezTo>
                    <a:pt x="109" y="22"/>
                    <a:pt x="77" y="1"/>
                    <a:pt x="5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3" name="Google Shape;833;p46"/>
            <p:cNvSpPr/>
            <p:nvPr/>
          </p:nvSpPr>
          <p:spPr>
            <a:xfrm>
              <a:off x="7815739" y="3119582"/>
              <a:ext cx="7419" cy="6558"/>
            </a:xfrm>
            <a:custGeom>
              <a:rect b="b" l="l" r="r" t="t"/>
              <a:pathLst>
                <a:path extrusionOk="0" h="160" w="181">
                  <a:moveTo>
                    <a:pt x="57" y="0"/>
                  </a:moveTo>
                  <a:cubicBezTo>
                    <a:pt x="43" y="0"/>
                    <a:pt x="32" y="5"/>
                    <a:pt x="23" y="14"/>
                  </a:cubicBezTo>
                  <a:cubicBezTo>
                    <a:pt x="1" y="37"/>
                    <a:pt x="13" y="86"/>
                    <a:pt x="46" y="123"/>
                  </a:cubicBezTo>
                  <a:cubicBezTo>
                    <a:pt x="69" y="146"/>
                    <a:pt x="97" y="159"/>
                    <a:pt x="121" y="159"/>
                  </a:cubicBezTo>
                  <a:cubicBezTo>
                    <a:pt x="135" y="159"/>
                    <a:pt x="148" y="155"/>
                    <a:pt x="158" y="145"/>
                  </a:cubicBezTo>
                  <a:cubicBezTo>
                    <a:pt x="180" y="123"/>
                    <a:pt x="169" y="74"/>
                    <a:pt x="132" y="37"/>
                  </a:cubicBezTo>
                  <a:cubicBezTo>
                    <a:pt x="109" y="13"/>
                    <a:pt x="80" y="0"/>
                    <a:pt x="57"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4" name="Google Shape;834;p46"/>
            <p:cNvSpPr/>
            <p:nvPr/>
          </p:nvSpPr>
          <p:spPr>
            <a:xfrm>
              <a:off x="7825288" y="3102901"/>
              <a:ext cx="11354" cy="9796"/>
            </a:xfrm>
            <a:custGeom>
              <a:rect b="b" l="l" r="r" t="t"/>
              <a:pathLst>
                <a:path extrusionOk="0" h="239" w="277">
                  <a:moveTo>
                    <a:pt x="162" y="0"/>
                  </a:moveTo>
                  <a:cubicBezTo>
                    <a:pt x="116" y="0"/>
                    <a:pt x="96" y="38"/>
                    <a:pt x="109" y="45"/>
                  </a:cubicBezTo>
                  <a:cubicBezTo>
                    <a:pt x="119" y="55"/>
                    <a:pt x="142" y="59"/>
                    <a:pt x="157" y="81"/>
                  </a:cubicBezTo>
                  <a:cubicBezTo>
                    <a:pt x="164" y="93"/>
                    <a:pt x="168" y="107"/>
                    <a:pt x="164" y="107"/>
                  </a:cubicBezTo>
                  <a:cubicBezTo>
                    <a:pt x="161" y="107"/>
                    <a:pt x="157" y="112"/>
                    <a:pt x="142" y="115"/>
                  </a:cubicBezTo>
                  <a:cubicBezTo>
                    <a:pt x="134" y="117"/>
                    <a:pt x="129" y="118"/>
                    <a:pt x="126" y="118"/>
                  </a:cubicBezTo>
                  <a:cubicBezTo>
                    <a:pt x="122" y="118"/>
                    <a:pt x="119" y="117"/>
                    <a:pt x="116" y="115"/>
                  </a:cubicBezTo>
                  <a:cubicBezTo>
                    <a:pt x="109" y="107"/>
                    <a:pt x="104" y="93"/>
                    <a:pt x="100" y="78"/>
                  </a:cubicBezTo>
                  <a:cubicBezTo>
                    <a:pt x="97" y="48"/>
                    <a:pt x="112" y="26"/>
                    <a:pt x="100" y="11"/>
                  </a:cubicBezTo>
                  <a:cubicBezTo>
                    <a:pt x="99" y="5"/>
                    <a:pt x="93" y="2"/>
                    <a:pt x="84" y="2"/>
                  </a:cubicBezTo>
                  <a:cubicBezTo>
                    <a:pt x="67" y="2"/>
                    <a:pt x="39" y="15"/>
                    <a:pt x="19" y="55"/>
                  </a:cubicBezTo>
                  <a:cubicBezTo>
                    <a:pt x="7" y="85"/>
                    <a:pt x="0" y="130"/>
                    <a:pt x="26" y="175"/>
                  </a:cubicBezTo>
                  <a:cubicBezTo>
                    <a:pt x="44" y="214"/>
                    <a:pt x="94" y="239"/>
                    <a:pt x="140" y="239"/>
                  </a:cubicBezTo>
                  <a:cubicBezTo>
                    <a:pt x="151" y="239"/>
                    <a:pt x="161" y="238"/>
                    <a:pt x="171" y="235"/>
                  </a:cubicBezTo>
                  <a:cubicBezTo>
                    <a:pt x="224" y="224"/>
                    <a:pt x="276" y="171"/>
                    <a:pt x="273" y="107"/>
                  </a:cubicBezTo>
                  <a:cubicBezTo>
                    <a:pt x="269" y="48"/>
                    <a:pt x="228" y="18"/>
                    <a:pt x="198" y="7"/>
                  </a:cubicBezTo>
                  <a:cubicBezTo>
                    <a:pt x="185" y="2"/>
                    <a:pt x="173" y="0"/>
                    <a:pt x="162"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5" name="Google Shape;835;p46"/>
            <p:cNvSpPr/>
            <p:nvPr/>
          </p:nvSpPr>
          <p:spPr>
            <a:xfrm>
              <a:off x="7842585" y="3113967"/>
              <a:ext cx="5533" cy="6271"/>
            </a:xfrm>
            <a:custGeom>
              <a:rect b="b" l="l" r="r" t="t"/>
              <a:pathLst>
                <a:path extrusionOk="0" h="153" w="135">
                  <a:moveTo>
                    <a:pt x="74" y="1"/>
                  </a:moveTo>
                  <a:cubicBezTo>
                    <a:pt x="44" y="1"/>
                    <a:pt x="17" y="26"/>
                    <a:pt x="7" y="61"/>
                  </a:cubicBezTo>
                  <a:cubicBezTo>
                    <a:pt x="0" y="103"/>
                    <a:pt x="18" y="144"/>
                    <a:pt x="52" y="151"/>
                  </a:cubicBezTo>
                  <a:cubicBezTo>
                    <a:pt x="55" y="152"/>
                    <a:pt x="59" y="152"/>
                    <a:pt x="62" y="152"/>
                  </a:cubicBezTo>
                  <a:cubicBezTo>
                    <a:pt x="89" y="152"/>
                    <a:pt x="117" y="124"/>
                    <a:pt x="127" y="88"/>
                  </a:cubicBezTo>
                  <a:cubicBezTo>
                    <a:pt x="135" y="47"/>
                    <a:pt x="116" y="9"/>
                    <a:pt x="85" y="2"/>
                  </a:cubicBezTo>
                  <a:cubicBezTo>
                    <a:pt x="81" y="1"/>
                    <a:pt x="77" y="1"/>
                    <a:pt x="7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6" name="Google Shape;836;p46"/>
            <p:cNvSpPr/>
            <p:nvPr/>
          </p:nvSpPr>
          <p:spPr>
            <a:xfrm>
              <a:off x="7850208" y="3120730"/>
              <a:ext cx="5533" cy="7788"/>
            </a:xfrm>
            <a:custGeom>
              <a:rect b="b" l="l" r="r" t="t"/>
              <a:pathLst>
                <a:path extrusionOk="0" h="190" w="135">
                  <a:moveTo>
                    <a:pt x="71" y="1"/>
                  </a:moveTo>
                  <a:cubicBezTo>
                    <a:pt x="69" y="1"/>
                    <a:pt x="67" y="1"/>
                    <a:pt x="64" y="1"/>
                  </a:cubicBezTo>
                  <a:cubicBezTo>
                    <a:pt x="34" y="9"/>
                    <a:pt x="11" y="46"/>
                    <a:pt x="4" y="87"/>
                  </a:cubicBezTo>
                  <a:cubicBezTo>
                    <a:pt x="1" y="125"/>
                    <a:pt x="4" y="165"/>
                    <a:pt x="30" y="184"/>
                  </a:cubicBezTo>
                  <a:cubicBezTo>
                    <a:pt x="35" y="188"/>
                    <a:pt x="42" y="190"/>
                    <a:pt x="49" y="190"/>
                  </a:cubicBezTo>
                  <a:cubicBezTo>
                    <a:pt x="77" y="190"/>
                    <a:pt x="115" y="160"/>
                    <a:pt x="124" y="106"/>
                  </a:cubicBezTo>
                  <a:cubicBezTo>
                    <a:pt x="134" y="47"/>
                    <a:pt x="102" y="1"/>
                    <a:pt x="7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7" name="Google Shape;837;p46"/>
            <p:cNvSpPr/>
            <p:nvPr/>
          </p:nvSpPr>
          <p:spPr>
            <a:xfrm>
              <a:off x="7853323" y="3135362"/>
              <a:ext cx="8402" cy="5164"/>
            </a:xfrm>
            <a:custGeom>
              <a:rect b="b" l="l" r="r" t="t"/>
              <a:pathLst>
                <a:path extrusionOk="0" h="126" w="205">
                  <a:moveTo>
                    <a:pt x="89" y="1"/>
                  </a:moveTo>
                  <a:cubicBezTo>
                    <a:pt x="37" y="1"/>
                    <a:pt x="0" y="33"/>
                    <a:pt x="7" y="63"/>
                  </a:cubicBezTo>
                  <a:cubicBezTo>
                    <a:pt x="11" y="93"/>
                    <a:pt x="48" y="115"/>
                    <a:pt x="89" y="122"/>
                  </a:cubicBezTo>
                  <a:cubicBezTo>
                    <a:pt x="99" y="124"/>
                    <a:pt x="109" y="125"/>
                    <a:pt x="119" y="125"/>
                  </a:cubicBezTo>
                  <a:cubicBezTo>
                    <a:pt x="149" y="125"/>
                    <a:pt x="176" y="116"/>
                    <a:pt x="190" y="96"/>
                  </a:cubicBezTo>
                  <a:cubicBezTo>
                    <a:pt x="204" y="67"/>
                    <a:pt x="175" y="15"/>
                    <a:pt x="111" y="3"/>
                  </a:cubicBezTo>
                  <a:cubicBezTo>
                    <a:pt x="103" y="2"/>
                    <a:pt x="96" y="1"/>
                    <a:pt x="8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8" name="Google Shape;838;p46"/>
            <p:cNvSpPr/>
            <p:nvPr/>
          </p:nvSpPr>
          <p:spPr>
            <a:xfrm>
              <a:off x="7865537" y="3146551"/>
              <a:ext cx="11968" cy="10821"/>
            </a:xfrm>
            <a:custGeom>
              <a:rect b="b" l="l" r="r" t="t"/>
              <a:pathLst>
                <a:path extrusionOk="0" h="264" w="292">
                  <a:moveTo>
                    <a:pt x="121" y="70"/>
                  </a:moveTo>
                  <a:cubicBezTo>
                    <a:pt x="128" y="74"/>
                    <a:pt x="136" y="78"/>
                    <a:pt x="142" y="85"/>
                  </a:cubicBezTo>
                  <a:cubicBezTo>
                    <a:pt x="153" y="92"/>
                    <a:pt x="165" y="107"/>
                    <a:pt x="165" y="118"/>
                  </a:cubicBezTo>
                  <a:cubicBezTo>
                    <a:pt x="161" y="126"/>
                    <a:pt x="161" y="130"/>
                    <a:pt x="146" y="140"/>
                  </a:cubicBezTo>
                  <a:cubicBezTo>
                    <a:pt x="131" y="149"/>
                    <a:pt x="123" y="145"/>
                    <a:pt x="123" y="149"/>
                  </a:cubicBezTo>
                  <a:cubicBezTo>
                    <a:pt x="116" y="149"/>
                    <a:pt x="108" y="133"/>
                    <a:pt x="108" y="118"/>
                  </a:cubicBezTo>
                  <a:cubicBezTo>
                    <a:pt x="106" y="97"/>
                    <a:pt x="115" y="83"/>
                    <a:pt x="121" y="70"/>
                  </a:cubicBezTo>
                  <a:close/>
                  <a:moveTo>
                    <a:pt x="150" y="1"/>
                  </a:moveTo>
                  <a:cubicBezTo>
                    <a:pt x="97" y="1"/>
                    <a:pt x="74" y="31"/>
                    <a:pt x="79" y="44"/>
                  </a:cubicBezTo>
                  <a:lnTo>
                    <a:pt x="79" y="44"/>
                  </a:lnTo>
                  <a:cubicBezTo>
                    <a:pt x="63" y="49"/>
                    <a:pt x="45" y="63"/>
                    <a:pt x="30" y="88"/>
                  </a:cubicBezTo>
                  <a:cubicBezTo>
                    <a:pt x="11" y="118"/>
                    <a:pt x="1" y="171"/>
                    <a:pt x="41" y="223"/>
                  </a:cubicBezTo>
                  <a:cubicBezTo>
                    <a:pt x="62" y="250"/>
                    <a:pt x="98" y="264"/>
                    <a:pt x="134" y="264"/>
                  </a:cubicBezTo>
                  <a:cubicBezTo>
                    <a:pt x="161" y="264"/>
                    <a:pt x="189" y="256"/>
                    <a:pt x="209" y="242"/>
                  </a:cubicBezTo>
                  <a:cubicBezTo>
                    <a:pt x="258" y="216"/>
                    <a:pt x="292" y="140"/>
                    <a:pt x="269" y="85"/>
                  </a:cubicBezTo>
                  <a:cubicBezTo>
                    <a:pt x="247" y="33"/>
                    <a:pt x="206" y="10"/>
                    <a:pt x="172" y="2"/>
                  </a:cubicBezTo>
                  <a:cubicBezTo>
                    <a:pt x="164" y="1"/>
                    <a:pt x="157" y="1"/>
                    <a:pt x="15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39" name="Google Shape;839;p46"/>
            <p:cNvSpPr/>
            <p:nvPr/>
          </p:nvSpPr>
          <p:spPr>
            <a:xfrm>
              <a:off x="7878694" y="3161019"/>
              <a:ext cx="5246" cy="6189"/>
            </a:xfrm>
            <a:custGeom>
              <a:rect b="b" l="l" r="r" t="t"/>
              <a:pathLst>
                <a:path extrusionOk="0" h="151" w="128">
                  <a:moveTo>
                    <a:pt x="66" y="1"/>
                  </a:moveTo>
                  <a:cubicBezTo>
                    <a:pt x="35" y="1"/>
                    <a:pt x="7" y="32"/>
                    <a:pt x="4" y="72"/>
                  </a:cubicBezTo>
                  <a:cubicBezTo>
                    <a:pt x="0" y="113"/>
                    <a:pt x="23" y="146"/>
                    <a:pt x="56" y="151"/>
                  </a:cubicBezTo>
                  <a:cubicBezTo>
                    <a:pt x="58" y="151"/>
                    <a:pt x="60" y="151"/>
                    <a:pt x="61" y="151"/>
                  </a:cubicBezTo>
                  <a:cubicBezTo>
                    <a:pt x="93" y="151"/>
                    <a:pt x="120" y="121"/>
                    <a:pt x="123" y="83"/>
                  </a:cubicBezTo>
                  <a:cubicBezTo>
                    <a:pt x="128" y="42"/>
                    <a:pt x="105" y="4"/>
                    <a:pt x="71" y="1"/>
                  </a:cubicBezTo>
                  <a:cubicBezTo>
                    <a:pt x="70" y="1"/>
                    <a:pt x="68" y="1"/>
                    <a:pt x="6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0" name="Google Shape;840;p46"/>
            <p:cNvSpPr/>
            <p:nvPr/>
          </p:nvSpPr>
          <p:spPr>
            <a:xfrm>
              <a:off x="7889432" y="3153765"/>
              <a:ext cx="10288" cy="5410"/>
            </a:xfrm>
            <a:custGeom>
              <a:rect b="b" l="l" r="r" t="t"/>
              <a:pathLst>
                <a:path extrusionOk="0" h="132" w="251">
                  <a:moveTo>
                    <a:pt x="90" y="0"/>
                  </a:moveTo>
                  <a:cubicBezTo>
                    <a:pt x="47" y="0"/>
                    <a:pt x="13" y="15"/>
                    <a:pt x="7" y="40"/>
                  </a:cubicBezTo>
                  <a:cubicBezTo>
                    <a:pt x="0" y="73"/>
                    <a:pt x="49" y="111"/>
                    <a:pt x="112" y="126"/>
                  </a:cubicBezTo>
                  <a:cubicBezTo>
                    <a:pt x="129" y="130"/>
                    <a:pt x="145" y="131"/>
                    <a:pt x="160" y="131"/>
                  </a:cubicBezTo>
                  <a:cubicBezTo>
                    <a:pt x="203" y="131"/>
                    <a:pt x="237" y="117"/>
                    <a:pt x="242" y="92"/>
                  </a:cubicBezTo>
                  <a:cubicBezTo>
                    <a:pt x="250" y="62"/>
                    <a:pt x="202" y="21"/>
                    <a:pt x="138" y="6"/>
                  </a:cubicBezTo>
                  <a:cubicBezTo>
                    <a:pt x="122" y="2"/>
                    <a:pt x="105" y="0"/>
                    <a:pt x="90"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1" name="Google Shape;841;p46"/>
            <p:cNvSpPr/>
            <p:nvPr/>
          </p:nvSpPr>
          <p:spPr>
            <a:xfrm>
              <a:off x="7903204" y="3147371"/>
              <a:ext cx="5369" cy="6968"/>
            </a:xfrm>
            <a:custGeom>
              <a:rect b="b" l="l" r="r" t="t"/>
              <a:pathLst>
                <a:path extrusionOk="0" h="170" w="131">
                  <a:moveTo>
                    <a:pt x="61" y="1"/>
                  </a:moveTo>
                  <a:cubicBezTo>
                    <a:pt x="59" y="1"/>
                    <a:pt x="58" y="1"/>
                    <a:pt x="56" y="1"/>
                  </a:cubicBezTo>
                  <a:cubicBezTo>
                    <a:pt x="26" y="5"/>
                    <a:pt x="0" y="42"/>
                    <a:pt x="8" y="91"/>
                  </a:cubicBezTo>
                  <a:cubicBezTo>
                    <a:pt x="11" y="136"/>
                    <a:pt x="41" y="170"/>
                    <a:pt x="75" y="170"/>
                  </a:cubicBezTo>
                  <a:cubicBezTo>
                    <a:pt x="104" y="165"/>
                    <a:pt x="130" y="125"/>
                    <a:pt x="127" y="80"/>
                  </a:cubicBezTo>
                  <a:cubicBezTo>
                    <a:pt x="120" y="33"/>
                    <a:pt x="93" y="1"/>
                    <a:pt x="61"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2" name="Google Shape;842;p46"/>
            <p:cNvSpPr/>
            <p:nvPr/>
          </p:nvSpPr>
          <p:spPr>
            <a:xfrm>
              <a:off x="7916647" y="3137165"/>
              <a:ext cx="4959" cy="6886"/>
            </a:xfrm>
            <a:custGeom>
              <a:rect b="b" l="l" r="r" t="t"/>
              <a:pathLst>
                <a:path extrusionOk="0" h="168" w="121">
                  <a:moveTo>
                    <a:pt x="61" y="0"/>
                  </a:moveTo>
                  <a:cubicBezTo>
                    <a:pt x="26" y="0"/>
                    <a:pt x="0" y="38"/>
                    <a:pt x="0" y="86"/>
                  </a:cubicBezTo>
                  <a:cubicBezTo>
                    <a:pt x="0" y="131"/>
                    <a:pt x="26" y="168"/>
                    <a:pt x="61" y="168"/>
                  </a:cubicBezTo>
                  <a:cubicBezTo>
                    <a:pt x="90" y="168"/>
                    <a:pt x="121" y="131"/>
                    <a:pt x="121" y="86"/>
                  </a:cubicBezTo>
                  <a:cubicBezTo>
                    <a:pt x="121" y="38"/>
                    <a:pt x="90" y="0"/>
                    <a:pt x="6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3" name="Google Shape;843;p46"/>
            <p:cNvSpPr/>
            <p:nvPr/>
          </p:nvSpPr>
          <p:spPr>
            <a:xfrm>
              <a:off x="7924148" y="3128804"/>
              <a:ext cx="12583" cy="11190"/>
            </a:xfrm>
            <a:custGeom>
              <a:rect b="b" l="l" r="r" t="t"/>
              <a:pathLst>
                <a:path extrusionOk="0" h="273" w="307">
                  <a:moveTo>
                    <a:pt x="155" y="60"/>
                  </a:moveTo>
                  <a:cubicBezTo>
                    <a:pt x="164" y="66"/>
                    <a:pt x="172" y="74"/>
                    <a:pt x="180" y="85"/>
                  </a:cubicBezTo>
                  <a:cubicBezTo>
                    <a:pt x="191" y="99"/>
                    <a:pt x="195" y="125"/>
                    <a:pt x="191" y="133"/>
                  </a:cubicBezTo>
                  <a:cubicBezTo>
                    <a:pt x="184" y="144"/>
                    <a:pt x="176" y="148"/>
                    <a:pt x="150" y="152"/>
                  </a:cubicBezTo>
                  <a:cubicBezTo>
                    <a:pt x="128" y="148"/>
                    <a:pt x="117" y="140"/>
                    <a:pt x="112" y="130"/>
                  </a:cubicBezTo>
                  <a:cubicBezTo>
                    <a:pt x="109" y="122"/>
                    <a:pt x="117" y="99"/>
                    <a:pt x="128" y="85"/>
                  </a:cubicBezTo>
                  <a:cubicBezTo>
                    <a:pt x="137" y="73"/>
                    <a:pt x="146" y="65"/>
                    <a:pt x="155" y="60"/>
                  </a:cubicBezTo>
                  <a:close/>
                  <a:moveTo>
                    <a:pt x="171" y="0"/>
                  </a:moveTo>
                  <a:cubicBezTo>
                    <a:pt x="165" y="0"/>
                    <a:pt x="159" y="1"/>
                    <a:pt x="153" y="2"/>
                  </a:cubicBezTo>
                  <a:lnTo>
                    <a:pt x="153" y="2"/>
                  </a:lnTo>
                  <a:cubicBezTo>
                    <a:pt x="148" y="1"/>
                    <a:pt x="142" y="0"/>
                    <a:pt x="135" y="0"/>
                  </a:cubicBezTo>
                  <a:cubicBezTo>
                    <a:pt x="119" y="0"/>
                    <a:pt x="100" y="4"/>
                    <a:pt x="79" y="13"/>
                  </a:cubicBezTo>
                  <a:cubicBezTo>
                    <a:pt x="45" y="32"/>
                    <a:pt x="0" y="70"/>
                    <a:pt x="5" y="140"/>
                  </a:cubicBezTo>
                  <a:cubicBezTo>
                    <a:pt x="5" y="215"/>
                    <a:pt x="79" y="271"/>
                    <a:pt x="146" y="271"/>
                  </a:cubicBezTo>
                  <a:cubicBezTo>
                    <a:pt x="150" y="272"/>
                    <a:pt x="154" y="272"/>
                    <a:pt x="158" y="272"/>
                  </a:cubicBezTo>
                  <a:cubicBezTo>
                    <a:pt x="220" y="272"/>
                    <a:pt x="292" y="222"/>
                    <a:pt x="300" y="156"/>
                  </a:cubicBezTo>
                  <a:cubicBezTo>
                    <a:pt x="307" y="85"/>
                    <a:pt x="266" y="40"/>
                    <a:pt x="236" y="21"/>
                  </a:cubicBezTo>
                  <a:cubicBezTo>
                    <a:pt x="212" y="6"/>
                    <a:pt x="190" y="0"/>
                    <a:pt x="171"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4" name="Google Shape;844;p46"/>
            <p:cNvSpPr/>
            <p:nvPr/>
          </p:nvSpPr>
          <p:spPr>
            <a:xfrm>
              <a:off x="7945051" y="3117738"/>
              <a:ext cx="10534" cy="5205"/>
            </a:xfrm>
            <a:custGeom>
              <a:rect b="b" l="l" r="r" t="t"/>
              <a:pathLst>
                <a:path extrusionOk="0" h="127" w="257">
                  <a:moveTo>
                    <a:pt x="109" y="1"/>
                  </a:moveTo>
                  <a:cubicBezTo>
                    <a:pt x="43" y="1"/>
                    <a:pt x="0" y="48"/>
                    <a:pt x="14" y="74"/>
                  </a:cubicBezTo>
                  <a:cubicBezTo>
                    <a:pt x="33" y="104"/>
                    <a:pt x="73" y="112"/>
                    <a:pt x="118" y="119"/>
                  </a:cubicBezTo>
                  <a:cubicBezTo>
                    <a:pt x="139" y="123"/>
                    <a:pt x="161" y="126"/>
                    <a:pt x="180" y="126"/>
                  </a:cubicBezTo>
                  <a:cubicBezTo>
                    <a:pt x="200" y="126"/>
                    <a:pt x="218" y="122"/>
                    <a:pt x="230" y="108"/>
                  </a:cubicBezTo>
                  <a:cubicBezTo>
                    <a:pt x="257" y="86"/>
                    <a:pt x="223" y="14"/>
                    <a:pt x="137" y="4"/>
                  </a:cubicBezTo>
                  <a:cubicBezTo>
                    <a:pt x="127" y="2"/>
                    <a:pt x="118" y="1"/>
                    <a:pt x="10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5" name="Google Shape;845;p46"/>
            <p:cNvSpPr/>
            <p:nvPr/>
          </p:nvSpPr>
          <p:spPr>
            <a:xfrm>
              <a:off x="7955708" y="3110975"/>
              <a:ext cx="12419" cy="5410"/>
            </a:xfrm>
            <a:custGeom>
              <a:rect b="b" l="l" r="r" t="t"/>
              <a:pathLst>
                <a:path extrusionOk="0" h="132" w="303">
                  <a:moveTo>
                    <a:pt x="120" y="1"/>
                  </a:moveTo>
                  <a:cubicBezTo>
                    <a:pt x="51" y="1"/>
                    <a:pt x="1" y="32"/>
                    <a:pt x="4" y="56"/>
                  </a:cubicBezTo>
                  <a:cubicBezTo>
                    <a:pt x="11" y="90"/>
                    <a:pt x="71" y="108"/>
                    <a:pt x="138" y="124"/>
                  </a:cubicBezTo>
                  <a:cubicBezTo>
                    <a:pt x="169" y="128"/>
                    <a:pt x="198" y="132"/>
                    <a:pt x="223" y="132"/>
                  </a:cubicBezTo>
                  <a:cubicBezTo>
                    <a:pt x="255" y="132"/>
                    <a:pt x="279" y="126"/>
                    <a:pt x="288" y="108"/>
                  </a:cubicBezTo>
                  <a:cubicBezTo>
                    <a:pt x="302" y="79"/>
                    <a:pt x="250" y="19"/>
                    <a:pt x="161" y="4"/>
                  </a:cubicBezTo>
                  <a:cubicBezTo>
                    <a:pt x="147" y="2"/>
                    <a:pt x="133" y="1"/>
                    <a:pt x="12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6" name="Google Shape;846;p46"/>
            <p:cNvSpPr/>
            <p:nvPr/>
          </p:nvSpPr>
          <p:spPr>
            <a:xfrm>
              <a:off x="7972512" y="3102368"/>
              <a:ext cx="5410" cy="6804"/>
            </a:xfrm>
            <a:custGeom>
              <a:rect b="b" l="l" r="r" t="t"/>
              <a:pathLst>
                <a:path extrusionOk="0" h="166" w="132">
                  <a:moveTo>
                    <a:pt x="70" y="1"/>
                  </a:moveTo>
                  <a:cubicBezTo>
                    <a:pt x="39" y="1"/>
                    <a:pt x="12" y="33"/>
                    <a:pt x="8" y="80"/>
                  </a:cubicBezTo>
                  <a:cubicBezTo>
                    <a:pt x="1" y="125"/>
                    <a:pt x="27" y="165"/>
                    <a:pt x="57" y="165"/>
                  </a:cubicBezTo>
                  <a:cubicBezTo>
                    <a:pt x="59" y="165"/>
                    <a:pt x="61" y="166"/>
                    <a:pt x="63" y="166"/>
                  </a:cubicBezTo>
                  <a:cubicBezTo>
                    <a:pt x="94" y="166"/>
                    <a:pt x="121" y="133"/>
                    <a:pt x="128" y="91"/>
                  </a:cubicBezTo>
                  <a:cubicBezTo>
                    <a:pt x="132" y="42"/>
                    <a:pt x="106" y="5"/>
                    <a:pt x="75" y="1"/>
                  </a:cubicBezTo>
                  <a:cubicBezTo>
                    <a:pt x="74" y="1"/>
                    <a:pt x="72" y="1"/>
                    <a:pt x="7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7" name="Google Shape;847;p46"/>
            <p:cNvSpPr/>
            <p:nvPr/>
          </p:nvSpPr>
          <p:spPr>
            <a:xfrm>
              <a:off x="7982021" y="3089908"/>
              <a:ext cx="12747" cy="11558"/>
            </a:xfrm>
            <a:custGeom>
              <a:rect b="b" l="l" r="r" t="t"/>
              <a:pathLst>
                <a:path extrusionOk="0" h="282" w="311">
                  <a:moveTo>
                    <a:pt x="163" y="75"/>
                  </a:moveTo>
                  <a:cubicBezTo>
                    <a:pt x="166" y="77"/>
                    <a:pt x="169" y="79"/>
                    <a:pt x="172" y="81"/>
                  </a:cubicBezTo>
                  <a:cubicBezTo>
                    <a:pt x="191" y="96"/>
                    <a:pt x="195" y="111"/>
                    <a:pt x="195" y="122"/>
                  </a:cubicBezTo>
                  <a:cubicBezTo>
                    <a:pt x="191" y="141"/>
                    <a:pt x="179" y="160"/>
                    <a:pt x="169" y="160"/>
                  </a:cubicBezTo>
                  <a:cubicBezTo>
                    <a:pt x="167" y="162"/>
                    <a:pt x="164" y="163"/>
                    <a:pt x="160" y="163"/>
                  </a:cubicBezTo>
                  <a:cubicBezTo>
                    <a:pt x="150" y="163"/>
                    <a:pt x="137" y="157"/>
                    <a:pt x="131" y="148"/>
                  </a:cubicBezTo>
                  <a:cubicBezTo>
                    <a:pt x="124" y="137"/>
                    <a:pt x="120" y="129"/>
                    <a:pt x="127" y="111"/>
                  </a:cubicBezTo>
                  <a:cubicBezTo>
                    <a:pt x="136" y="92"/>
                    <a:pt x="151" y="82"/>
                    <a:pt x="163" y="75"/>
                  </a:cubicBezTo>
                  <a:close/>
                  <a:moveTo>
                    <a:pt x="176" y="0"/>
                  </a:moveTo>
                  <a:cubicBezTo>
                    <a:pt x="132" y="0"/>
                    <a:pt x="107" y="20"/>
                    <a:pt x="99" y="34"/>
                  </a:cubicBezTo>
                  <a:lnTo>
                    <a:pt x="99" y="34"/>
                  </a:lnTo>
                  <a:cubicBezTo>
                    <a:pt x="89" y="38"/>
                    <a:pt x="78" y="43"/>
                    <a:pt x="67" y="51"/>
                  </a:cubicBezTo>
                  <a:cubicBezTo>
                    <a:pt x="34" y="74"/>
                    <a:pt x="0" y="141"/>
                    <a:pt x="34" y="200"/>
                  </a:cubicBezTo>
                  <a:cubicBezTo>
                    <a:pt x="58" y="246"/>
                    <a:pt x="105" y="282"/>
                    <a:pt x="165" y="282"/>
                  </a:cubicBezTo>
                  <a:cubicBezTo>
                    <a:pt x="179" y="282"/>
                    <a:pt x="194" y="280"/>
                    <a:pt x="210" y="276"/>
                  </a:cubicBezTo>
                  <a:cubicBezTo>
                    <a:pt x="284" y="245"/>
                    <a:pt x="310" y="171"/>
                    <a:pt x="303" y="115"/>
                  </a:cubicBezTo>
                  <a:cubicBezTo>
                    <a:pt x="296" y="51"/>
                    <a:pt x="243" y="10"/>
                    <a:pt x="206" y="3"/>
                  </a:cubicBezTo>
                  <a:cubicBezTo>
                    <a:pt x="195" y="1"/>
                    <a:pt x="185" y="0"/>
                    <a:pt x="176"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8" name="Google Shape;848;p46"/>
            <p:cNvSpPr/>
            <p:nvPr/>
          </p:nvSpPr>
          <p:spPr>
            <a:xfrm>
              <a:off x="8000096" y="3084580"/>
              <a:ext cx="5533" cy="6886"/>
            </a:xfrm>
            <a:custGeom>
              <a:rect b="b" l="l" r="r" t="t"/>
              <a:pathLst>
                <a:path extrusionOk="0" h="168" w="135">
                  <a:moveTo>
                    <a:pt x="74" y="1"/>
                  </a:moveTo>
                  <a:cubicBezTo>
                    <a:pt x="46" y="1"/>
                    <a:pt x="18" y="33"/>
                    <a:pt x="7" y="73"/>
                  </a:cubicBezTo>
                  <a:cubicBezTo>
                    <a:pt x="0" y="118"/>
                    <a:pt x="19" y="163"/>
                    <a:pt x="52" y="166"/>
                  </a:cubicBezTo>
                  <a:cubicBezTo>
                    <a:pt x="55" y="167"/>
                    <a:pt x="58" y="167"/>
                    <a:pt x="61" y="167"/>
                  </a:cubicBezTo>
                  <a:cubicBezTo>
                    <a:pt x="89" y="167"/>
                    <a:pt x="117" y="139"/>
                    <a:pt x="128" y="95"/>
                  </a:cubicBezTo>
                  <a:cubicBezTo>
                    <a:pt x="135" y="51"/>
                    <a:pt x="116" y="6"/>
                    <a:pt x="83" y="2"/>
                  </a:cubicBezTo>
                  <a:cubicBezTo>
                    <a:pt x="80" y="1"/>
                    <a:pt x="77" y="1"/>
                    <a:pt x="7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49" name="Google Shape;849;p46"/>
            <p:cNvSpPr/>
            <p:nvPr/>
          </p:nvSpPr>
          <p:spPr>
            <a:xfrm>
              <a:off x="8013703" y="3073759"/>
              <a:ext cx="5287" cy="6189"/>
            </a:xfrm>
            <a:custGeom>
              <a:rect b="b" l="l" r="r" t="t"/>
              <a:pathLst>
                <a:path extrusionOk="0" h="151" w="129">
                  <a:moveTo>
                    <a:pt x="66" y="1"/>
                  </a:moveTo>
                  <a:cubicBezTo>
                    <a:pt x="35" y="1"/>
                    <a:pt x="8" y="29"/>
                    <a:pt x="4" y="68"/>
                  </a:cubicBezTo>
                  <a:cubicBezTo>
                    <a:pt x="1" y="109"/>
                    <a:pt x="23" y="146"/>
                    <a:pt x="56" y="151"/>
                  </a:cubicBezTo>
                  <a:cubicBezTo>
                    <a:pt x="58" y="151"/>
                    <a:pt x="60" y="151"/>
                    <a:pt x="61" y="151"/>
                  </a:cubicBezTo>
                  <a:cubicBezTo>
                    <a:pt x="90" y="151"/>
                    <a:pt x="120" y="121"/>
                    <a:pt x="124" y="79"/>
                  </a:cubicBezTo>
                  <a:cubicBezTo>
                    <a:pt x="128" y="38"/>
                    <a:pt x="106" y="4"/>
                    <a:pt x="72" y="1"/>
                  </a:cubicBezTo>
                  <a:cubicBezTo>
                    <a:pt x="70" y="1"/>
                    <a:pt x="68" y="1"/>
                    <a:pt x="6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0" name="Google Shape;850;p46"/>
            <p:cNvSpPr/>
            <p:nvPr/>
          </p:nvSpPr>
          <p:spPr>
            <a:xfrm>
              <a:off x="8024647" y="3064087"/>
              <a:ext cx="11313" cy="5533"/>
            </a:xfrm>
            <a:custGeom>
              <a:rect b="b" l="l" r="r" t="t"/>
              <a:pathLst>
                <a:path extrusionOk="0" h="135" w="276">
                  <a:moveTo>
                    <a:pt x="104" y="0"/>
                  </a:moveTo>
                  <a:cubicBezTo>
                    <a:pt x="44" y="0"/>
                    <a:pt x="1" y="29"/>
                    <a:pt x="6" y="54"/>
                  </a:cubicBezTo>
                  <a:cubicBezTo>
                    <a:pt x="10" y="87"/>
                    <a:pt x="63" y="110"/>
                    <a:pt x="122" y="125"/>
                  </a:cubicBezTo>
                  <a:cubicBezTo>
                    <a:pt x="151" y="130"/>
                    <a:pt x="178" y="134"/>
                    <a:pt x="201" y="134"/>
                  </a:cubicBezTo>
                  <a:cubicBezTo>
                    <a:pt x="227" y="134"/>
                    <a:pt x="247" y="129"/>
                    <a:pt x="256" y="113"/>
                  </a:cubicBezTo>
                  <a:cubicBezTo>
                    <a:pt x="275" y="87"/>
                    <a:pt x="230" y="23"/>
                    <a:pt x="148" y="6"/>
                  </a:cubicBezTo>
                  <a:cubicBezTo>
                    <a:pt x="133" y="2"/>
                    <a:pt x="118" y="0"/>
                    <a:pt x="10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1" name="Google Shape;851;p46"/>
            <p:cNvSpPr/>
            <p:nvPr/>
          </p:nvSpPr>
          <p:spPr>
            <a:xfrm>
              <a:off x="8041369" y="3056135"/>
              <a:ext cx="5615" cy="6148"/>
            </a:xfrm>
            <a:custGeom>
              <a:rect b="b" l="l" r="r" t="t"/>
              <a:pathLst>
                <a:path extrusionOk="0" h="150" w="137">
                  <a:moveTo>
                    <a:pt x="84" y="0"/>
                  </a:moveTo>
                  <a:cubicBezTo>
                    <a:pt x="60" y="0"/>
                    <a:pt x="29" y="18"/>
                    <a:pt x="17" y="57"/>
                  </a:cubicBezTo>
                  <a:cubicBezTo>
                    <a:pt x="1" y="112"/>
                    <a:pt x="34" y="150"/>
                    <a:pt x="63" y="150"/>
                  </a:cubicBezTo>
                  <a:cubicBezTo>
                    <a:pt x="67" y="150"/>
                    <a:pt x="72" y="149"/>
                    <a:pt x="76" y="147"/>
                  </a:cubicBezTo>
                  <a:cubicBezTo>
                    <a:pt x="107" y="136"/>
                    <a:pt x="125" y="110"/>
                    <a:pt x="133" y="95"/>
                  </a:cubicBezTo>
                  <a:cubicBezTo>
                    <a:pt x="136" y="72"/>
                    <a:pt x="133" y="43"/>
                    <a:pt x="114" y="16"/>
                  </a:cubicBezTo>
                  <a:cubicBezTo>
                    <a:pt x="108" y="5"/>
                    <a:pt x="97" y="0"/>
                    <a:pt x="84"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2" name="Google Shape;852;p46"/>
            <p:cNvSpPr/>
            <p:nvPr/>
          </p:nvSpPr>
          <p:spPr>
            <a:xfrm>
              <a:off x="8053378" y="3045110"/>
              <a:ext cx="5369" cy="6189"/>
            </a:xfrm>
            <a:custGeom>
              <a:rect b="b" l="l" r="r" t="t"/>
              <a:pathLst>
                <a:path extrusionOk="0" h="151" w="131">
                  <a:moveTo>
                    <a:pt x="65" y="0"/>
                  </a:moveTo>
                  <a:cubicBezTo>
                    <a:pt x="36" y="0"/>
                    <a:pt x="11" y="32"/>
                    <a:pt x="4" y="69"/>
                  </a:cubicBezTo>
                  <a:cubicBezTo>
                    <a:pt x="0" y="110"/>
                    <a:pt x="22" y="147"/>
                    <a:pt x="57" y="150"/>
                  </a:cubicBezTo>
                  <a:cubicBezTo>
                    <a:pt x="59" y="151"/>
                    <a:pt x="61" y="151"/>
                    <a:pt x="63" y="151"/>
                  </a:cubicBezTo>
                  <a:cubicBezTo>
                    <a:pt x="93" y="151"/>
                    <a:pt x="120" y="122"/>
                    <a:pt x="124" y="83"/>
                  </a:cubicBezTo>
                  <a:cubicBezTo>
                    <a:pt x="131" y="43"/>
                    <a:pt x="109" y="5"/>
                    <a:pt x="74" y="1"/>
                  </a:cubicBezTo>
                  <a:cubicBezTo>
                    <a:pt x="71" y="1"/>
                    <a:pt x="68" y="0"/>
                    <a:pt x="65"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3" name="Google Shape;853;p46"/>
            <p:cNvSpPr/>
            <p:nvPr/>
          </p:nvSpPr>
          <p:spPr>
            <a:xfrm>
              <a:off x="7856643" y="2547865"/>
              <a:ext cx="214734" cy="213668"/>
            </a:xfrm>
            <a:custGeom>
              <a:rect b="b" l="l" r="r" t="t"/>
              <a:pathLst>
                <a:path extrusionOk="0" h="5213" w="5239">
                  <a:moveTo>
                    <a:pt x="2418" y="1"/>
                  </a:moveTo>
                  <a:cubicBezTo>
                    <a:pt x="1908" y="1"/>
                    <a:pt x="1528" y="32"/>
                    <a:pt x="1528" y="32"/>
                  </a:cubicBezTo>
                  <a:lnTo>
                    <a:pt x="1" y="1570"/>
                  </a:lnTo>
                  <a:lnTo>
                    <a:pt x="3702" y="5212"/>
                  </a:lnTo>
                  <a:cubicBezTo>
                    <a:pt x="3702" y="5212"/>
                    <a:pt x="4457" y="3016"/>
                    <a:pt x="4983" y="1081"/>
                  </a:cubicBezTo>
                  <a:cubicBezTo>
                    <a:pt x="5239" y="148"/>
                    <a:pt x="3524" y="1"/>
                    <a:pt x="2418" y="1"/>
                  </a:cubicBezTo>
                  <a:close/>
                </a:path>
              </a:pathLst>
            </a:custGeom>
            <a:solidFill>
              <a:schemeClr val="accent1"/>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4" name="Google Shape;854;p46"/>
            <p:cNvSpPr/>
            <p:nvPr/>
          </p:nvSpPr>
          <p:spPr>
            <a:xfrm>
              <a:off x="7891400" y="2604836"/>
              <a:ext cx="5574" cy="13239"/>
            </a:xfrm>
            <a:custGeom>
              <a:rect b="b" l="l" r="r" t="t"/>
              <a:pathLst>
                <a:path extrusionOk="0" h="323" w="136">
                  <a:moveTo>
                    <a:pt x="53" y="1"/>
                  </a:moveTo>
                  <a:cubicBezTo>
                    <a:pt x="19" y="5"/>
                    <a:pt x="1" y="80"/>
                    <a:pt x="8" y="169"/>
                  </a:cubicBezTo>
                  <a:cubicBezTo>
                    <a:pt x="15" y="257"/>
                    <a:pt x="51" y="323"/>
                    <a:pt x="80" y="323"/>
                  </a:cubicBezTo>
                  <a:cubicBezTo>
                    <a:pt x="81" y="323"/>
                    <a:pt x="81" y="323"/>
                    <a:pt x="82" y="323"/>
                  </a:cubicBezTo>
                  <a:cubicBezTo>
                    <a:pt x="116" y="319"/>
                    <a:pt x="135" y="244"/>
                    <a:pt x="127" y="158"/>
                  </a:cubicBezTo>
                  <a:cubicBezTo>
                    <a:pt x="120" y="68"/>
                    <a:pt x="87" y="1"/>
                    <a:pt x="5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5" name="Google Shape;855;p46"/>
            <p:cNvSpPr/>
            <p:nvPr/>
          </p:nvSpPr>
          <p:spPr>
            <a:xfrm>
              <a:off x="7898736" y="2618198"/>
              <a:ext cx="10616" cy="5041"/>
            </a:xfrm>
            <a:custGeom>
              <a:rect b="b" l="l" r="r" t="t"/>
              <a:pathLst>
                <a:path extrusionOk="0" h="123" w="259">
                  <a:moveTo>
                    <a:pt x="127" y="0"/>
                  </a:moveTo>
                  <a:cubicBezTo>
                    <a:pt x="56" y="0"/>
                    <a:pt x="1" y="30"/>
                    <a:pt x="1" y="60"/>
                  </a:cubicBezTo>
                  <a:cubicBezTo>
                    <a:pt x="1" y="93"/>
                    <a:pt x="56" y="123"/>
                    <a:pt x="127" y="123"/>
                  </a:cubicBezTo>
                  <a:cubicBezTo>
                    <a:pt x="199" y="123"/>
                    <a:pt x="258" y="93"/>
                    <a:pt x="258" y="60"/>
                  </a:cubicBezTo>
                  <a:cubicBezTo>
                    <a:pt x="258" y="30"/>
                    <a:pt x="199" y="0"/>
                    <a:pt x="127"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6" name="Google Shape;856;p46"/>
            <p:cNvSpPr/>
            <p:nvPr/>
          </p:nvSpPr>
          <p:spPr>
            <a:xfrm>
              <a:off x="7912057" y="2631026"/>
              <a:ext cx="4959" cy="10944"/>
            </a:xfrm>
            <a:custGeom>
              <a:rect b="b" l="l" r="r" t="t"/>
              <a:pathLst>
                <a:path extrusionOk="0" h="267" w="121">
                  <a:moveTo>
                    <a:pt x="40" y="1"/>
                  </a:moveTo>
                  <a:cubicBezTo>
                    <a:pt x="35" y="1"/>
                    <a:pt x="31" y="2"/>
                    <a:pt x="26" y="4"/>
                  </a:cubicBezTo>
                  <a:cubicBezTo>
                    <a:pt x="0" y="23"/>
                    <a:pt x="4" y="75"/>
                    <a:pt x="0" y="132"/>
                  </a:cubicBezTo>
                  <a:cubicBezTo>
                    <a:pt x="4" y="187"/>
                    <a:pt x="0" y="244"/>
                    <a:pt x="26" y="263"/>
                  </a:cubicBezTo>
                  <a:cubicBezTo>
                    <a:pt x="30" y="265"/>
                    <a:pt x="35" y="266"/>
                    <a:pt x="40" y="266"/>
                  </a:cubicBezTo>
                  <a:cubicBezTo>
                    <a:pt x="72" y="266"/>
                    <a:pt x="121" y="216"/>
                    <a:pt x="121" y="132"/>
                  </a:cubicBezTo>
                  <a:cubicBezTo>
                    <a:pt x="121" y="51"/>
                    <a:pt x="73" y="1"/>
                    <a:pt x="4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7" name="Google Shape;857;p46"/>
            <p:cNvSpPr/>
            <p:nvPr/>
          </p:nvSpPr>
          <p:spPr>
            <a:xfrm>
              <a:off x="7921238" y="2641724"/>
              <a:ext cx="15985" cy="14059"/>
            </a:xfrm>
            <a:custGeom>
              <a:rect b="b" l="l" r="r" t="t"/>
              <a:pathLst>
                <a:path extrusionOk="0" h="343" w="390">
                  <a:moveTo>
                    <a:pt x="196" y="75"/>
                  </a:moveTo>
                  <a:cubicBezTo>
                    <a:pt x="202" y="78"/>
                    <a:pt x="208" y="82"/>
                    <a:pt x="214" y="87"/>
                  </a:cubicBezTo>
                  <a:cubicBezTo>
                    <a:pt x="266" y="124"/>
                    <a:pt x="285" y="195"/>
                    <a:pt x="206" y="218"/>
                  </a:cubicBezTo>
                  <a:cubicBezTo>
                    <a:pt x="194" y="221"/>
                    <a:pt x="184" y="222"/>
                    <a:pt x="175" y="222"/>
                  </a:cubicBezTo>
                  <a:cubicBezTo>
                    <a:pt x="122" y="222"/>
                    <a:pt x="110" y="172"/>
                    <a:pt x="139" y="124"/>
                  </a:cubicBezTo>
                  <a:cubicBezTo>
                    <a:pt x="156" y="94"/>
                    <a:pt x="178" y="83"/>
                    <a:pt x="196" y="75"/>
                  </a:cubicBezTo>
                  <a:close/>
                  <a:moveTo>
                    <a:pt x="199" y="1"/>
                  </a:moveTo>
                  <a:cubicBezTo>
                    <a:pt x="141" y="1"/>
                    <a:pt x="109" y="34"/>
                    <a:pt x="108" y="46"/>
                  </a:cubicBezTo>
                  <a:lnTo>
                    <a:pt x="108" y="46"/>
                  </a:lnTo>
                  <a:cubicBezTo>
                    <a:pt x="97" y="52"/>
                    <a:pt x="86" y="60"/>
                    <a:pt x="76" y="69"/>
                  </a:cubicBezTo>
                  <a:cubicBezTo>
                    <a:pt x="42" y="98"/>
                    <a:pt x="1" y="162"/>
                    <a:pt x="31" y="244"/>
                  </a:cubicBezTo>
                  <a:cubicBezTo>
                    <a:pt x="51" y="309"/>
                    <a:pt x="121" y="343"/>
                    <a:pt x="186" y="343"/>
                  </a:cubicBezTo>
                  <a:cubicBezTo>
                    <a:pt x="206" y="343"/>
                    <a:pt x="226" y="340"/>
                    <a:pt x="243" y="333"/>
                  </a:cubicBezTo>
                  <a:cubicBezTo>
                    <a:pt x="318" y="315"/>
                    <a:pt x="390" y="226"/>
                    <a:pt x="371" y="143"/>
                  </a:cubicBezTo>
                  <a:cubicBezTo>
                    <a:pt x="352" y="64"/>
                    <a:pt x="295" y="28"/>
                    <a:pt x="251" y="9"/>
                  </a:cubicBezTo>
                  <a:cubicBezTo>
                    <a:pt x="232" y="3"/>
                    <a:pt x="214" y="1"/>
                    <a:pt x="199"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8" name="Google Shape;858;p46"/>
            <p:cNvSpPr/>
            <p:nvPr/>
          </p:nvSpPr>
          <p:spPr>
            <a:xfrm>
              <a:off x="7940379" y="2661397"/>
              <a:ext cx="6189" cy="8034"/>
            </a:xfrm>
            <a:custGeom>
              <a:rect b="b" l="l" r="r" t="t"/>
              <a:pathLst>
                <a:path extrusionOk="0" h="196" w="151">
                  <a:moveTo>
                    <a:pt x="93" y="1"/>
                  </a:moveTo>
                  <a:cubicBezTo>
                    <a:pt x="65" y="1"/>
                    <a:pt x="33" y="32"/>
                    <a:pt x="19" y="77"/>
                  </a:cubicBezTo>
                  <a:cubicBezTo>
                    <a:pt x="1" y="130"/>
                    <a:pt x="12" y="182"/>
                    <a:pt x="42" y="194"/>
                  </a:cubicBezTo>
                  <a:cubicBezTo>
                    <a:pt x="46" y="195"/>
                    <a:pt x="50" y="196"/>
                    <a:pt x="55" y="196"/>
                  </a:cubicBezTo>
                  <a:cubicBezTo>
                    <a:pt x="84" y="196"/>
                    <a:pt x="115" y="164"/>
                    <a:pt x="131" y="115"/>
                  </a:cubicBezTo>
                  <a:cubicBezTo>
                    <a:pt x="150" y="63"/>
                    <a:pt x="139" y="10"/>
                    <a:pt x="105" y="3"/>
                  </a:cubicBezTo>
                  <a:cubicBezTo>
                    <a:pt x="102" y="2"/>
                    <a:pt x="98" y="1"/>
                    <a:pt x="93"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59" name="Google Shape;859;p46"/>
            <p:cNvSpPr/>
            <p:nvPr/>
          </p:nvSpPr>
          <p:spPr>
            <a:xfrm>
              <a:off x="7951691" y="2666562"/>
              <a:ext cx="6476" cy="15821"/>
            </a:xfrm>
            <a:custGeom>
              <a:rect b="b" l="l" r="r" t="t"/>
              <a:pathLst>
                <a:path extrusionOk="0" h="386" w="158">
                  <a:moveTo>
                    <a:pt x="110" y="1"/>
                  </a:moveTo>
                  <a:cubicBezTo>
                    <a:pt x="77" y="1"/>
                    <a:pt x="38" y="81"/>
                    <a:pt x="19" y="184"/>
                  </a:cubicBezTo>
                  <a:cubicBezTo>
                    <a:pt x="1" y="292"/>
                    <a:pt x="12" y="382"/>
                    <a:pt x="45" y="385"/>
                  </a:cubicBezTo>
                  <a:cubicBezTo>
                    <a:pt x="47" y="386"/>
                    <a:pt x="48" y="386"/>
                    <a:pt x="50" y="386"/>
                  </a:cubicBezTo>
                  <a:cubicBezTo>
                    <a:pt x="83" y="386"/>
                    <a:pt x="122" y="306"/>
                    <a:pt x="140" y="206"/>
                  </a:cubicBezTo>
                  <a:cubicBezTo>
                    <a:pt x="158" y="97"/>
                    <a:pt x="143" y="8"/>
                    <a:pt x="113" y="1"/>
                  </a:cubicBezTo>
                  <a:cubicBezTo>
                    <a:pt x="112" y="1"/>
                    <a:pt x="111" y="1"/>
                    <a:pt x="110"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0" name="Google Shape;860;p46"/>
            <p:cNvSpPr/>
            <p:nvPr/>
          </p:nvSpPr>
          <p:spPr>
            <a:xfrm>
              <a:off x="7959027" y="2681890"/>
              <a:ext cx="12173" cy="5123"/>
            </a:xfrm>
            <a:custGeom>
              <a:rect b="b" l="l" r="r" t="t"/>
              <a:pathLst>
                <a:path extrusionOk="0" h="125" w="297">
                  <a:moveTo>
                    <a:pt x="183" y="0"/>
                  </a:moveTo>
                  <a:cubicBezTo>
                    <a:pt x="170" y="0"/>
                    <a:pt x="157" y="1"/>
                    <a:pt x="143" y="3"/>
                  </a:cubicBezTo>
                  <a:cubicBezTo>
                    <a:pt x="61" y="11"/>
                    <a:pt x="1" y="44"/>
                    <a:pt x="5" y="78"/>
                  </a:cubicBezTo>
                  <a:cubicBezTo>
                    <a:pt x="8" y="107"/>
                    <a:pt x="58" y="125"/>
                    <a:pt x="122" y="125"/>
                  </a:cubicBezTo>
                  <a:cubicBezTo>
                    <a:pt x="132" y="125"/>
                    <a:pt x="143" y="124"/>
                    <a:pt x="154" y="123"/>
                  </a:cubicBezTo>
                  <a:cubicBezTo>
                    <a:pt x="237" y="112"/>
                    <a:pt x="297" y="78"/>
                    <a:pt x="292" y="44"/>
                  </a:cubicBezTo>
                  <a:cubicBezTo>
                    <a:pt x="289" y="20"/>
                    <a:pt x="243" y="0"/>
                    <a:pt x="183"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1" name="Google Shape;861;p46"/>
            <p:cNvSpPr/>
            <p:nvPr/>
          </p:nvSpPr>
          <p:spPr>
            <a:xfrm>
              <a:off x="7972840" y="2689924"/>
              <a:ext cx="15493" cy="14837"/>
            </a:xfrm>
            <a:custGeom>
              <a:rect b="b" l="l" r="r" t="t"/>
              <a:pathLst>
                <a:path extrusionOk="0" h="362" w="378">
                  <a:moveTo>
                    <a:pt x="176" y="1"/>
                  </a:moveTo>
                  <a:cubicBezTo>
                    <a:pt x="132" y="1"/>
                    <a:pt x="107" y="21"/>
                    <a:pt x="112" y="31"/>
                  </a:cubicBezTo>
                  <a:cubicBezTo>
                    <a:pt x="117" y="47"/>
                    <a:pt x="161" y="50"/>
                    <a:pt x="206" y="91"/>
                  </a:cubicBezTo>
                  <a:cubicBezTo>
                    <a:pt x="251" y="133"/>
                    <a:pt x="274" y="200"/>
                    <a:pt x="206" y="233"/>
                  </a:cubicBezTo>
                  <a:cubicBezTo>
                    <a:pt x="191" y="239"/>
                    <a:pt x="178" y="242"/>
                    <a:pt x="167" y="242"/>
                  </a:cubicBezTo>
                  <a:cubicBezTo>
                    <a:pt x="130" y="242"/>
                    <a:pt x="119" y="210"/>
                    <a:pt x="143" y="170"/>
                  </a:cubicBezTo>
                  <a:cubicBezTo>
                    <a:pt x="165" y="121"/>
                    <a:pt x="202" y="129"/>
                    <a:pt x="213" y="114"/>
                  </a:cubicBezTo>
                  <a:cubicBezTo>
                    <a:pt x="217" y="110"/>
                    <a:pt x="213" y="91"/>
                    <a:pt x="187" y="81"/>
                  </a:cubicBezTo>
                  <a:cubicBezTo>
                    <a:pt x="181" y="78"/>
                    <a:pt x="173" y="76"/>
                    <a:pt x="164" y="76"/>
                  </a:cubicBezTo>
                  <a:cubicBezTo>
                    <a:pt x="137" y="76"/>
                    <a:pt x="103" y="89"/>
                    <a:pt x="75" y="114"/>
                  </a:cubicBezTo>
                  <a:cubicBezTo>
                    <a:pt x="45" y="143"/>
                    <a:pt x="0" y="211"/>
                    <a:pt x="45" y="293"/>
                  </a:cubicBezTo>
                  <a:cubicBezTo>
                    <a:pt x="73" y="339"/>
                    <a:pt x="124" y="361"/>
                    <a:pt x="175" y="361"/>
                  </a:cubicBezTo>
                  <a:cubicBezTo>
                    <a:pt x="206" y="361"/>
                    <a:pt x="237" y="353"/>
                    <a:pt x="262" y="338"/>
                  </a:cubicBezTo>
                  <a:cubicBezTo>
                    <a:pt x="333" y="308"/>
                    <a:pt x="377" y="215"/>
                    <a:pt x="355" y="143"/>
                  </a:cubicBezTo>
                  <a:cubicBezTo>
                    <a:pt x="341" y="73"/>
                    <a:pt x="288" y="36"/>
                    <a:pt x="247" y="17"/>
                  </a:cubicBezTo>
                  <a:cubicBezTo>
                    <a:pt x="220" y="5"/>
                    <a:pt x="196" y="1"/>
                    <a:pt x="17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2" name="Google Shape;862;p46"/>
            <p:cNvSpPr/>
            <p:nvPr/>
          </p:nvSpPr>
          <p:spPr>
            <a:xfrm>
              <a:off x="7990915" y="2708654"/>
              <a:ext cx="4918" cy="15821"/>
            </a:xfrm>
            <a:custGeom>
              <a:rect b="b" l="l" r="r" t="t"/>
              <a:pathLst>
                <a:path extrusionOk="0" h="386" w="120">
                  <a:moveTo>
                    <a:pt x="60" y="0"/>
                  </a:moveTo>
                  <a:cubicBezTo>
                    <a:pt x="26" y="0"/>
                    <a:pt x="0" y="90"/>
                    <a:pt x="0" y="195"/>
                  </a:cubicBezTo>
                  <a:cubicBezTo>
                    <a:pt x="0" y="300"/>
                    <a:pt x="26" y="386"/>
                    <a:pt x="60" y="386"/>
                  </a:cubicBezTo>
                  <a:cubicBezTo>
                    <a:pt x="93" y="386"/>
                    <a:pt x="119" y="300"/>
                    <a:pt x="119" y="195"/>
                  </a:cubicBezTo>
                  <a:cubicBezTo>
                    <a:pt x="119" y="90"/>
                    <a:pt x="93" y="0"/>
                    <a:pt x="60"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3" name="Google Shape;863;p46"/>
            <p:cNvSpPr/>
            <p:nvPr/>
          </p:nvSpPr>
          <p:spPr>
            <a:xfrm>
              <a:off x="7861521" y="2484337"/>
              <a:ext cx="109519" cy="126078"/>
            </a:xfrm>
            <a:custGeom>
              <a:rect b="b" l="l" r="r" t="t"/>
              <a:pathLst>
                <a:path extrusionOk="0" h="3076" w="2672">
                  <a:moveTo>
                    <a:pt x="2656" y="1"/>
                  </a:moveTo>
                  <a:cubicBezTo>
                    <a:pt x="2637" y="1"/>
                    <a:pt x="2497" y="178"/>
                    <a:pt x="2261" y="442"/>
                  </a:cubicBezTo>
                  <a:cubicBezTo>
                    <a:pt x="1992" y="753"/>
                    <a:pt x="1671" y="1115"/>
                    <a:pt x="1316" y="1522"/>
                  </a:cubicBezTo>
                  <a:cubicBezTo>
                    <a:pt x="946" y="1940"/>
                    <a:pt x="614" y="2321"/>
                    <a:pt x="375" y="2601"/>
                  </a:cubicBezTo>
                  <a:cubicBezTo>
                    <a:pt x="139" y="2885"/>
                    <a:pt x="1" y="3064"/>
                    <a:pt x="12" y="3075"/>
                  </a:cubicBezTo>
                  <a:cubicBezTo>
                    <a:pt x="13" y="3076"/>
                    <a:pt x="13" y="3076"/>
                    <a:pt x="14" y="3076"/>
                  </a:cubicBezTo>
                  <a:cubicBezTo>
                    <a:pt x="35" y="3076"/>
                    <a:pt x="197" y="2917"/>
                    <a:pt x="438" y="2661"/>
                  </a:cubicBezTo>
                  <a:cubicBezTo>
                    <a:pt x="692" y="2392"/>
                    <a:pt x="1035" y="2018"/>
                    <a:pt x="1406" y="1601"/>
                  </a:cubicBezTo>
                  <a:cubicBezTo>
                    <a:pt x="1775" y="1178"/>
                    <a:pt x="2104" y="789"/>
                    <a:pt x="2328" y="498"/>
                  </a:cubicBezTo>
                  <a:cubicBezTo>
                    <a:pt x="2552" y="207"/>
                    <a:pt x="2671" y="9"/>
                    <a:pt x="2657" y="1"/>
                  </a:cubicBezTo>
                  <a:cubicBezTo>
                    <a:pt x="2657" y="1"/>
                    <a:pt x="2656" y="1"/>
                    <a:pt x="2656"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4" name="Google Shape;864;p46"/>
            <p:cNvSpPr/>
            <p:nvPr/>
          </p:nvSpPr>
          <p:spPr>
            <a:xfrm>
              <a:off x="8066084" y="3046135"/>
              <a:ext cx="10903" cy="5451"/>
            </a:xfrm>
            <a:custGeom>
              <a:rect b="b" l="l" r="r" t="t"/>
              <a:pathLst>
                <a:path extrusionOk="0" h="133" w="266">
                  <a:moveTo>
                    <a:pt x="84" y="1"/>
                  </a:moveTo>
                  <a:cubicBezTo>
                    <a:pt x="45" y="1"/>
                    <a:pt x="15" y="13"/>
                    <a:pt x="7" y="36"/>
                  </a:cubicBezTo>
                  <a:cubicBezTo>
                    <a:pt x="0" y="70"/>
                    <a:pt x="49" y="107"/>
                    <a:pt x="119" y="125"/>
                  </a:cubicBezTo>
                  <a:cubicBezTo>
                    <a:pt x="140" y="130"/>
                    <a:pt x="160" y="132"/>
                    <a:pt x="178" y="132"/>
                  </a:cubicBezTo>
                  <a:cubicBezTo>
                    <a:pt x="220" y="132"/>
                    <a:pt x="253" y="120"/>
                    <a:pt x="258" y="99"/>
                  </a:cubicBezTo>
                  <a:cubicBezTo>
                    <a:pt x="266" y="66"/>
                    <a:pt x="217" y="25"/>
                    <a:pt x="145" y="10"/>
                  </a:cubicBezTo>
                  <a:cubicBezTo>
                    <a:pt x="124" y="4"/>
                    <a:pt x="103" y="1"/>
                    <a:pt x="84" y="1"/>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5" name="Google Shape;865;p46"/>
            <p:cNvSpPr/>
            <p:nvPr/>
          </p:nvSpPr>
          <p:spPr>
            <a:xfrm>
              <a:off x="8079774" y="3036421"/>
              <a:ext cx="12214" cy="9427"/>
            </a:xfrm>
            <a:custGeom>
              <a:rect b="b" l="l" r="r" t="t"/>
              <a:pathLst>
                <a:path extrusionOk="0" h="230" w="298">
                  <a:moveTo>
                    <a:pt x="126" y="68"/>
                  </a:moveTo>
                  <a:cubicBezTo>
                    <a:pt x="138" y="72"/>
                    <a:pt x="152" y="77"/>
                    <a:pt x="163" y="86"/>
                  </a:cubicBezTo>
                  <a:cubicBezTo>
                    <a:pt x="178" y="93"/>
                    <a:pt x="178" y="101"/>
                    <a:pt x="178" y="109"/>
                  </a:cubicBezTo>
                  <a:cubicBezTo>
                    <a:pt x="178" y="108"/>
                    <a:pt x="178" y="108"/>
                    <a:pt x="178" y="108"/>
                  </a:cubicBezTo>
                  <a:lnTo>
                    <a:pt x="178" y="108"/>
                  </a:lnTo>
                  <a:cubicBezTo>
                    <a:pt x="177" y="108"/>
                    <a:pt x="178" y="108"/>
                    <a:pt x="178" y="109"/>
                  </a:cubicBezTo>
                  <a:lnTo>
                    <a:pt x="178" y="109"/>
                  </a:lnTo>
                  <a:cubicBezTo>
                    <a:pt x="178" y="109"/>
                    <a:pt x="178" y="109"/>
                    <a:pt x="178" y="109"/>
                  </a:cubicBezTo>
                  <a:lnTo>
                    <a:pt x="178" y="109"/>
                  </a:lnTo>
                  <a:cubicBezTo>
                    <a:pt x="178" y="109"/>
                    <a:pt x="178" y="109"/>
                    <a:pt x="178" y="109"/>
                  </a:cubicBezTo>
                  <a:lnTo>
                    <a:pt x="178" y="109"/>
                  </a:lnTo>
                  <a:cubicBezTo>
                    <a:pt x="178" y="109"/>
                    <a:pt x="178" y="109"/>
                    <a:pt x="178" y="109"/>
                  </a:cubicBezTo>
                  <a:lnTo>
                    <a:pt x="178" y="109"/>
                  </a:lnTo>
                  <a:cubicBezTo>
                    <a:pt x="175" y="109"/>
                    <a:pt x="172" y="110"/>
                    <a:pt x="170" y="110"/>
                  </a:cubicBezTo>
                  <a:cubicBezTo>
                    <a:pt x="148" y="110"/>
                    <a:pt x="122" y="90"/>
                    <a:pt x="122" y="90"/>
                  </a:cubicBezTo>
                  <a:cubicBezTo>
                    <a:pt x="120" y="82"/>
                    <a:pt x="122" y="74"/>
                    <a:pt x="126" y="68"/>
                  </a:cubicBezTo>
                  <a:close/>
                  <a:moveTo>
                    <a:pt x="183" y="115"/>
                  </a:moveTo>
                  <a:cubicBezTo>
                    <a:pt x="184" y="115"/>
                    <a:pt x="184" y="116"/>
                    <a:pt x="185" y="116"/>
                  </a:cubicBezTo>
                  <a:cubicBezTo>
                    <a:pt x="186" y="117"/>
                    <a:pt x="186" y="118"/>
                    <a:pt x="186" y="118"/>
                  </a:cubicBezTo>
                  <a:cubicBezTo>
                    <a:pt x="185" y="118"/>
                    <a:pt x="184" y="117"/>
                    <a:pt x="183" y="115"/>
                  </a:cubicBezTo>
                  <a:close/>
                  <a:moveTo>
                    <a:pt x="178" y="0"/>
                  </a:moveTo>
                  <a:cubicBezTo>
                    <a:pt x="153" y="1"/>
                    <a:pt x="134" y="8"/>
                    <a:pt x="122" y="15"/>
                  </a:cubicBezTo>
                  <a:lnTo>
                    <a:pt x="122" y="15"/>
                  </a:lnTo>
                  <a:cubicBezTo>
                    <a:pt x="122" y="15"/>
                    <a:pt x="122" y="15"/>
                    <a:pt x="122" y="15"/>
                  </a:cubicBezTo>
                  <a:cubicBezTo>
                    <a:pt x="118" y="15"/>
                    <a:pt x="115" y="15"/>
                    <a:pt x="111" y="15"/>
                  </a:cubicBezTo>
                  <a:cubicBezTo>
                    <a:pt x="90" y="15"/>
                    <a:pt x="63" y="24"/>
                    <a:pt x="44" y="53"/>
                  </a:cubicBezTo>
                  <a:cubicBezTo>
                    <a:pt x="1" y="132"/>
                    <a:pt x="72" y="229"/>
                    <a:pt x="169" y="229"/>
                  </a:cubicBezTo>
                  <a:cubicBezTo>
                    <a:pt x="181" y="229"/>
                    <a:pt x="194" y="228"/>
                    <a:pt x="208" y="224"/>
                  </a:cubicBezTo>
                  <a:cubicBezTo>
                    <a:pt x="242" y="217"/>
                    <a:pt x="271" y="191"/>
                    <a:pt x="287" y="157"/>
                  </a:cubicBezTo>
                  <a:cubicBezTo>
                    <a:pt x="297" y="124"/>
                    <a:pt x="294" y="93"/>
                    <a:pt x="282" y="71"/>
                  </a:cubicBezTo>
                  <a:cubicBezTo>
                    <a:pt x="260" y="23"/>
                    <a:pt x="208" y="0"/>
                    <a:pt x="178" y="0"/>
                  </a:cubicBezTo>
                  <a:close/>
                </a:path>
              </a:pathLst>
            </a:custGeom>
            <a:solidFill>
              <a:srgbClr val="263238"/>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6" name="Google Shape;866;p46"/>
            <p:cNvSpPr/>
            <p:nvPr/>
          </p:nvSpPr>
          <p:spPr>
            <a:xfrm>
              <a:off x="7206023" y="2581187"/>
              <a:ext cx="779418" cy="357001"/>
            </a:xfrm>
            <a:custGeom>
              <a:rect b="b" l="l" r="r" t="t"/>
              <a:pathLst>
                <a:path extrusionOk="0" h="8710" w="19016">
                  <a:moveTo>
                    <a:pt x="4381" y="1"/>
                  </a:moveTo>
                  <a:cubicBezTo>
                    <a:pt x="4332" y="1"/>
                    <a:pt x="4282" y="19"/>
                    <a:pt x="4240" y="59"/>
                  </a:cubicBezTo>
                  <a:cubicBezTo>
                    <a:pt x="4087" y="197"/>
                    <a:pt x="3952" y="772"/>
                    <a:pt x="4075" y="1467"/>
                  </a:cubicBezTo>
                  <a:cubicBezTo>
                    <a:pt x="4079" y="1479"/>
                    <a:pt x="4079" y="1489"/>
                    <a:pt x="4079" y="1501"/>
                  </a:cubicBezTo>
                  <a:cubicBezTo>
                    <a:pt x="4112" y="1714"/>
                    <a:pt x="4060" y="1793"/>
                    <a:pt x="3964" y="1793"/>
                  </a:cubicBezTo>
                  <a:cubicBezTo>
                    <a:pt x="3742" y="1793"/>
                    <a:pt x="3282" y="1367"/>
                    <a:pt x="3071" y="1179"/>
                  </a:cubicBezTo>
                  <a:cubicBezTo>
                    <a:pt x="2773" y="912"/>
                    <a:pt x="1832" y="144"/>
                    <a:pt x="1653" y="144"/>
                  </a:cubicBezTo>
                  <a:cubicBezTo>
                    <a:pt x="1650" y="144"/>
                    <a:pt x="1647" y="144"/>
                    <a:pt x="1644" y="145"/>
                  </a:cubicBezTo>
                  <a:cubicBezTo>
                    <a:pt x="1416" y="186"/>
                    <a:pt x="1420" y="443"/>
                    <a:pt x="1726" y="705"/>
                  </a:cubicBezTo>
                  <a:cubicBezTo>
                    <a:pt x="2040" y="974"/>
                    <a:pt x="2902" y="1826"/>
                    <a:pt x="2757" y="1982"/>
                  </a:cubicBezTo>
                  <a:cubicBezTo>
                    <a:pt x="2750" y="1990"/>
                    <a:pt x="2738" y="1994"/>
                    <a:pt x="2724" y="1994"/>
                  </a:cubicBezTo>
                  <a:cubicBezTo>
                    <a:pt x="2458" y="1994"/>
                    <a:pt x="1094" y="735"/>
                    <a:pt x="1094" y="735"/>
                  </a:cubicBezTo>
                  <a:cubicBezTo>
                    <a:pt x="1094" y="735"/>
                    <a:pt x="917" y="507"/>
                    <a:pt x="756" y="507"/>
                  </a:cubicBezTo>
                  <a:cubicBezTo>
                    <a:pt x="716" y="507"/>
                    <a:pt x="677" y="521"/>
                    <a:pt x="642" y="555"/>
                  </a:cubicBezTo>
                  <a:cubicBezTo>
                    <a:pt x="325" y="869"/>
                    <a:pt x="2047" y="2236"/>
                    <a:pt x="2211" y="2363"/>
                  </a:cubicBezTo>
                  <a:cubicBezTo>
                    <a:pt x="2302" y="2431"/>
                    <a:pt x="2227" y="2554"/>
                    <a:pt x="2133" y="2554"/>
                  </a:cubicBezTo>
                  <a:cubicBezTo>
                    <a:pt x="2107" y="2554"/>
                    <a:pt x="2080" y="2545"/>
                    <a:pt x="2054" y="2524"/>
                  </a:cubicBezTo>
                  <a:cubicBezTo>
                    <a:pt x="1945" y="2434"/>
                    <a:pt x="847" y="1362"/>
                    <a:pt x="386" y="1362"/>
                  </a:cubicBezTo>
                  <a:cubicBezTo>
                    <a:pt x="331" y="1362"/>
                    <a:pt x="285" y="1378"/>
                    <a:pt x="251" y="1411"/>
                  </a:cubicBezTo>
                  <a:cubicBezTo>
                    <a:pt x="1" y="1653"/>
                    <a:pt x="1655" y="2546"/>
                    <a:pt x="1785" y="2984"/>
                  </a:cubicBezTo>
                  <a:cubicBezTo>
                    <a:pt x="1806" y="3050"/>
                    <a:pt x="1793" y="3077"/>
                    <a:pt x="1755" y="3077"/>
                  </a:cubicBezTo>
                  <a:cubicBezTo>
                    <a:pt x="1567" y="3077"/>
                    <a:pt x="763" y="2384"/>
                    <a:pt x="456" y="2384"/>
                  </a:cubicBezTo>
                  <a:cubicBezTo>
                    <a:pt x="420" y="2384"/>
                    <a:pt x="390" y="2394"/>
                    <a:pt x="370" y="2415"/>
                  </a:cubicBezTo>
                  <a:cubicBezTo>
                    <a:pt x="287" y="2509"/>
                    <a:pt x="236" y="2587"/>
                    <a:pt x="1094" y="3189"/>
                  </a:cubicBezTo>
                  <a:cubicBezTo>
                    <a:pt x="1554" y="3513"/>
                    <a:pt x="2503" y="4018"/>
                    <a:pt x="3299" y="4425"/>
                  </a:cubicBezTo>
                  <a:lnTo>
                    <a:pt x="3392" y="4470"/>
                  </a:lnTo>
                  <a:cubicBezTo>
                    <a:pt x="3392" y="4470"/>
                    <a:pt x="9281" y="8709"/>
                    <a:pt x="13450" y="8709"/>
                  </a:cubicBezTo>
                  <a:cubicBezTo>
                    <a:pt x="14709" y="8709"/>
                    <a:pt x="15811" y="8323"/>
                    <a:pt x="16547" y="7316"/>
                  </a:cubicBezTo>
                  <a:cubicBezTo>
                    <a:pt x="18493" y="4656"/>
                    <a:pt x="18628" y="4508"/>
                    <a:pt x="19016" y="3842"/>
                  </a:cubicBezTo>
                  <a:lnTo>
                    <a:pt x="16154" y="1034"/>
                  </a:lnTo>
                  <a:cubicBezTo>
                    <a:pt x="16154" y="1034"/>
                    <a:pt x="13268" y="4762"/>
                    <a:pt x="12669" y="4762"/>
                  </a:cubicBezTo>
                  <a:cubicBezTo>
                    <a:pt x="12665" y="4762"/>
                    <a:pt x="12662" y="4762"/>
                    <a:pt x="12658" y="4761"/>
                  </a:cubicBezTo>
                  <a:cubicBezTo>
                    <a:pt x="9472" y="4518"/>
                    <a:pt x="6294" y="2908"/>
                    <a:pt x="5188" y="2300"/>
                  </a:cubicBezTo>
                  <a:cubicBezTo>
                    <a:pt x="5091" y="2146"/>
                    <a:pt x="4983" y="1960"/>
                    <a:pt x="4864" y="1739"/>
                  </a:cubicBezTo>
                  <a:cubicBezTo>
                    <a:pt x="4762" y="1549"/>
                    <a:pt x="4695" y="1340"/>
                    <a:pt x="4666" y="1127"/>
                  </a:cubicBezTo>
                  <a:cubicBezTo>
                    <a:pt x="4632" y="900"/>
                    <a:pt x="4598" y="608"/>
                    <a:pt x="4617" y="406"/>
                  </a:cubicBezTo>
                  <a:cubicBezTo>
                    <a:pt x="4621" y="388"/>
                    <a:pt x="4621" y="369"/>
                    <a:pt x="4624" y="354"/>
                  </a:cubicBezTo>
                  <a:cubicBezTo>
                    <a:pt x="4635" y="317"/>
                    <a:pt x="4635" y="283"/>
                    <a:pt x="4632" y="250"/>
                  </a:cubicBezTo>
                  <a:cubicBezTo>
                    <a:pt x="4621" y="106"/>
                    <a:pt x="4502" y="1"/>
                    <a:pt x="4381" y="1"/>
                  </a:cubicBezTo>
                  <a:close/>
                </a:path>
              </a:pathLst>
            </a:custGeom>
            <a:solidFill>
              <a:srgbClr val="FFBE9D"/>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sp>
          <p:nvSpPr>
            <p:cNvPr id="867" name="Google Shape;867;p46"/>
            <p:cNvSpPr/>
            <p:nvPr/>
          </p:nvSpPr>
          <p:spPr>
            <a:xfrm flipH="1">
              <a:off x="7744211" y="2144852"/>
              <a:ext cx="28500" cy="81600"/>
            </a:xfrm>
            <a:prstGeom prst="rtTriangle">
              <a:avLst/>
            </a:prstGeom>
            <a:solidFill>
              <a:srgbClr val="E4897B"/>
            </a:solidFill>
            <a:ln>
              <a:noFill/>
            </a:ln>
          </p:spPr>
          <p:txBody>
            <a:bodyPr anchorCtr="0" anchor="ctr" bIns="113950" lIns="113950" spcFirstLastPara="1" rIns="113950" wrap="square" tIns="113950">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conomy Thesis by Slidesgo">
  <a:themeElements>
    <a:clrScheme name="Simple Light">
      <a:dk1>
        <a:srgbClr val="FAFAFA"/>
      </a:dk1>
      <a:lt1>
        <a:srgbClr val="C1E5F8"/>
      </a:lt1>
      <a:dk2>
        <a:srgbClr val="A4D8F4"/>
      </a:dk2>
      <a:lt2>
        <a:srgbClr val="71B8DF"/>
      </a:lt2>
      <a:accent1>
        <a:srgbClr val="53A7D5"/>
      </a:accent1>
      <a:accent2>
        <a:srgbClr val="217BAC"/>
      </a:accent2>
      <a:accent3>
        <a:srgbClr val="434343"/>
      </a:accent3>
      <a:accent4>
        <a:srgbClr val="666666"/>
      </a:accent4>
      <a:accent5>
        <a:srgbClr val="999999"/>
      </a:accent5>
      <a:accent6>
        <a:srgbClr val="CCCCCC"/>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